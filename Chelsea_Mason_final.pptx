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9" r:id="rId4"/>
    <p:sldId id="293" r:id="rId5"/>
    <p:sldId id="258" r:id="rId6"/>
    <p:sldId id="265" r:id="rId7"/>
    <p:sldId id="264" r:id="rId8"/>
    <p:sldId id="276" r:id="rId9"/>
    <p:sldId id="295" r:id="rId10"/>
    <p:sldId id="260" r:id="rId11"/>
    <p:sldId id="261" r:id="rId12"/>
    <p:sldId id="296" r:id="rId13"/>
    <p:sldId id="262" r:id="rId14"/>
    <p:sldId id="263" r:id="rId15"/>
    <p:sldId id="278" r:id="rId16"/>
  </p:sldIdLst>
  <p:sldSz cx="9144000" cy="5143500" type="screen16x9"/>
  <p:notesSz cx="6858000" cy="9144000"/>
  <p:embeddedFontLst>
    <p:embeddedFont>
      <p:font typeface="Barlow Light" panose="020F0302020204030204" pitchFamily="34" charset="0"/>
      <p:regular r:id="rId18"/>
      <p:bold r:id="rId19"/>
      <p:italic r:id="rId20"/>
      <p:boldItalic r:id="rId21"/>
    </p:embeddedFont>
    <p:embeddedFont>
      <p:font typeface="EB Garamond" pitchFamily="2" charset="0"/>
      <p:regular r:id="rId22"/>
      <p:bold r:id="rId23"/>
      <p:italic r:id="rId24"/>
      <p:boldItalic r:id="rId25"/>
    </p:embeddedFont>
    <p:embeddedFont>
      <p:font typeface="Fira Sans Extra Condensed Medium" panose="020B0603050000020004" pitchFamily="34" charset="0"/>
      <p:regular r:id="rId21"/>
      <p:bold r:id="rId26"/>
      <p:italic r:id="rId26"/>
      <p:boldItalic r:id="rId27"/>
    </p:embeddedFont>
    <p:embeddedFont>
      <p:font typeface="Garamond" panose="02020404030301010803" pitchFamily="18" charset="0"/>
      <p:regular r:id="rId28"/>
      <p:bold r:id="rId29"/>
      <p:italic r:id="rId30"/>
      <p:boldItalic r:id="rId31"/>
    </p:embeddedFont>
    <p:embeddedFont>
      <p:font typeface="Montserrat ExtraBold" panose="020F0502020204030204" pitchFamily="34" charset="0"/>
      <p:bold r:id="rId32"/>
      <p:italic r:id="rId33"/>
      <p:boldItalic r:id="rId34"/>
    </p:embeddedFont>
    <p:embeddedFont>
      <p:font typeface="Montserrat Medium" panose="020F0502020204030204" pitchFamily="34" charset="0"/>
      <p:regular r:id="rId35"/>
      <p:bold r:id="rId36"/>
      <p:italic r:id="rId37"/>
      <p:boldItalic r:id="rId38"/>
    </p:embeddedFont>
    <p:embeddedFont>
      <p:font typeface="Roboto Slab Light" panose="020F0302020204030204" pitchFamily="34" charset="0"/>
      <p:regular r:id="rId39"/>
      <p:bold r:id="rId38"/>
    </p:embeddedFont>
    <p:embeddedFont>
      <p:font typeface="Squada One" panose="02000000000000000000" pitchFamily="2"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442F1A-D578-4FCA-B634-E568F497BC28}">
  <a:tblStyle styleId="{95442F1A-D578-4FCA-B634-E568F497BC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0"/>
    <p:restoredTop sz="95455"/>
  </p:normalViewPr>
  <p:slideViewPr>
    <p:cSldViewPr snapToGrid="0">
      <p:cViewPr varScale="1">
        <p:scale>
          <a:sx n="136" d="100"/>
          <a:sy n="136" d="100"/>
        </p:scale>
        <p:origin x="7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41a8f1e756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41a8f1e756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56c698b0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56c698b0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56c698b0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56c698b0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3706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dfce81f19_0_1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4dfce81f19_0_1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dirty="0">
                <a:solidFill>
                  <a:schemeClr val="tx1"/>
                </a:solidFill>
                <a:effectLst/>
                <a:latin typeface="Garamond" panose="02020404030301010803" pitchFamily="18" charset="0"/>
              </a:rPr>
              <a:t>House Price Index tracks the changes in house prices over time. It shows changes in home values. The bar plot shows the average House Price Index per country. Looking at the plot most countries Indexes are over 120, the two countries that fall below it are Canada and South Africa. A low House Price Index indicates homes are more inexpensive compared to the median income of that country. This implies that houses are more affordable in Canada and South Africa. Some of the highest House Price Indexes are above 140. Those countries are Brazil, Netherlands, and Switzerland. A high House Price Index indicates homes are more expensive compared to the median income of that country. Housing in these three countries are probably pretty pricey. Most of the countries fall in between 120 to 140 because of this it makes most of the countries look like they are closer to being on the expensive end when it comes to home prices.</a:t>
            </a:r>
            <a:endParaRPr lang="en-US" sz="1100" dirty="0">
              <a:solidFill>
                <a:schemeClr val="tx1"/>
              </a:solidFill>
              <a:latin typeface="Garamond" panose="02020404030301010803" pitchFamily="18" charset="0"/>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56c698b077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56c698b077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16612d386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16612d386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Rent Index measures the change in rent over time. Looking at the Scatter plot there does not seem to be a strong correlation between Rent Index and House Price Index. The data points on the plot look very spread out with no real pattern. Looking at the Heat map the Rent Index and House Price Index has a 0.098 correlation which is a weak correlation. Circling back to the Scatter Plot The Rent Index region with the most white would be in between 60 and 70. It did not really seem to matter what the House Price Index was the data points in this region seem fewer. There seems to be more of a population in between the 50 through 60 Rent Index especially near the 100 for the House Price Index. In general looking at this scatter plot feels like grasping at straws. There really does not seem to be much to work with for this chart.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516612d386_0_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516612d386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516612d386_0_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516612d386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761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516612d386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516612d386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516612d386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516612d386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516612d386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516612d386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0473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6c698b077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6c698b07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56c698b077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56c698b077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g5540b6adc3_2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4" name="Google Shape;1864;g5540b6adc3_2_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solidFill>
          <a:srgbClr val="FFFFFF"/>
        </a:solidFill>
        <a:effectLst/>
      </p:bgPr>
    </p:bg>
    <p:spTree>
      <p:nvGrpSpPr>
        <p:cNvPr id="1" name="Shape 8"/>
        <p:cNvGrpSpPr/>
        <p:nvPr/>
      </p:nvGrpSpPr>
      <p:grpSpPr>
        <a:xfrm>
          <a:off x="0" y="0"/>
          <a:ext cx="0" cy="0"/>
          <a:chOff x="0" y="0"/>
          <a:chExt cx="0" cy="0"/>
        </a:xfrm>
      </p:grpSpPr>
      <p:sp>
        <p:nvSpPr>
          <p:cNvPr id="9" name="Google Shape;9;p2"/>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2" name="Google Shape;12;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sp>
        <p:nvSpPr>
          <p:cNvPr id="13" name="Google Shape;13;p2"/>
          <p:cNvSpPr txBox="1">
            <a:spLocks noGrp="1"/>
          </p:cNvSpPr>
          <p:nvPr>
            <p:ph type="ctrTitle"/>
          </p:nvPr>
        </p:nvSpPr>
        <p:spPr>
          <a:xfrm flipH="1">
            <a:off x="623625" y="2236500"/>
            <a:ext cx="35769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Font typeface="Montserrat ExtraBold"/>
              <a:buNone/>
              <a:defRPr sz="3600">
                <a:latin typeface="Montserrat ExtraBold"/>
                <a:ea typeface="Montserrat ExtraBold"/>
                <a:cs typeface="Montserrat ExtraBold"/>
                <a:sym typeface="Montserrat Extra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flipH="1">
            <a:off x="623500" y="3116767"/>
            <a:ext cx="3629100" cy="67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EB Garamond"/>
              <a:buNone/>
              <a:defRPr sz="1400">
                <a:latin typeface="EB Garamond"/>
                <a:ea typeface="EB Garamond"/>
                <a:cs typeface="EB Garamond"/>
                <a:sym typeface="EB Garamond"/>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15" name="Google Shape;15;p2"/>
          <p:cNvSpPr/>
          <p:nvPr/>
        </p:nvSpPr>
        <p:spPr>
          <a:xfrm>
            <a:off x="4099510" y="-103020"/>
            <a:ext cx="5995571" cy="6199231"/>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FF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_1">
    <p:bg>
      <p:bgPr>
        <a:solidFill>
          <a:srgbClr val="FFFFFF"/>
        </a:solidFill>
        <a:effectLst/>
      </p:bgPr>
    </p:bg>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3414640" y="1853313"/>
            <a:ext cx="2322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18" name="Google Shape;18;p3"/>
          <p:cNvSpPr txBox="1">
            <a:spLocks noGrp="1"/>
          </p:cNvSpPr>
          <p:nvPr>
            <p:ph type="subTitle" idx="1"/>
          </p:nvPr>
        </p:nvSpPr>
        <p:spPr>
          <a:xfrm>
            <a:off x="3622740" y="2314760"/>
            <a:ext cx="19065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 name="Google Shape;19;p3"/>
          <p:cNvSpPr txBox="1">
            <a:spLocks noGrp="1"/>
          </p:cNvSpPr>
          <p:nvPr>
            <p:ph type="title" idx="2" hasCustomPrompt="1"/>
          </p:nvPr>
        </p:nvSpPr>
        <p:spPr>
          <a:xfrm>
            <a:off x="3699102" y="1565141"/>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ctrTitle" idx="3"/>
          </p:nvPr>
        </p:nvSpPr>
        <p:spPr>
          <a:xfrm>
            <a:off x="3414853" y="3359411"/>
            <a:ext cx="2322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21" name="Google Shape;21;p3"/>
          <p:cNvSpPr txBox="1">
            <a:spLocks noGrp="1"/>
          </p:cNvSpPr>
          <p:nvPr>
            <p:ph type="subTitle" idx="4"/>
          </p:nvPr>
        </p:nvSpPr>
        <p:spPr>
          <a:xfrm>
            <a:off x="3587640" y="3820858"/>
            <a:ext cx="19767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 name="Google Shape;22;p3"/>
          <p:cNvSpPr txBox="1">
            <a:spLocks noGrp="1"/>
          </p:cNvSpPr>
          <p:nvPr>
            <p:ph type="title" idx="5" hasCustomPrompt="1"/>
          </p:nvPr>
        </p:nvSpPr>
        <p:spPr>
          <a:xfrm>
            <a:off x="3699102" y="3091842"/>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23" name="Google Shape;23;p3"/>
          <p:cNvSpPr txBox="1">
            <a:spLocks noGrp="1"/>
          </p:cNvSpPr>
          <p:nvPr>
            <p:ph type="ctrTitle" idx="6"/>
          </p:nvPr>
        </p:nvSpPr>
        <p:spPr>
          <a:xfrm>
            <a:off x="5582025" y="1853313"/>
            <a:ext cx="2322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24" name="Google Shape;24;p3"/>
          <p:cNvSpPr txBox="1">
            <a:spLocks noGrp="1"/>
          </p:cNvSpPr>
          <p:nvPr>
            <p:ph type="subTitle" idx="7"/>
          </p:nvPr>
        </p:nvSpPr>
        <p:spPr>
          <a:xfrm>
            <a:off x="5789900" y="2314760"/>
            <a:ext cx="19065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 name="Google Shape;25;p3"/>
          <p:cNvSpPr txBox="1">
            <a:spLocks noGrp="1"/>
          </p:cNvSpPr>
          <p:nvPr>
            <p:ph type="title" idx="8" hasCustomPrompt="1"/>
          </p:nvPr>
        </p:nvSpPr>
        <p:spPr>
          <a:xfrm>
            <a:off x="5866262" y="1565141"/>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26" name="Google Shape;26;p3"/>
          <p:cNvSpPr txBox="1">
            <a:spLocks noGrp="1"/>
          </p:cNvSpPr>
          <p:nvPr>
            <p:ph type="ctrTitle" idx="9"/>
          </p:nvPr>
        </p:nvSpPr>
        <p:spPr>
          <a:xfrm>
            <a:off x="5581987" y="3359411"/>
            <a:ext cx="2322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27" name="Google Shape;27;p3"/>
          <p:cNvSpPr/>
          <p:nvPr/>
        </p:nvSpPr>
        <p:spPr>
          <a:xfrm>
            <a:off x="742950" y="710350"/>
            <a:ext cx="8686800" cy="279600"/>
          </a:xfrm>
          <a:prstGeom prst="rect">
            <a:avLst/>
          </a:pr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txBox="1">
            <a:spLocks noGrp="1"/>
          </p:cNvSpPr>
          <p:nvPr>
            <p:ph type="subTitle" idx="13"/>
          </p:nvPr>
        </p:nvSpPr>
        <p:spPr>
          <a:xfrm>
            <a:off x="5754800" y="3820858"/>
            <a:ext cx="19767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3"/>
          <p:cNvSpPr txBox="1">
            <a:spLocks noGrp="1"/>
          </p:cNvSpPr>
          <p:nvPr>
            <p:ph type="title" idx="14" hasCustomPrompt="1"/>
          </p:nvPr>
        </p:nvSpPr>
        <p:spPr>
          <a:xfrm>
            <a:off x="5866262" y="3091842"/>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30" name="Google Shape;30;p3"/>
          <p:cNvSpPr txBox="1">
            <a:spLocks noGrp="1"/>
          </p:cNvSpPr>
          <p:nvPr>
            <p:ph type="ctrTitle" idx="15"/>
          </p:nvPr>
        </p:nvSpPr>
        <p:spPr>
          <a:xfrm>
            <a:off x="790975" y="720000"/>
            <a:ext cx="5012400" cy="314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None/>
              <a:defRPr sz="1200">
                <a:solidFill>
                  <a:srgbClr val="FFFFFF"/>
                </a:solidFill>
              </a:defRPr>
            </a:lvl1pPr>
            <a:lvl2pPr lvl="1" algn="ctr" rtl="0">
              <a:spcBef>
                <a:spcPts val="0"/>
              </a:spcBef>
              <a:spcAft>
                <a:spcPts val="0"/>
              </a:spcAft>
              <a:buClr>
                <a:srgbClr val="000000"/>
              </a:buClr>
              <a:buSzPts val="1100"/>
              <a:buNone/>
              <a:defRPr sz="1100">
                <a:solidFill>
                  <a:srgbClr val="000000"/>
                </a:solidFill>
              </a:defRPr>
            </a:lvl2pPr>
            <a:lvl3pPr lvl="2" algn="ctr" rtl="0">
              <a:spcBef>
                <a:spcPts val="0"/>
              </a:spcBef>
              <a:spcAft>
                <a:spcPts val="0"/>
              </a:spcAft>
              <a:buClr>
                <a:srgbClr val="000000"/>
              </a:buClr>
              <a:buSzPts val="1100"/>
              <a:buNone/>
              <a:defRPr sz="1100">
                <a:solidFill>
                  <a:srgbClr val="000000"/>
                </a:solidFill>
              </a:defRPr>
            </a:lvl3pPr>
            <a:lvl4pPr lvl="3" algn="ctr" rtl="0">
              <a:spcBef>
                <a:spcPts val="0"/>
              </a:spcBef>
              <a:spcAft>
                <a:spcPts val="0"/>
              </a:spcAft>
              <a:buClr>
                <a:srgbClr val="000000"/>
              </a:buClr>
              <a:buSzPts val="1100"/>
              <a:buNone/>
              <a:defRPr sz="1100">
                <a:solidFill>
                  <a:srgbClr val="000000"/>
                </a:solidFill>
              </a:defRPr>
            </a:lvl4pPr>
            <a:lvl5pPr lvl="4" algn="ctr" rtl="0">
              <a:spcBef>
                <a:spcPts val="0"/>
              </a:spcBef>
              <a:spcAft>
                <a:spcPts val="0"/>
              </a:spcAft>
              <a:buClr>
                <a:srgbClr val="000000"/>
              </a:buClr>
              <a:buSzPts val="1100"/>
              <a:buNone/>
              <a:defRPr sz="1100">
                <a:solidFill>
                  <a:srgbClr val="000000"/>
                </a:solidFill>
              </a:defRPr>
            </a:lvl5pPr>
            <a:lvl6pPr lvl="5" algn="ctr" rtl="0">
              <a:spcBef>
                <a:spcPts val="0"/>
              </a:spcBef>
              <a:spcAft>
                <a:spcPts val="0"/>
              </a:spcAft>
              <a:buClr>
                <a:srgbClr val="000000"/>
              </a:buClr>
              <a:buSzPts val="1100"/>
              <a:buNone/>
              <a:defRPr sz="1100">
                <a:solidFill>
                  <a:srgbClr val="000000"/>
                </a:solidFill>
              </a:defRPr>
            </a:lvl6pPr>
            <a:lvl7pPr lvl="6" algn="ctr" rtl="0">
              <a:spcBef>
                <a:spcPts val="0"/>
              </a:spcBef>
              <a:spcAft>
                <a:spcPts val="0"/>
              </a:spcAft>
              <a:buClr>
                <a:srgbClr val="000000"/>
              </a:buClr>
              <a:buSzPts val="1100"/>
              <a:buNone/>
              <a:defRPr sz="1100">
                <a:solidFill>
                  <a:srgbClr val="000000"/>
                </a:solidFill>
              </a:defRPr>
            </a:lvl7pPr>
            <a:lvl8pPr lvl="7" algn="ctr" rtl="0">
              <a:spcBef>
                <a:spcPts val="0"/>
              </a:spcBef>
              <a:spcAft>
                <a:spcPts val="0"/>
              </a:spcAft>
              <a:buClr>
                <a:srgbClr val="000000"/>
              </a:buClr>
              <a:buSzPts val="1100"/>
              <a:buNone/>
              <a:defRPr sz="1100">
                <a:solidFill>
                  <a:srgbClr val="000000"/>
                </a:solidFill>
              </a:defRPr>
            </a:lvl8pPr>
            <a:lvl9pPr lvl="8" algn="ctr" rtl="0">
              <a:spcBef>
                <a:spcPts val="0"/>
              </a:spcBef>
              <a:spcAft>
                <a:spcPts val="0"/>
              </a:spcAft>
              <a:buClr>
                <a:srgbClr val="000000"/>
              </a:buClr>
              <a:buSzPts val="1100"/>
              <a:buNone/>
              <a:defRPr sz="1100">
                <a:solidFill>
                  <a:srgbClr val="000000"/>
                </a:solidFill>
              </a:defRPr>
            </a:lvl9pPr>
          </a:lstStyle>
          <a:p>
            <a:endParaRPr/>
          </a:p>
        </p:txBody>
      </p:sp>
      <p:sp>
        <p:nvSpPr>
          <p:cNvPr id="31" name="Google Shape;31;p3"/>
          <p:cNvSpPr txBox="1">
            <a:spLocks noGrp="1"/>
          </p:cNvSpPr>
          <p:nvPr>
            <p:ph type="ctrTitle" idx="16"/>
          </p:nvPr>
        </p:nvSpPr>
        <p:spPr>
          <a:xfrm>
            <a:off x="1226125" y="1853313"/>
            <a:ext cx="23928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32" name="Google Shape;32;p3"/>
          <p:cNvSpPr txBox="1">
            <a:spLocks noGrp="1"/>
          </p:cNvSpPr>
          <p:nvPr>
            <p:ph type="subTitle" idx="17"/>
          </p:nvPr>
        </p:nvSpPr>
        <p:spPr>
          <a:xfrm>
            <a:off x="1469325" y="2314760"/>
            <a:ext cx="19065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3" name="Google Shape;33;p3"/>
          <p:cNvSpPr txBox="1">
            <a:spLocks noGrp="1"/>
          </p:cNvSpPr>
          <p:nvPr>
            <p:ph type="title" idx="18" hasCustomPrompt="1"/>
          </p:nvPr>
        </p:nvSpPr>
        <p:spPr>
          <a:xfrm>
            <a:off x="1545687" y="1565141"/>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3"/>
          <p:cNvSpPr txBox="1">
            <a:spLocks noGrp="1"/>
          </p:cNvSpPr>
          <p:nvPr>
            <p:ph type="ctrTitle" idx="19"/>
          </p:nvPr>
        </p:nvSpPr>
        <p:spPr>
          <a:xfrm>
            <a:off x="1261437" y="3359411"/>
            <a:ext cx="2322300" cy="57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200"/>
              <a:buNone/>
              <a:defRPr sz="1200"/>
            </a:lvl2pPr>
            <a:lvl3pPr lvl="2" algn="ctr" rtl="0">
              <a:spcBef>
                <a:spcPts val="0"/>
              </a:spcBef>
              <a:spcAft>
                <a:spcPts val="0"/>
              </a:spcAft>
              <a:buSzPts val="1200"/>
              <a:buNone/>
              <a:defRPr sz="1200"/>
            </a:lvl3pPr>
            <a:lvl4pPr lvl="3" algn="ctr" rtl="0">
              <a:spcBef>
                <a:spcPts val="0"/>
              </a:spcBef>
              <a:spcAft>
                <a:spcPts val="0"/>
              </a:spcAft>
              <a:buSzPts val="1200"/>
              <a:buNone/>
              <a:defRPr sz="1200"/>
            </a:lvl4pPr>
            <a:lvl5pPr lvl="4" algn="ctr" rtl="0">
              <a:spcBef>
                <a:spcPts val="0"/>
              </a:spcBef>
              <a:spcAft>
                <a:spcPts val="0"/>
              </a:spcAft>
              <a:buSzPts val="1200"/>
              <a:buNone/>
              <a:defRPr sz="1200"/>
            </a:lvl5pPr>
            <a:lvl6pPr lvl="5" algn="ctr" rtl="0">
              <a:spcBef>
                <a:spcPts val="0"/>
              </a:spcBef>
              <a:spcAft>
                <a:spcPts val="0"/>
              </a:spcAft>
              <a:buSzPts val="1200"/>
              <a:buNone/>
              <a:defRPr sz="1200"/>
            </a:lvl6pPr>
            <a:lvl7pPr lvl="6" algn="ctr" rtl="0">
              <a:spcBef>
                <a:spcPts val="0"/>
              </a:spcBef>
              <a:spcAft>
                <a:spcPts val="0"/>
              </a:spcAft>
              <a:buSzPts val="1200"/>
              <a:buNone/>
              <a:defRPr sz="1200"/>
            </a:lvl7pPr>
            <a:lvl8pPr lvl="7" algn="ctr" rtl="0">
              <a:spcBef>
                <a:spcPts val="0"/>
              </a:spcBef>
              <a:spcAft>
                <a:spcPts val="0"/>
              </a:spcAft>
              <a:buSzPts val="1200"/>
              <a:buNone/>
              <a:defRPr sz="1200"/>
            </a:lvl8pPr>
            <a:lvl9pPr lvl="8" algn="ctr" rtl="0">
              <a:spcBef>
                <a:spcPts val="0"/>
              </a:spcBef>
              <a:spcAft>
                <a:spcPts val="0"/>
              </a:spcAft>
              <a:buSzPts val="1200"/>
              <a:buNone/>
              <a:defRPr sz="1200"/>
            </a:lvl9pPr>
          </a:lstStyle>
          <a:p>
            <a:endParaRPr/>
          </a:p>
        </p:txBody>
      </p:sp>
      <p:sp>
        <p:nvSpPr>
          <p:cNvPr id="35" name="Google Shape;35;p3"/>
          <p:cNvSpPr txBox="1">
            <a:spLocks noGrp="1"/>
          </p:cNvSpPr>
          <p:nvPr>
            <p:ph type="subTitle" idx="20"/>
          </p:nvPr>
        </p:nvSpPr>
        <p:spPr>
          <a:xfrm>
            <a:off x="1434225" y="3820858"/>
            <a:ext cx="1976700" cy="61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6" name="Google Shape;36;p3"/>
          <p:cNvSpPr txBox="1">
            <a:spLocks noGrp="1"/>
          </p:cNvSpPr>
          <p:nvPr>
            <p:ph type="title" idx="21" hasCustomPrompt="1"/>
          </p:nvPr>
        </p:nvSpPr>
        <p:spPr>
          <a:xfrm>
            <a:off x="1545687" y="3091842"/>
            <a:ext cx="1753800" cy="577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3600"/>
              <a:buFont typeface="Fira Sans Extra Condensed Medium"/>
              <a:buNone/>
              <a:defRPr sz="3600">
                <a:latin typeface="Fira Sans Extra Condensed Medium"/>
                <a:ea typeface="Fira Sans Extra Condensed Medium"/>
                <a:cs typeface="Fira Sans Extra Condensed Medium"/>
                <a:sym typeface="Fira Sans Extra Condensed Medium"/>
              </a:defRPr>
            </a:lvl9pPr>
          </a:lstStyle>
          <a:p>
            <a:r>
              <a:t>xx%</a:t>
            </a:r>
          </a:p>
        </p:txBody>
      </p:sp>
      <p:sp>
        <p:nvSpPr>
          <p:cNvPr id="37" name="Google Shape;37;p3"/>
          <p:cNvSpPr/>
          <p:nvPr/>
        </p:nvSpPr>
        <p:spPr>
          <a:xfrm>
            <a:off x="419100" y="732400"/>
            <a:ext cx="235500" cy="235500"/>
          </a:xfrm>
          <a:prstGeom prst="ellipse">
            <a:avLst/>
          </a:pr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95250" y="732400"/>
            <a:ext cx="235500" cy="235500"/>
          </a:xfrm>
          <a:prstGeom prst="ellipse">
            <a:avLst/>
          </a:pr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1">
  <p:cSld name="CUSTOM_7">
    <p:spTree>
      <p:nvGrpSpPr>
        <p:cNvPr id="1" name="Shape 39"/>
        <p:cNvGrpSpPr/>
        <p:nvPr/>
      </p:nvGrpSpPr>
      <p:grpSpPr>
        <a:xfrm>
          <a:off x="0" y="0"/>
          <a:ext cx="0" cy="0"/>
          <a:chOff x="0" y="0"/>
          <a:chExt cx="0" cy="0"/>
        </a:xfrm>
      </p:grpSpPr>
      <p:sp>
        <p:nvSpPr>
          <p:cNvPr id="40" name="Google Shape;40;p4"/>
          <p:cNvSpPr/>
          <p:nvPr/>
        </p:nvSpPr>
        <p:spPr>
          <a:xfrm rot="-5400000">
            <a:off x="-101015" y="-226845"/>
            <a:ext cx="5995571" cy="6199231"/>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9AD7D2">
              <a:alpha val="120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ctrTitle"/>
          </p:nvPr>
        </p:nvSpPr>
        <p:spPr>
          <a:xfrm>
            <a:off x="831200" y="376498"/>
            <a:ext cx="3867300" cy="20541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42" name="Google Shape;42;p4"/>
          <p:cNvSpPr txBox="1">
            <a:spLocks noGrp="1"/>
          </p:cNvSpPr>
          <p:nvPr>
            <p:ph type="subTitle" idx="1"/>
          </p:nvPr>
        </p:nvSpPr>
        <p:spPr>
          <a:xfrm>
            <a:off x="831200" y="2314225"/>
            <a:ext cx="4224900" cy="178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13">
    <p:spTree>
      <p:nvGrpSpPr>
        <p:cNvPr id="1" name="Shape 43"/>
        <p:cNvGrpSpPr/>
        <p:nvPr/>
      </p:nvGrpSpPr>
      <p:grpSpPr>
        <a:xfrm>
          <a:off x="0" y="0"/>
          <a:ext cx="0" cy="0"/>
          <a:chOff x="0" y="0"/>
          <a:chExt cx="0" cy="0"/>
        </a:xfrm>
      </p:grpSpPr>
      <p:sp>
        <p:nvSpPr>
          <p:cNvPr id="44" name="Google Shape;44;p5"/>
          <p:cNvSpPr/>
          <p:nvPr/>
        </p:nvSpPr>
        <p:spPr>
          <a:xfrm>
            <a:off x="3356560" y="-236370"/>
            <a:ext cx="5995571" cy="6199231"/>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FFF2CC">
              <a:alpha val="327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txBox="1">
            <a:spLocks noGrp="1"/>
          </p:cNvSpPr>
          <p:nvPr>
            <p:ph type="subTitle" idx="1"/>
          </p:nvPr>
        </p:nvSpPr>
        <p:spPr>
          <a:xfrm>
            <a:off x="2286775" y="1780575"/>
            <a:ext cx="4717500" cy="631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46" name="Google Shape;46;p5"/>
          <p:cNvSpPr txBox="1">
            <a:spLocks noGrp="1"/>
          </p:cNvSpPr>
          <p:nvPr>
            <p:ph type="ctrTitle"/>
          </p:nvPr>
        </p:nvSpPr>
        <p:spPr>
          <a:xfrm>
            <a:off x="3099175" y="2412374"/>
            <a:ext cx="3092700" cy="54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lumns ">
  <p:cSld name="CUSTOM_12">
    <p:spTree>
      <p:nvGrpSpPr>
        <p:cNvPr id="1" name="Shape 47"/>
        <p:cNvGrpSpPr/>
        <p:nvPr/>
      </p:nvGrpSpPr>
      <p:grpSpPr>
        <a:xfrm>
          <a:off x="0" y="0"/>
          <a:ext cx="0" cy="0"/>
          <a:chOff x="0" y="0"/>
          <a:chExt cx="0" cy="0"/>
        </a:xfrm>
      </p:grpSpPr>
      <p:sp>
        <p:nvSpPr>
          <p:cNvPr id="48" name="Google Shape;48;p6"/>
          <p:cNvSpPr txBox="1">
            <a:spLocks noGrp="1"/>
          </p:cNvSpPr>
          <p:nvPr>
            <p:ph type="ctrTitle"/>
          </p:nvPr>
        </p:nvSpPr>
        <p:spPr>
          <a:xfrm>
            <a:off x="858475" y="2734950"/>
            <a:ext cx="2560200" cy="319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49" name="Google Shape;49;p6"/>
          <p:cNvSpPr txBox="1">
            <a:spLocks noGrp="1"/>
          </p:cNvSpPr>
          <p:nvPr>
            <p:ph type="subTitle" idx="1"/>
          </p:nvPr>
        </p:nvSpPr>
        <p:spPr>
          <a:xfrm>
            <a:off x="1019574" y="2955100"/>
            <a:ext cx="2238000" cy="9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50" name="Google Shape;50;p6"/>
          <p:cNvSpPr/>
          <p:nvPr/>
        </p:nvSpPr>
        <p:spPr>
          <a:xfrm>
            <a:off x="742950" y="710350"/>
            <a:ext cx="8686800" cy="279600"/>
          </a:xfrm>
          <a:prstGeom prst="rect">
            <a:avLst/>
          </a:pr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txBox="1">
            <a:spLocks noGrp="1"/>
          </p:cNvSpPr>
          <p:nvPr>
            <p:ph type="ctrTitle" idx="2"/>
          </p:nvPr>
        </p:nvSpPr>
        <p:spPr>
          <a:xfrm>
            <a:off x="790975" y="720000"/>
            <a:ext cx="5012400" cy="314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None/>
              <a:defRPr sz="1200">
                <a:solidFill>
                  <a:srgbClr val="FFFFFF"/>
                </a:solidFill>
              </a:defRPr>
            </a:lvl1pPr>
            <a:lvl2pPr lvl="1" algn="ctr" rtl="0">
              <a:spcBef>
                <a:spcPts val="0"/>
              </a:spcBef>
              <a:spcAft>
                <a:spcPts val="0"/>
              </a:spcAft>
              <a:buClr>
                <a:srgbClr val="000000"/>
              </a:buClr>
              <a:buSzPts val="1100"/>
              <a:buNone/>
              <a:defRPr sz="1100">
                <a:solidFill>
                  <a:srgbClr val="000000"/>
                </a:solidFill>
              </a:defRPr>
            </a:lvl2pPr>
            <a:lvl3pPr lvl="2" algn="ctr" rtl="0">
              <a:spcBef>
                <a:spcPts val="0"/>
              </a:spcBef>
              <a:spcAft>
                <a:spcPts val="0"/>
              </a:spcAft>
              <a:buClr>
                <a:srgbClr val="000000"/>
              </a:buClr>
              <a:buSzPts val="1100"/>
              <a:buNone/>
              <a:defRPr sz="1100">
                <a:solidFill>
                  <a:srgbClr val="000000"/>
                </a:solidFill>
              </a:defRPr>
            </a:lvl3pPr>
            <a:lvl4pPr lvl="3" algn="ctr" rtl="0">
              <a:spcBef>
                <a:spcPts val="0"/>
              </a:spcBef>
              <a:spcAft>
                <a:spcPts val="0"/>
              </a:spcAft>
              <a:buClr>
                <a:srgbClr val="000000"/>
              </a:buClr>
              <a:buSzPts val="1100"/>
              <a:buNone/>
              <a:defRPr sz="1100">
                <a:solidFill>
                  <a:srgbClr val="000000"/>
                </a:solidFill>
              </a:defRPr>
            </a:lvl4pPr>
            <a:lvl5pPr lvl="4" algn="ctr" rtl="0">
              <a:spcBef>
                <a:spcPts val="0"/>
              </a:spcBef>
              <a:spcAft>
                <a:spcPts val="0"/>
              </a:spcAft>
              <a:buClr>
                <a:srgbClr val="000000"/>
              </a:buClr>
              <a:buSzPts val="1100"/>
              <a:buNone/>
              <a:defRPr sz="1100">
                <a:solidFill>
                  <a:srgbClr val="000000"/>
                </a:solidFill>
              </a:defRPr>
            </a:lvl5pPr>
            <a:lvl6pPr lvl="5" algn="ctr" rtl="0">
              <a:spcBef>
                <a:spcPts val="0"/>
              </a:spcBef>
              <a:spcAft>
                <a:spcPts val="0"/>
              </a:spcAft>
              <a:buClr>
                <a:srgbClr val="000000"/>
              </a:buClr>
              <a:buSzPts val="1100"/>
              <a:buNone/>
              <a:defRPr sz="1100">
                <a:solidFill>
                  <a:srgbClr val="000000"/>
                </a:solidFill>
              </a:defRPr>
            </a:lvl6pPr>
            <a:lvl7pPr lvl="6" algn="ctr" rtl="0">
              <a:spcBef>
                <a:spcPts val="0"/>
              </a:spcBef>
              <a:spcAft>
                <a:spcPts val="0"/>
              </a:spcAft>
              <a:buClr>
                <a:srgbClr val="000000"/>
              </a:buClr>
              <a:buSzPts val="1100"/>
              <a:buNone/>
              <a:defRPr sz="1100">
                <a:solidFill>
                  <a:srgbClr val="000000"/>
                </a:solidFill>
              </a:defRPr>
            </a:lvl7pPr>
            <a:lvl8pPr lvl="7" algn="ctr" rtl="0">
              <a:spcBef>
                <a:spcPts val="0"/>
              </a:spcBef>
              <a:spcAft>
                <a:spcPts val="0"/>
              </a:spcAft>
              <a:buClr>
                <a:srgbClr val="000000"/>
              </a:buClr>
              <a:buSzPts val="1100"/>
              <a:buNone/>
              <a:defRPr sz="1100">
                <a:solidFill>
                  <a:srgbClr val="000000"/>
                </a:solidFill>
              </a:defRPr>
            </a:lvl8pPr>
            <a:lvl9pPr lvl="8" algn="ctr" rtl="0">
              <a:spcBef>
                <a:spcPts val="0"/>
              </a:spcBef>
              <a:spcAft>
                <a:spcPts val="0"/>
              </a:spcAft>
              <a:buClr>
                <a:srgbClr val="000000"/>
              </a:buClr>
              <a:buSzPts val="1100"/>
              <a:buNone/>
              <a:defRPr sz="1100">
                <a:solidFill>
                  <a:srgbClr val="000000"/>
                </a:solidFill>
              </a:defRPr>
            </a:lvl9pPr>
          </a:lstStyle>
          <a:p>
            <a:endParaRPr/>
          </a:p>
        </p:txBody>
      </p:sp>
      <p:sp>
        <p:nvSpPr>
          <p:cNvPr id="52" name="Google Shape;52;p6"/>
          <p:cNvSpPr/>
          <p:nvPr/>
        </p:nvSpPr>
        <p:spPr>
          <a:xfrm>
            <a:off x="419100" y="732400"/>
            <a:ext cx="235500" cy="235500"/>
          </a:xfrm>
          <a:prstGeom prst="ellipse">
            <a:avLst/>
          </a:pr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95250" y="732400"/>
            <a:ext cx="235500" cy="235500"/>
          </a:xfrm>
          <a:prstGeom prst="ellipse">
            <a:avLst/>
          </a:pr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txBox="1">
            <a:spLocks noGrp="1"/>
          </p:cNvSpPr>
          <p:nvPr>
            <p:ph type="subTitle" idx="3"/>
          </p:nvPr>
        </p:nvSpPr>
        <p:spPr>
          <a:xfrm>
            <a:off x="5934474" y="2955100"/>
            <a:ext cx="2238000" cy="9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55" name="Google Shape;55;p6"/>
          <p:cNvSpPr txBox="1">
            <a:spLocks noGrp="1"/>
          </p:cNvSpPr>
          <p:nvPr>
            <p:ph type="ctrTitle" idx="4"/>
          </p:nvPr>
        </p:nvSpPr>
        <p:spPr>
          <a:xfrm>
            <a:off x="5773375" y="2734950"/>
            <a:ext cx="2560200" cy="319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56" name="Google Shape;56;p6"/>
          <p:cNvSpPr txBox="1">
            <a:spLocks noGrp="1"/>
          </p:cNvSpPr>
          <p:nvPr>
            <p:ph type="subTitle" idx="5"/>
          </p:nvPr>
        </p:nvSpPr>
        <p:spPr>
          <a:xfrm>
            <a:off x="3452999" y="2052750"/>
            <a:ext cx="2238000" cy="9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57" name="Google Shape;57;p6"/>
          <p:cNvSpPr txBox="1">
            <a:spLocks noGrp="1"/>
          </p:cNvSpPr>
          <p:nvPr>
            <p:ph type="ctrTitle" idx="6"/>
          </p:nvPr>
        </p:nvSpPr>
        <p:spPr>
          <a:xfrm>
            <a:off x="3291900" y="1832600"/>
            <a:ext cx="2560200" cy="319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None/>
              <a:defRPr sz="12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design">
  <p:cSld name="CUSTOM_6">
    <p:bg>
      <p:bgPr>
        <a:solidFill>
          <a:srgbClr val="FFFFFF"/>
        </a:solidFill>
        <a:effectLst/>
      </p:bgPr>
    </p:bg>
    <p:spTree>
      <p:nvGrpSpPr>
        <p:cNvPr id="1" name="Shape 58"/>
        <p:cNvGrpSpPr/>
        <p:nvPr/>
      </p:nvGrpSpPr>
      <p:grpSpPr>
        <a:xfrm>
          <a:off x="0" y="0"/>
          <a:ext cx="0" cy="0"/>
          <a:chOff x="0" y="0"/>
          <a:chExt cx="0" cy="0"/>
        </a:xfrm>
      </p:grpSpPr>
      <p:sp>
        <p:nvSpPr>
          <p:cNvPr id="59" name="Google Shape;59;p7"/>
          <p:cNvSpPr/>
          <p:nvPr/>
        </p:nvSpPr>
        <p:spPr>
          <a:xfrm>
            <a:off x="742950" y="710350"/>
            <a:ext cx="8686800" cy="279600"/>
          </a:xfrm>
          <a:prstGeom prst="rect">
            <a:avLst/>
          </a:pr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None/>
              <a:defRPr sz="1200">
                <a:solidFill>
                  <a:srgbClr val="FFFFFF"/>
                </a:solidFill>
              </a:defRPr>
            </a:lvl1pPr>
            <a:lvl2pPr lvl="1" algn="ctr" rtl="0">
              <a:spcBef>
                <a:spcPts val="0"/>
              </a:spcBef>
              <a:spcAft>
                <a:spcPts val="0"/>
              </a:spcAft>
              <a:buClr>
                <a:srgbClr val="000000"/>
              </a:buClr>
              <a:buSzPts val="1100"/>
              <a:buNone/>
              <a:defRPr sz="1100">
                <a:solidFill>
                  <a:srgbClr val="000000"/>
                </a:solidFill>
              </a:defRPr>
            </a:lvl2pPr>
            <a:lvl3pPr lvl="2" algn="ctr" rtl="0">
              <a:spcBef>
                <a:spcPts val="0"/>
              </a:spcBef>
              <a:spcAft>
                <a:spcPts val="0"/>
              </a:spcAft>
              <a:buClr>
                <a:srgbClr val="000000"/>
              </a:buClr>
              <a:buSzPts val="1100"/>
              <a:buNone/>
              <a:defRPr sz="1100">
                <a:solidFill>
                  <a:srgbClr val="000000"/>
                </a:solidFill>
              </a:defRPr>
            </a:lvl3pPr>
            <a:lvl4pPr lvl="3" algn="ctr" rtl="0">
              <a:spcBef>
                <a:spcPts val="0"/>
              </a:spcBef>
              <a:spcAft>
                <a:spcPts val="0"/>
              </a:spcAft>
              <a:buClr>
                <a:srgbClr val="000000"/>
              </a:buClr>
              <a:buSzPts val="1100"/>
              <a:buNone/>
              <a:defRPr sz="1100">
                <a:solidFill>
                  <a:srgbClr val="000000"/>
                </a:solidFill>
              </a:defRPr>
            </a:lvl4pPr>
            <a:lvl5pPr lvl="4" algn="ctr" rtl="0">
              <a:spcBef>
                <a:spcPts val="0"/>
              </a:spcBef>
              <a:spcAft>
                <a:spcPts val="0"/>
              </a:spcAft>
              <a:buClr>
                <a:srgbClr val="000000"/>
              </a:buClr>
              <a:buSzPts val="1100"/>
              <a:buNone/>
              <a:defRPr sz="1100">
                <a:solidFill>
                  <a:srgbClr val="000000"/>
                </a:solidFill>
              </a:defRPr>
            </a:lvl5pPr>
            <a:lvl6pPr lvl="5" algn="ctr" rtl="0">
              <a:spcBef>
                <a:spcPts val="0"/>
              </a:spcBef>
              <a:spcAft>
                <a:spcPts val="0"/>
              </a:spcAft>
              <a:buClr>
                <a:srgbClr val="000000"/>
              </a:buClr>
              <a:buSzPts val="1100"/>
              <a:buNone/>
              <a:defRPr sz="1100">
                <a:solidFill>
                  <a:srgbClr val="000000"/>
                </a:solidFill>
              </a:defRPr>
            </a:lvl6pPr>
            <a:lvl7pPr lvl="6" algn="ctr" rtl="0">
              <a:spcBef>
                <a:spcPts val="0"/>
              </a:spcBef>
              <a:spcAft>
                <a:spcPts val="0"/>
              </a:spcAft>
              <a:buClr>
                <a:srgbClr val="000000"/>
              </a:buClr>
              <a:buSzPts val="1100"/>
              <a:buNone/>
              <a:defRPr sz="1100">
                <a:solidFill>
                  <a:srgbClr val="000000"/>
                </a:solidFill>
              </a:defRPr>
            </a:lvl7pPr>
            <a:lvl8pPr lvl="7" algn="ctr" rtl="0">
              <a:spcBef>
                <a:spcPts val="0"/>
              </a:spcBef>
              <a:spcAft>
                <a:spcPts val="0"/>
              </a:spcAft>
              <a:buClr>
                <a:srgbClr val="000000"/>
              </a:buClr>
              <a:buSzPts val="1100"/>
              <a:buNone/>
              <a:defRPr sz="1100">
                <a:solidFill>
                  <a:srgbClr val="000000"/>
                </a:solidFill>
              </a:defRPr>
            </a:lvl8pPr>
            <a:lvl9pPr lvl="8" algn="ctr" rtl="0">
              <a:spcBef>
                <a:spcPts val="0"/>
              </a:spcBef>
              <a:spcAft>
                <a:spcPts val="0"/>
              </a:spcAft>
              <a:buClr>
                <a:srgbClr val="000000"/>
              </a:buClr>
              <a:buSzPts val="1100"/>
              <a:buNone/>
              <a:defRPr sz="1100">
                <a:solidFill>
                  <a:srgbClr val="000000"/>
                </a:solidFill>
              </a:defRPr>
            </a:lvl9pPr>
          </a:lstStyle>
          <a:p>
            <a:endParaRPr/>
          </a:p>
        </p:txBody>
      </p:sp>
      <p:sp>
        <p:nvSpPr>
          <p:cNvPr id="61" name="Google Shape;61;p7"/>
          <p:cNvSpPr/>
          <p:nvPr/>
        </p:nvSpPr>
        <p:spPr>
          <a:xfrm>
            <a:off x="419100" y="732400"/>
            <a:ext cx="235500" cy="235500"/>
          </a:xfrm>
          <a:prstGeom prst="ellipse">
            <a:avLst/>
          </a:pr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7"/>
          <p:cNvSpPr/>
          <p:nvPr/>
        </p:nvSpPr>
        <p:spPr>
          <a:xfrm>
            <a:off x="95250" y="732400"/>
            <a:ext cx="235500" cy="235500"/>
          </a:xfrm>
          <a:prstGeom prst="ellipse">
            <a:avLst/>
          </a:pr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6_1">
    <p:bg>
      <p:bgPr>
        <a:solidFill>
          <a:srgbClr val="FFFFFF"/>
        </a:solidFill>
        <a:effectLst/>
      </p:bgPr>
    </p:bg>
    <p:spTree>
      <p:nvGrpSpPr>
        <p:cNvPr id="1" name="Shape 75"/>
        <p:cNvGrpSpPr/>
        <p:nvPr/>
      </p:nvGrpSpPr>
      <p:grpSpPr>
        <a:xfrm>
          <a:off x="0" y="0"/>
          <a:ext cx="0" cy="0"/>
          <a:chOff x="0" y="0"/>
          <a:chExt cx="0" cy="0"/>
        </a:xfrm>
      </p:grpSpPr>
      <p:sp>
        <p:nvSpPr>
          <p:cNvPr id="76" name="Google Shape;76;p10"/>
          <p:cNvSpPr/>
          <p:nvPr/>
        </p:nvSpPr>
        <p:spPr>
          <a:xfrm rot="-5400000">
            <a:off x="126769" y="-375501"/>
            <a:ext cx="6811569" cy="7337207"/>
          </a:xfrm>
          <a:custGeom>
            <a:avLst/>
            <a:gdLst/>
            <a:ahLst/>
            <a:cxnLst/>
            <a:rect l="l" t="t" r="r" b="b"/>
            <a:pathLst>
              <a:path w="201481" h="208325" extrusionOk="0">
                <a:moveTo>
                  <a:pt x="11154" y="0"/>
                </a:moveTo>
                <a:cubicBezTo>
                  <a:pt x="4056" y="11322"/>
                  <a:pt x="0" y="25053"/>
                  <a:pt x="2324" y="39924"/>
                </a:cubicBezTo>
                <a:cubicBezTo>
                  <a:pt x="9717" y="87327"/>
                  <a:pt x="46473" y="78032"/>
                  <a:pt x="51839" y="97677"/>
                </a:cubicBezTo>
                <a:cubicBezTo>
                  <a:pt x="53106" y="102282"/>
                  <a:pt x="52853" y="108577"/>
                  <a:pt x="51712" y="115464"/>
                </a:cubicBezTo>
                <a:cubicBezTo>
                  <a:pt x="47938" y="138856"/>
                  <a:pt x="66191" y="159846"/>
                  <a:pt x="89765" y="159846"/>
                </a:cubicBezTo>
                <a:cubicBezTo>
                  <a:pt x="90204" y="159846"/>
                  <a:pt x="90644" y="159839"/>
                  <a:pt x="91087" y="159824"/>
                </a:cubicBezTo>
                <a:cubicBezTo>
                  <a:pt x="97764" y="159584"/>
                  <a:pt x="104483" y="159440"/>
                  <a:pt x="110886" y="159440"/>
                </a:cubicBezTo>
                <a:cubicBezTo>
                  <a:pt x="119109" y="159440"/>
                  <a:pt x="126814" y="159677"/>
                  <a:pt x="133250" y="160247"/>
                </a:cubicBezTo>
                <a:cubicBezTo>
                  <a:pt x="155895" y="162275"/>
                  <a:pt x="147826" y="197383"/>
                  <a:pt x="191257" y="208325"/>
                </a:cubicBezTo>
                <a:lnTo>
                  <a:pt x="195270" y="208325"/>
                </a:lnTo>
                <a:cubicBezTo>
                  <a:pt x="198692" y="208325"/>
                  <a:pt x="201481" y="205536"/>
                  <a:pt x="201481" y="202072"/>
                </a:cubicBezTo>
                <a:lnTo>
                  <a:pt x="201481" y="5999"/>
                </a:lnTo>
                <a:cubicBezTo>
                  <a:pt x="201481" y="3211"/>
                  <a:pt x="199622" y="760"/>
                  <a:pt x="196960" y="0"/>
                </a:cubicBezTo>
                <a:close/>
              </a:path>
            </a:pathLst>
          </a:custGeom>
          <a:solidFill>
            <a:srgbClr val="ADDBD7">
              <a:alpha val="2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ctrTitle"/>
          </p:nvPr>
        </p:nvSpPr>
        <p:spPr>
          <a:xfrm>
            <a:off x="477026" y="1557850"/>
            <a:ext cx="4209300" cy="8517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CB64"/>
              </a:buClr>
              <a:buSzPts val="4800"/>
              <a:buNone/>
              <a:defRPr sz="4800">
                <a:solidFill>
                  <a:srgbClr val="FFCB64"/>
                </a:solidFill>
              </a:defRPr>
            </a:lvl1pPr>
            <a:lvl2pPr lvl="1" algn="ctr" rtl="0">
              <a:spcBef>
                <a:spcPts val="0"/>
              </a:spcBef>
              <a:spcAft>
                <a:spcPts val="0"/>
              </a:spcAft>
              <a:buClr>
                <a:srgbClr val="000000"/>
              </a:buClr>
              <a:buSzPts val="4800"/>
              <a:buNone/>
              <a:defRPr sz="4800">
                <a:solidFill>
                  <a:srgbClr val="000000"/>
                </a:solidFill>
              </a:defRPr>
            </a:lvl2pPr>
            <a:lvl3pPr lvl="2" algn="ctr" rtl="0">
              <a:spcBef>
                <a:spcPts val="0"/>
              </a:spcBef>
              <a:spcAft>
                <a:spcPts val="0"/>
              </a:spcAft>
              <a:buClr>
                <a:srgbClr val="000000"/>
              </a:buClr>
              <a:buSzPts val="4800"/>
              <a:buNone/>
              <a:defRPr sz="4800">
                <a:solidFill>
                  <a:srgbClr val="000000"/>
                </a:solidFill>
              </a:defRPr>
            </a:lvl3pPr>
            <a:lvl4pPr lvl="3" algn="ctr" rtl="0">
              <a:spcBef>
                <a:spcPts val="0"/>
              </a:spcBef>
              <a:spcAft>
                <a:spcPts val="0"/>
              </a:spcAft>
              <a:buClr>
                <a:srgbClr val="000000"/>
              </a:buClr>
              <a:buSzPts val="4800"/>
              <a:buNone/>
              <a:defRPr sz="4800">
                <a:solidFill>
                  <a:srgbClr val="000000"/>
                </a:solidFill>
              </a:defRPr>
            </a:lvl4pPr>
            <a:lvl5pPr lvl="4" algn="ctr" rtl="0">
              <a:spcBef>
                <a:spcPts val="0"/>
              </a:spcBef>
              <a:spcAft>
                <a:spcPts val="0"/>
              </a:spcAft>
              <a:buClr>
                <a:srgbClr val="000000"/>
              </a:buClr>
              <a:buSzPts val="4800"/>
              <a:buNone/>
              <a:defRPr sz="4800">
                <a:solidFill>
                  <a:srgbClr val="000000"/>
                </a:solidFill>
              </a:defRPr>
            </a:lvl5pPr>
            <a:lvl6pPr lvl="5" algn="ctr" rtl="0">
              <a:spcBef>
                <a:spcPts val="0"/>
              </a:spcBef>
              <a:spcAft>
                <a:spcPts val="0"/>
              </a:spcAft>
              <a:buClr>
                <a:srgbClr val="000000"/>
              </a:buClr>
              <a:buSzPts val="4800"/>
              <a:buNone/>
              <a:defRPr sz="4800">
                <a:solidFill>
                  <a:srgbClr val="000000"/>
                </a:solidFill>
              </a:defRPr>
            </a:lvl6pPr>
            <a:lvl7pPr lvl="6" algn="ctr" rtl="0">
              <a:spcBef>
                <a:spcPts val="0"/>
              </a:spcBef>
              <a:spcAft>
                <a:spcPts val="0"/>
              </a:spcAft>
              <a:buClr>
                <a:srgbClr val="000000"/>
              </a:buClr>
              <a:buSzPts val="4800"/>
              <a:buNone/>
              <a:defRPr sz="4800">
                <a:solidFill>
                  <a:srgbClr val="000000"/>
                </a:solidFill>
              </a:defRPr>
            </a:lvl7pPr>
            <a:lvl8pPr lvl="7" algn="ctr" rtl="0">
              <a:spcBef>
                <a:spcPts val="0"/>
              </a:spcBef>
              <a:spcAft>
                <a:spcPts val="0"/>
              </a:spcAft>
              <a:buClr>
                <a:srgbClr val="000000"/>
              </a:buClr>
              <a:buSzPts val="4800"/>
              <a:buNone/>
              <a:defRPr sz="4800">
                <a:solidFill>
                  <a:srgbClr val="000000"/>
                </a:solidFill>
              </a:defRPr>
            </a:lvl8pPr>
            <a:lvl9pPr lvl="8" algn="ctr" rtl="0">
              <a:spcBef>
                <a:spcPts val="0"/>
              </a:spcBef>
              <a:spcAft>
                <a:spcPts val="0"/>
              </a:spcAft>
              <a:buClr>
                <a:srgbClr val="000000"/>
              </a:buClr>
              <a:buSzPts val="4800"/>
              <a:buNone/>
              <a:defRPr sz="4800">
                <a:solidFill>
                  <a:srgbClr val="000000"/>
                </a:solidFill>
              </a:defRPr>
            </a:lvl9pPr>
          </a:lstStyle>
          <a:p>
            <a:endParaRPr/>
          </a:p>
        </p:txBody>
      </p:sp>
      <p:sp>
        <p:nvSpPr>
          <p:cNvPr id="78" name="Google Shape;78;p10"/>
          <p:cNvSpPr txBox="1">
            <a:spLocks noGrp="1"/>
          </p:cNvSpPr>
          <p:nvPr>
            <p:ph type="subTitle" idx="1"/>
          </p:nvPr>
        </p:nvSpPr>
        <p:spPr>
          <a:xfrm flipH="1">
            <a:off x="1674026" y="2409550"/>
            <a:ext cx="3012300" cy="1671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Clr>
                <a:srgbClr val="000000"/>
              </a:buClr>
              <a:buSzPts val="1200"/>
              <a:buNone/>
              <a:defRPr>
                <a:solidFill>
                  <a:srgbClr val="000000"/>
                </a:solidFill>
              </a:defRPr>
            </a:lvl2pPr>
            <a:lvl3pPr lvl="2" algn="r" rtl="0">
              <a:lnSpc>
                <a:spcPct val="100000"/>
              </a:lnSpc>
              <a:spcBef>
                <a:spcPts val="0"/>
              </a:spcBef>
              <a:spcAft>
                <a:spcPts val="0"/>
              </a:spcAft>
              <a:buClr>
                <a:srgbClr val="000000"/>
              </a:buClr>
              <a:buSzPts val="1200"/>
              <a:buNone/>
              <a:defRPr>
                <a:solidFill>
                  <a:srgbClr val="000000"/>
                </a:solidFill>
              </a:defRPr>
            </a:lvl3pPr>
            <a:lvl4pPr lvl="3" algn="r" rtl="0">
              <a:lnSpc>
                <a:spcPct val="100000"/>
              </a:lnSpc>
              <a:spcBef>
                <a:spcPts val="0"/>
              </a:spcBef>
              <a:spcAft>
                <a:spcPts val="0"/>
              </a:spcAft>
              <a:buClr>
                <a:srgbClr val="000000"/>
              </a:buClr>
              <a:buSzPts val="1200"/>
              <a:buNone/>
              <a:defRPr>
                <a:solidFill>
                  <a:srgbClr val="000000"/>
                </a:solidFill>
              </a:defRPr>
            </a:lvl4pPr>
            <a:lvl5pPr lvl="4" algn="r" rtl="0">
              <a:lnSpc>
                <a:spcPct val="100000"/>
              </a:lnSpc>
              <a:spcBef>
                <a:spcPts val="0"/>
              </a:spcBef>
              <a:spcAft>
                <a:spcPts val="0"/>
              </a:spcAft>
              <a:buClr>
                <a:srgbClr val="000000"/>
              </a:buClr>
              <a:buSzPts val="1200"/>
              <a:buNone/>
              <a:defRPr>
                <a:solidFill>
                  <a:srgbClr val="000000"/>
                </a:solidFill>
              </a:defRPr>
            </a:lvl5pPr>
            <a:lvl6pPr lvl="5" algn="r" rtl="0">
              <a:lnSpc>
                <a:spcPct val="100000"/>
              </a:lnSpc>
              <a:spcBef>
                <a:spcPts val="0"/>
              </a:spcBef>
              <a:spcAft>
                <a:spcPts val="0"/>
              </a:spcAft>
              <a:buClr>
                <a:srgbClr val="000000"/>
              </a:buClr>
              <a:buSzPts val="1200"/>
              <a:buNone/>
              <a:defRPr>
                <a:solidFill>
                  <a:srgbClr val="000000"/>
                </a:solidFill>
              </a:defRPr>
            </a:lvl6pPr>
            <a:lvl7pPr lvl="6" algn="r" rtl="0">
              <a:lnSpc>
                <a:spcPct val="100000"/>
              </a:lnSpc>
              <a:spcBef>
                <a:spcPts val="0"/>
              </a:spcBef>
              <a:spcAft>
                <a:spcPts val="0"/>
              </a:spcAft>
              <a:buClr>
                <a:srgbClr val="000000"/>
              </a:buClr>
              <a:buSzPts val="1200"/>
              <a:buNone/>
              <a:defRPr>
                <a:solidFill>
                  <a:srgbClr val="000000"/>
                </a:solidFill>
              </a:defRPr>
            </a:lvl7pPr>
            <a:lvl8pPr lvl="7" algn="r" rtl="0">
              <a:lnSpc>
                <a:spcPct val="100000"/>
              </a:lnSpc>
              <a:spcBef>
                <a:spcPts val="0"/>
              </a:spcBef>
              <a:spcAft>
                <a:spcPts val="0"/>
              </a:spcAft>
              <a:buClr>
                <a:srgbClr val="000000"/>
              </a:buClr>
              <a:buSzPts val="1200"/>
              <a:buNone/>
              <a:defRPr>
                <a:solidFill>
                  <a:srgbClr val="000000"/>
                </a:solidFill>
              </a:defRPr>
            </a:lvl8pPr>
            <a:lvl9pPr lvl="8" algn="r" rtl="0">
              <a:lnSpc>
                <a:spcPct val="100000"/>
              </a:lnSpc>
              <a:spcBef>
                <a:spcPts val="0"/>
              </a:spcBef>
              <a:spcAft>
                <a:spcPts val="0"/>
              </a:spcAft>
              <a:buClr>
                <a:srgbClr val="000000"/>
              </a:buClr>
              <a:buSzPts val="1200"/>
              <a:buNone/>
              <a:defRPr>
                <a:solidFill>
                  <a:srgbClr val="000000"/>
                </a:solidFill>
              </a:defRPr>
            </a:lvl9pPr>
          </a:lstStyle>
          <a:p>
            <a:endParaRPr/>
          </a:p>
        </p:txBody>
      </p:sp>
      <p:sp>
        <p:nvSpPr>
          <p:cNvPr id="79" name="Google Shape;79;p10"/>
          <p:cNvSpPr txBox="1"/>
          <p:nvPr/>
        </p:nvSpPr>
        <p:spPr>
          <a:xfrm>
            <a:off x="1263550" y="3683250"/>
            <a:ext cx="3398100" cy="1784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300"/>
              </a:spcBef>
              <a:spcAft>
                <a:spcPts val="0"/>
              </a:spcAft>
              <a:buNone/>
            </a:pPr>
            <a:r>
              <a:rPr lang="en" sz="900">
                <a:solidFill>
                  <a:srgbClr val="434343"/>
                </a:solidFill>
                <a:latin typeface="EB Garamond"/>
                <a:ea typeface="EB Garamond"/>
                <a:cs typeface="EB Garamond"/>
                <a:sym typeface="EB Garamond"/>
              </a:rPr>
              <a:t>CREDITS: This presentation template was created by </a:t>
            </a:r>
            <a:r>
              <a:rPr lang="en" sz="900" b="1">
                <a:solidFill>
                  <a:srgbClr val="434343"/>
                </a:solidFill>
                <a:uFill>
                  <a:noFill/>
                </a:uFill>
                <a:latin typeface="EB Garamond"/>
                <a:ea typeface="EB Garamond"/>
                <a:cs typeface="EB Garamond"/>
                <a:sym typeface="EB Garamond"/>
                <a:hlinkClick r:id="rId2">
                  <a:extLst>
                    <a:ext uri="{A12FA001-AC4F-418D-AE19-62706E023703}">
                      <ahyp:hlinkClr xmlns:ahyp="http://schemas.microsoft.com/office/drawing/2018/hyperlinkcolor" val="tx"/>
                    </a:ext>
                  </a:extLst>
                </a:hlinkClick>
              </a:rPr>
              <a:t>Slidesgo</a:t>
            </a:r>
            <a:r>
              <a:rPr lang="en" sz="900">
                <a:solidFill>
                  <a:srgbClr val="434343"/>
                </a:solidFill>
                <a:latin typeface="EB Garamond"/>
                <a:ea typeface="EB Garamond"/>
                <a:cs typeface="EB Garamond"/>
                <a:sym typeface="EB Garamond"/>
              </a:rPr>
              <a:t>, including icons by </a:t>
            </a:r>
            <a:r>
              <a:rPr lang="en" sz="900" b="1">
                <a:solidFill>
                  <a:srgbClr val="434343"/>
                </a:solidFill>
                <a:uFill>
                  <a:noFill/>
                </a:uFill>
                <a:latin typeface="EB Garamond"/>
                <a:ea typeface="EB Garamond"/>
                <a:cs typeface="EB Garamond"/>
                <a:sym typeface="EB Garamond"/>
                <a:hlinkClick r:id="rId3">
                  <a:extLst>
                    <a:ext uri="{A12FA001-AC4F-418D-AE19-62706E023703}">
                      <ahyp:hlinkClr xmlns:ahyp="http://schemas.microsoft.com/office/drawing/2018/hyperlinkcolor" val="tx"/>
                    </a:ext>
                  </a:extLst>
                </a:hlinkClick>
              </a:rPr>
              <a:t>Flaticon</a:t>
            </a:r>
            <a:r>
              <a:rPr lang="en" sz="900">
                <a:solidFill>
                  <a:srgbClr val="434343"/>
                </a:solidFill>
                <a:latin typeface="EB Garamond"/>
                <a:ea typeface="EB Garamond"/>
                <a:cs typeface="EB Garamond"/>
                <a:sym typeface="EB Garamond"/>
              </a:rPr>
              <a:t>, and infographics &amp; images by </a:t>
            </a:r>
            <a:r>
              <a:rPr lang="en" sz="900" b="1">
                <a:solidFill>
                  <a:srgbClr val="434343"/>
                </a:solidFill>
                <a:uFill>
                  <a:noFill/>
                </a:uFill>
                <a:latin typeface="EB Garamond"/>
                <a:ea typeface="EB Garamond"/>
                <a:cs typeface="EB Garamond"/>
                <a:sym typeface="EB Garamond"/>
                <a:hlinkClick r:id="rId4">
                  <a:extLst>
                    <a:ext uri="{A12FA001-AC4F-418D-AE19-62706E023703}">
                      <ahyp:hlinkClr xmlns:ahyp="http://schemas.microsoft.com/office/drawing/2018/hyperlinkcolor" val="tx"/>
                    </a:ext>
                  </a:extLst>
                </a:hlinkClick>
              </a:rPr>
              <a:t>Freepik</a:t>
            </a:r>
            <a:r>
              <a:rPr lang="en" sz="900">
                <a:solidFill>
                  <a:srgbClr val="434343"/>
                </a:solidFill>
                <a:latin typeface="EB Garamond"/>
                <a:ea typeface="EB Garamond"/>
                <a:cs typeface="EB Garamond"/>
                <a:sym typeface="EB Garamond"/>
              </a:rPr>
              <a:t>. </a:t>
            </a:r>
            <a:endParaRPr sz="900">
              <a:solidFill>
                <a:srgbClr val="434343"/>
              </a:solidFill>
              <a:latin typeface="EB Garamond"/>
              <a:ea typeface="EB Garamond"/>
              <a:cs typeface="EB Garamond"/>
              <a:sym typeface="EB Garamond"/>
            </a:endParaRPr>
          </a:p>
          <a:p>
            <a:pPr marL="0" lvl="0" indent="0" algn="r" rtl="0">
              <a:lnSpc>
                <a:spcPct val="100000"/>
              </a:lnSpc>
              <a:spcBef>
                <a:spcPts val="300"/>
              </a:spcBef>
              <a:spcAft>
                <a:spcPts val="0"/>
              </a:spcAft>
              <a:buNone/>
            </a:pPr>
            <a:r>
              <a:rPr lang="en" sz="900" b="1">
                <a:solidFill>
                  <a:srgbClr val="434343"/>
                </a:solidFill>
                <a:latin typeface="EB Garamond"/>
                <a:ea typeface="EB Garamond"/>
                <a:cs typeface="EB Garamond"/>
                <a:sym typeface="EB Garamond"/>
              </a:rPr>
              <a:t>Please keep this slide for attribution.</a:t>
            </a:r>
            <a:endParaRPr sz="900" b="1">
              <a:solidFill>
                <a:srgbClr val="434343"/>
              </a:solidFill>
              <a:latin typeface="EB Garamond"/>
              <a:ea typeface="EB Garamond"/>
              <a:cs typeface="EB Garamond"/>
              <a:sym typeface="EB Garamond"/>
            </a:endParaRPr>
          </a:p>
          <a:p>
            <a:pPr marL="0" lvl="0" indent="0" algn="r" rtl="0">
              <a:lnSpc>
                <a:spcPct val="115000"/>
              </a:lnSpc>
              <a:spcBef>
                <a:spcPts val="300"/>
              </a:spcBef>
              <a:spcAft>
                <a:spcPts val="0"/>
              </a:spcAft>
              <a:buNone/>
            </a:pPr>
            <a:endParaRPr>
              <a:latin typeface="Barlow Light"/>
              <a:ea typeface="Barlow Light"/>
              <a:cs typeface="Barlow Light"/>
              <a:sym typeface="Barlow Light"/>
            </a:endParaRPr>
          </a:p>
          <a:p>
            <a:pPr marL="0" lvl="0" indent="0" algn="r" rtl="0">
              <a:spcBef>
                <a:spcPts val="0"/>
              </a:spcBef>
              <a:spcAft>
                <a:spcPts val="0"/>
              </a:spcAft>
              <a:buNone/>
            </a:pPr>
            <a:endParaRPr>
              <a:latin typeface="Barlow Light"/>
              <a:ea typeface="Barlow Light"/>
              <a:cs typeface="Barlow Light"/>
              <a:sym typeface="Barlow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34343"/>
              </a:buClr>
              <a:buSzPts val="2800"/>
              <a:buFont typeface="Montserrat ExtraBold"/>
              <a:buNone/>
              <a:defRPr sz="2800">
                <a:solidFill>
                  <a:srgbClr val="434343"/>
                </a:solidFill>
                <a:latin typeface="Montserrat ExtraBold"/>
                <a:ea typeface="Montserrat ExtraBold"/>
                <a:cs typeface="Montserrat ExtraBold"/>
                <a:sym typeface="Montserrat ExtraBold"/>
              </a:defRPr>
            </a:lvl1pPr>
            <a:lvl2pPr lvl="1"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2pPr>
            <a:lvl3pPr lvl="2"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3pPr>
            <a:lvl4pPr lvl="3"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4pPr>
            <a:lvl5pPr lvl="4"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5pPr>
            <a:lvl6pPr lvl="5"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6pPr>
            <a:lvl7pPr lvl="6"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7pPr>
            <a:lvl8pPr lvl="7"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8pPr>
            <a:lvl9pPr lvl="8" rtl="0">
              <a:spcBef>
                <a:spcPts val="0"/>
              </a:spcBef>
              <a:spcAft>
                <a:spcPts val="0"/>
              </a:spcAft>
              <a:buClr>
                <a:srgbClr val="434343"/>
              </a:buClr>
              <a:buSzPts val="2800"/>
              <a:buFont typeface="Squada One"/>
              <a:buNone/>
              <a:defRPr sz="2800">
                <a:solidFill>
                  <a:srgbClr val="434343"/>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1pPr>
            <a:lvl2pPr marL="914400" lvl="1"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2pPr>
            <a:lvl3pPr marL="1371600" lvl="2"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3pPr>
            <a:lvl4pPr marL="1828800" lvl="3"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4pPr>
            <a:lvl5pPr marL="2286000" lvl="4"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5pPr>
            <a:lvl6pPr marL="2743200" lvl="5"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6pPr>
            <a:lvl7pPr marL="3200400" lvl="6"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7pPr>
            <a:lvl8pPr marL="3657600" lvl="7" indent="-304800" rtl="0">
              <a:lnSpc>
                <a:spcPct val="115000"/>
              </a:lnSpc>
              <a:spcBef>
                <a:spcPts val="1600"/>
              </a:spcBef>
              <a:spcAft>
                <a:spcPts val="0"/>
              </a:spcAft>
              <a:buClr>
                <a:srgbClr val="434343"/>
              </a:buClr>
              <a:buSzPts val="1200"/>
              <a:buFont typeface="EB Garamond"/>
              <a:buChar char="○"/>
              <a:defRPr sz="1200">
                <a:solidFill>
                  <a:srgbClr val="434343"/>
                </a:solidFill>
                <a:latin typeface="EB Garamond"/>
                <a:ea typeface="EB Garamond"/>
                <a:cs typeface="EB Garamond"/>
                <a:sym typeface="EB Garamond"/>
              </a:defRPr>
            </a:lvl8pPr>
            <a:lvl9pPr marL="4114800" lvl="8" indent="-304800" rtl="0">
              <a:lnSpc>
                <a:spcPct val="115000"/>
              </a:lnSpc>
              <a:spcBef>
                <a:spcPts val="1600"/>
              </a:spcBef>
              <a:spcAft>
                <a:spcPts val="1600"/>
              </a:spcAft>
              <a:buClr>
                <a:srgbClr val="434343"/>
              </a:buClr>
              <a:buSzPts val="1200"/>
              <a:buFont typeface="EB Garamond"/>
              <a:buChar char="■"/>
              <a:defRPr sz="1200">
                <a:solidFill>
                  <a:srgbClr val="434343"/>
                </a:solidFill>
                <a:latin typeface="EB Garamond"/>
                <a:ea typeface="EB Garamond"/>
                <a:cs typeface="EB Garamond"/>
                <a:sym typeface="EB Garamo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ZaSHgmglKypFNilMfFze7DaE8GNH_Q7doIiKzmF7FOo/copy"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sp>
        <p:nvSpPr>
          <p:cNvPr id="93" name="Google Shape;93;p14"/>
          <p:cNvSpPr txBox="1">
            <a:spLocks noGrp="1"/>
          </p:cNvSpPr>
          <p:nvPr>
            <p:ph type="subTitle" idx="1"/>
          </p:nvPr>
        </p:nvSpPr>
        <p:spPr>
          <a:xfrm flipH="1">
            <a:off x="742950" y="3101467"/>
            <a:ext cx="3629100" cy="67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t>
            </a:r>
            <a:r>
              <a:rPr lang="en" dirty="0"/>
              <a:t>y Chelsea Mason</a:t>
            </a:r>
            <a:endParaRPr dirty="0">
              <a:solidFill>
                <a:srgbClr val="434343"/>
              </a:solidFill>
            </a:endParaRPr>
          </a:p>
        </p:txBody>
      </p:sp>
      <p:cxnSp>
        <p:nvCxnSpPr>
          <p:cNvPr id="95" name="Google Shape;95;p14"/>
          <p:cNvCxnSpPr/>
          <p:nvPr/>
        </p:nvCxnSpPr>
        <p:spPr>
          <a:xfrm>
            <a:off x="862400" y="2981288"/>
            <a:ext cx="1066800" cy="0"/>
          </a:xfrm>
          <a:prstGeom prst="straightConnector1">
            <a:avLst/>
          </a:prstGeom>
          <a:noFill/>
          <a:ln w="19050" cap="flat" cmpd="sng">
            <a:solidFill>
              <a:srgbClr val="434343"/>
            </a:solidFill>
            <a:prstDash val="solid"/>
            <a:round/>
            <a:headEnd type="none" w="med" len="med"/>
            <a:tailEnd type="none" w="med" len="med"/>
          </a:ln>
        </p:spPr>
      </p:cxnSp>
      <p:sp>
        <p:nvSpPr>
          <p:cNvPr id="96" name="Google Shape;96;p14"/>
          <p:cNvSpPr/>
          <p:nvPr/>
        </p:nvSpPr>
        <p:spPr>
          <a:xfrm>
            <a:off x="5459785" y="1154146"/>
            <a:ext cx="1067402" cy="636186"/>
          </a:xfrm>
          <a:custGeom>
            <a:avLst/>
            <a:gdLst/>
            <a:ahLst/>
            <a:cxnLst/>
            <a:rect l="l" t="t" r="r" b="b"/>
            <a:pathLst>
              <a:path w="35870" h="21379" extrusionOk="0">
                <a:moveTo>
                  <a:pt x="20195" y="1"/>
                </a:moveTo>
                <a:cubicBezTo>
                  <a:pt x="14830" y="1"/>
                  <a:pt x="10436" y="4268"/>
                  <a:pt x="10267" y="9634"/>
                </a:cubicBezTo>
                <a:lnTo>
                  <a:pt x="5831" y="9634"/>
                </a:lnTo>
                <a:cubicBezTo>
                  <a:pt x="2620" y="9676"/>
                  <a:pt x="1" y="12295"/>
                  <a:pt x="1" y="15506"/>
                </a:cubicBezTo>
                <a:cubicBezTo>
                  <a:pt x="1" y="18759"/>
                  <a:pt x="2620" y="21378"/>
                  <a:pt x="5831" y="21378"/>
                </a:cubicBezTo>
                <a:lnTo>
                  <a:pt x="30039" y="21378"/>
                </a:lnTo>
                <a:cubicBezTo>
                  <a:pt x="33250" y="21378"/>
                  <a:pt x="35869" y="18759"/>
                  <a:pt x="35869" y="15506"/>
                </a:cubicBezTo>
                <a:cubicBezTo>
                  <a:pt x="35869" y="12337"/>
                  <a:pt x="33334" y="9760"/>
                  <a:pt x="30166" y="9676"/>
                </a:cubicBezTo>
                <a:cubicBezTo>
                  <a:pt x="29997" y="4268"/>
                  <a:pt x="25603" y="1"/>
                  <a:pt x="201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p:nvPr/>
        </p:nvSpPr>
        <p:spPr>
          <a:xfrm>
            <a:off x="7549238" y="1582862"/>
            <a:ext cx="1933583" cy="1150365"/>
          </a:xfrm>
          <a:custGeom>
            <a:avLst/>
            <a:gdLst/>
            <a:ahLst/>
            <a:cxnLst/>
            <a:rect l="l" t="t" r="r" b="b"/>
            <a:pathLst>
              <a:path w="64978" h="38658" extrusionOk="0">
                <a:moveTo>
                  <a:pt x="36630" y="1"/>
                </a:moveTo>
                <a:cubicBezTo>
                  <a:pt x="26870" y="1"/>
                  <a:pt x="18928" y="7732"/>
                  <a:pt x="18590" y="17449"/>
                </a:cubicBezTo>
                <a:lnTo>
                  <a:pt x="10605" y="17449"/>
                </a:lnTo>
                <a:cubicBezTo>
                  <a:pt x="4775" y="17449"/>
                  <a:pt x="1" y="22181"/>
                  <a:pt x="1" y="28053"/>
                </a:cubicBezTo>
                <a:cubicBezTo>
                  <a:pt x="1" y="33883"/>
                  <a:pt x="4775" y="38615"/>
                  <a:pt x="10605" y="38657"/>
                </a:cubicBezTo>
                <a:lnTo>
                  <a:pt x="54374" y="38657"/>
                </a:lnTo>
                <a:cubicBezTo>
                  <a:pt x="60204" y="38615"/>
                  <a:pt x="64936" y="33883"/>
                  <a:pt x="64978" y="28053"/>
                </a:cubicBezTo>
                <a:cubicBezTo>
                  <a:pt x="64936" y="22307"/>
                  <a:pt x="60373" y="17618"/>
                  <a:pt x="54627" y="17449"/>
                </a:cubicBezTo>
                <a:cubicBezTo>
                  <a:pt x="54289" y="7732"/>
                  <a:pt x="46347" y="1"/>
                  <a:pt x="366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4"/>
          <p:cNvSpPr/>
          <p:nvPr/>
        </p:nvSpPr>
        <p:spPr>
          <a:xfrm>
            <a:off x="4105800" y="1878775"/>
            <a:ext cx="5253835" cy="2215912"/>
          </a:xfrm>
          <a:custGeom>
            <a:avLst/>
            <a:gdLst/>
            <a:ahLst/>
            <a:cxnLst/>
            <a:rect l="l" t="t" r="r" b="b"/>
            <a:pathLst>
              <a:path w="176555" h="70244" extrusionOk="0">
                <a:moveTo>
                  <a:pt x="120155" y="0"/>
                </a:moveTo>
                <a:cubicBezTo>
                  <a:pt x="118869" y="0"/>
                  <a:pt x="117584" y="529"/>
                  <a:pt x="116647" y="1590"/>
                </a:cubicBezTo>
                <a:lnTo>
                  <a:pt x="100846" y="18616"/>
                </a:lnTo>
                <a:cubicBezTo>
                  <a:pt x="100662" y="18823"/>
                  <a:pt x="100404" y="18930"/>
                  <a:pt x="100145" y="18930"/>
                </a:cubicBezTo>
                <a:cubicBezTo>
                  <a:pt x="99927" y="18930"/>
                  <a:pt x="99710" y="18855"/>
                  <a:pt x="99537" y="18701"/>
                </a:cubicBezTo>
                <a:lnTo>
                  <a:pt x="87369" y="6702"/>
                </a:lnTo>
                <a:cubicBezTo>
                  <a:pt x="86486" y="5819"/>
                  <a:pt x="85322" y="5371"/>
                  <a:pt x="84158" y="5371"/>
                </a:cubicBezTo>
                <a:cubicBezTo>
                  <a:pt x="83206" y="5371"/>
                  <a:pt x="82253" y="5671"/>
                  <a:pt x="81455" y="6280"/>
                </a:cubicBezTo>
                <a:lnTo>
                  <a:pt x="71653" y="13546"/>
                </a:lnTo>
                <a:cubicBezTo>
                  <a:pt x="71526" y="13715"/>
                  <a:pt x="71315" y="13842"/>
                  <a:pt x="71104" y="13884"/>
                </a:cubicBezTo>
                <a:lnTo>
                  <a:pt x="59908" y="1801"/>
                </a:lnTo>
                <a:cubicBezTo>
                  <a:pt x="58971" y="740"/>
                  <a:pt x="57686" y="212"/>
                  <a:pt x="56400" y="212"/>
                </a:cubicBezTo>
                <a:cubicBezTo>
                  <a:pt x="55077" y="212"/>
                  <a:pt x="53753" y="772"/>
                  <a:pt x="52811" y="1886"/>
                </a:cubicBezTo>
                <a:lnTo>
                  <a:pt x="44826" y="10885"/>
                </a:lnTo>
                <a:cubicBezTo>
                  <a:pt x="44125" y="11663"/>
                  <a:pt x="42994" y="11904"/>
                  <a:pt x="41862" y="11904"/>
                </a:cubicBezTo>
                <a:cubicBezTo>
                  <a:pt x="41766" y="11904"/>
                  <a:pt x="41669" y="11902"/>
                  <a:pt x="41573" y="11899"/>
                </a:cubicBezTo>
                <a:cubicBezTo>
                  <a:pt x="41417" y="11888"/>
                  <a:pt x="41262" y="11883"/>
                  <a:pt x="41108" y="11883"/>
                </a:cubicBezTo>
                <a:cubicBezTo>
                  <a:pt x="38741" y="11883"/>
                  <a:pt x="36502" y="13084"/>
                  <a:pt x="35193" y="15067"/>
                </a:cubicBezTo>
                <a:cubicBezTo>
                  <a:pt x="26448" y="28164"/>
                  <a:pt x="1" y="69947"/>
                  <a:pt x="677" y="69947"/>
                </a:cubicBezTo>
                <a:lnTo>
                  <a:pt x="6127" y="69947"/>
                </a:lnTo>
                <a:cubicBezTo>
                  <a:pt x="6084" y="69990"/>
                  <a:pt x="6042" y="70032"/>
                  <a:pt x="6084" y="70032"/>
                </a:cubicBezTo>
                <a:lnTo>
                  <a:pt x="35235" y="69990"/>
                </a:lnTo>
                <a:lnTo>
                  <a:pt x="170471" y="70243"/>
                </a:lnTo>
                <a:cubicBezTo>
                  <a:pt x="170217" y="70032"/>
                  <a:pt x="169922" y="69863"/>
                  <a:pt x="169626" y="69736"/>
                </a:cubicBezTo>
                <a:lnTo>
                  <a:pt x="175836" y="69736"/>
                </a:lnTo>
                <a:cubicBezTo>
                  <a:pt x="176555" y="69736"/>
                  <a:pt x="150065" y="27953"/>
                  <a:pt x="141362" y="14856"/>
                </a:cubicBezTo>
                <a:cubicBezTo>
                  <a:pt x="139996" y="12847"/>
                  <a:pt x="137712" y="11678"/>
                  <a:pt x="135310" y="11678"/>
                </a:cubicBezTo>
                <a:cubicBezTo>
                  <a:pt x="135187" y="11678"/>
                  <a:pt x="135064" y="11681"/>
                  <a:pt x="134940" y="11688"/>
                </a:cubicBezTo>
                <a:cubicBezTo>
                  <a:pt x="134843" y="11691"/>
                  <a:pt x="134746" y="11693"/>
                  <a:pt x="134649" y="11693"/>
                </a:cubicBezTo>
                <a:cubicBezTo>
                  <a:pt x="133518" y="11693"/>
                  <a:pt x="132391" y="11455"/>
                  <a:pt x="131730" y="10716"/>
                </a:cubicBezTo>
                <a:lnTo>
                  <a:pt x="123745" y="1675"/>
                </a:lnTo>
                <a:cubicBezTo>
                  <a:pt x="122802" y="560"/>
                  <a:pt x="121478" y="0"/>
                  <a:pt x="1201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a:off x="7323230" y="1878175"/>
            <a:ext cx="687696" cy="405505"/>
          </a:xfrm>
          <a:custGeom>
            <a:avLst/>
            <a:gdLst/>
            <a:ahLst/>
            <a:cxnLst/>
            <a:rect l="l" t="t" r="r" b="b"/>
            <a:pathLst>
              <a:path w="23110" h="13627" extrusionOk="0">
                <a:moveTo>
                  <a:pt x="12284" y="1"/>
                </a:moveTo>
                <a:cubicBezTo>
                  <a:pt x="10726" y="1"/>
                  <a:pt x="9155" y="919"/>
                  <a:pt x="7722" y="2582"/>
                </a:cubicBezTo>
                <a:lnTo>
                  <a:pt x="456" y="10187"/>
                </a:lnTo>
                <a:cubicBezTo>
                  <a:pt x="1" y="10717"/>
                  <a:pt x="396" y="11486"/>
                  <a:pt x="1031" y="11486"/>
                </a:cubicBezTo>
                <a:cubicBezTo>
                  <a:pt x="1104" y="11486"/>
                  <a:pt x="1180" y="11476"/>
                  <a:pt x="1258" y="11454"/>
                </a:cubicBezTo>
                <a:lnTo>
                  <a:pt x="6835" y="9891"/>
                </a:lnTo>
                <a:cubicBezTo>
                  <a:pt x="6912" y="9869"/>
                  <a:pt x="6988" y="9858"/>
                  <a:pt x="7063" y="9858"/>
                </a:cubicBezTo>
                <a:cubicBezTo>
                  <a:pt x="7278" y="9858"/>
                  <a:pt x="7481" y="9945"/>
                  <a:pt x="7638" y="10102"/>
                </a:cubicBezTo>
                <a:lnTo>
                  <a:pt x="10933" y="13397"/>
                </a:lnTo>
                <a:cubicBezTo>
                  <a:pt x="11087" y="13552"/>
                  <a:pt x="11294" y="13627"/>
                  <a:pt x="11502" y="13627"/>
                </a:cubicBezTo>
                <a:cubicBezTo>
                  <a:pt x="11749" y="13627"/>
                  <a:pt x="11997" y="13520"/>
                  <a:pt x="12158" y="13313"/>
                </a:cubicBezTo>
                <a:lnTo>
                  <a:pt x="14355" y="10187"/>
                </a:lnTo>
                <a:cubicBezTo>
                  <a:pt x="14533" y="9938"/>
                  <a:pt x="14771" y="9838"/>
                  <a:pt x="15018" y="9838"/>
                </a:cubicBezTo>
                <a:cubicBezTo>
                  <a:pt x="15064" y="9838"/>
                  <a:pt x="15111" y="9842"/>
                  <a:pt x="15158" y="9849"/>
                </a:cubicBezTo>
                <a:lnTo>
                  <a:pt x="21918" y="11158"/>
                </a:lnTo>
                <a:cubicBezTo>
                  <a:pt x="21965" y="11167"/>
                  <a:pt x="22011" y="11171"/>
                  <a:pt x="22056" y="11171"/>
                </a:cubicBezTo>
                <a:cubicBezTo>
                  <a:pt x="22698" y="11171"/>
                  <a:pt x="23110" y="10362"/>
                  <a:pt x="22636" y="9849"/>
                </a:cubicBezTo>
                <a:lnTo>
                  <a:pt x="16045" y="1990"/>
                </a:lnTo>
                <a:cubicBezTo>
                  <a:pt x="14858" y="631"/>
                  <a:pt x="13576" y="1"/>
                  <a:pt x="122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p:nvPr/>
        </p:nvSpPr>
        <p:spPr>
          <a:xfrm>
            <a:off x="5457613" y="1877074"/>
            <a:ext cx="701087" cy="421961"/>
          </a:xfrm>
          <a:custGeom>
            <a:avLst/>
            <a:gdLst/>
            <a:ahLst/>
            <a:cxnLst/>
            <a:rect l="l" t="t" r="r" b="b"/>
            <a:pathLst>
              <a:path w="23560" h="14180" extrusionOk="0">
                <a:moveTo>
                  <a:pt x="10667" y="1"/>
                </a:moveTo>
                <a:cubicBezTo>
                  <a:pt x="9609" y="1"/>
                  <a:pt x="8540" y="436"/>
                  <a:pt x="7509" y="1436"/>
                </a:cubicBezTo>
                <a:lnTo>
                  <a:pt x="496" y="9632"/>
                </a:lnTo>
                <a:cubicBezTo>
                  <a:pt x="1" y="10127"/>
                  <a:pt x="393" y="10986"/>
                  <a:pt x="1120" y="10986"/>
                </a:cubicBezTo>
                <a:cubicBezTo>
                  <a:pt x="1137" y="10986"/>
                  <a:pt x="1154" y="10985"/>
                  <a:pt x="1172" y="10984"/>
                </a:cubicBezTo>
                <a:lnTo>
                  <a:pt x="7974" y="10139"/>
                </a:lnTo>
                <a:cubicBezTo>
                  <a:pt x="8004" y="10135"/>
                  <a:pt x="8035" y="10133"/>
                  <a:pt x="8065" y="10133"/>
                </a:cubicBezTo>
                <a:cubicBezTo>
                  <a:pt x="8329" y="10133"/>
                  <a:pt x="8583" y="10292"/>
                  <a:pt x="8734" y="10519"/>
                </a:cubicBezTo>
                <a:lnTo>
                  <a:pt x="10762" y="13815"/>
                </a:lnTo>
                <a:cubicBezTo>
                  <a:pt x="10914" y="14043"/>
                  <a:pt x="11173" y="14180"/>
                  <a:pt x="11438" y="14180"/>
                </a:cubicBezTo>
                <a:cubicBezTo>
                  <a:pt x="11614" y="14180"/>
                  <a:pt x="11793" y="14119"/>
                  <a:pt x="11945" y="13984"/>
                </a:cubicBezTo>
                <a:lnTo>
                  <a:pt x="15494" y="10900"/>
                </a:lnTo>
                <a:cubicBezTo>
                  <a:pt x="15635" y="10787"/>
                  <a:pt x="15813" y="10731"/>
                  <a:pt x="16004" y="10731"/>
                </a:cubicBezTo>
                <a:cubicBezTo>
                  <a:pt x="16100" y="10731"/>
                  <a:pt x="16198" y="10745"/>
                  <a:pt x="16297" y="10773"/>
                </a:cubicBezTo>
                <a:lnTo>
                  <a:pt x="21789" y="12758"/>
                </a:lnTo>
                <a:cubicBezTo>
                  <a:pt x="21860" y="12788"/>
                  <a:pt x="21935" y="12801"/>
                  <a:pt x="22012" y="12801"/>
                </a:cubicBezTo>
                <a:cubicBezTo>
                  <a:pt x="22710" y="12801"/>
                  <a:pt x="23560" y="11682"/>
                  <a:pt x="23141" y="11111"/>
                </a:cubicBezTo>
                <a:lnTo>
                  <a:pt x="15959" y="3422"/>
                </a:lnTo>
                <a:cubicBezTo>
                  <a:pt x="14415" y="1390"/>
                  <a:pt x="12558" y="1"/>
                  <a:pt x="106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4"/>
          <p:cNvSpPr/>
          <p:nvPr/>
        </p:nvSpPr>
        <p:spPr>
          <a:xfrm>
            <a:off x="3600418" y="3969026"/>
            <a:ext cx="6231905" cy="731707"/>
          </a:xfrm>
          <a:custGeom>
            <a:avLst/>
            <a:gdLst/>
            <a:ahLst/>
            <a:cxnLst/>
            <a:rect l="l" t="t" r="r" b="b"/>
            <a:pathLst>
              <a:path w="209423" h="24589" extrusionOk="0">
                <a:moveTo>
                  <a:pt x="24588" y="0"/>
                </a:moveTo>
                <a:cubicBezTo>
                  <a:pt x="11027" y="42"/>
                  <a:pt x="42" y="11027"/>
                  <a:pt x="0" y="24589"/>
                </a:cubicBezTo>
                <a:lnTo>
                  <a:pt x="209423" y="24589"/>
                </a:lnTo>
                <a:cubicBezTo>
                  <a:pt x="209381" y="11027"/>
                  <a:pt x="198396" y="42"/>
                  <a:pt x="184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p:nvPr/>
        </p:nvSpPr>
        <p:spPr>
          <a:xfrm>
            <a:off x="7762956" y="3001580"/>
            <a:ext cx="958013" cy="1241572"/>
          </a:xfrm>
          <a:custGeom>
            <a:avLst/>
            <a:gdLst/>
            <a:ahLst/>
            <a:cxnLst/>
            <a:rect l="l" t="t" r="r" b="b"/>
            <a:pathLst>
              <a:path w="32194" h="41723" extrusionOk="0">
                <a:moveTo>
                  <a:pt x="16306" y="0"/>
                </a:moveTo>
                <a:cubicBezTo>
                  <a:pt x="15667" y="0"/>
                  <a:pt x="15019" y="35"/>
                  <a:pt x="14365" y="107"/>
                </a:cubicBezTo>
                <a:cubicBezTo>
                  <a:pt x="7098" y="867"/>
                  <a:pt x="1268" y="6275"/>
                  <a:pt x="465" y="13035"/>
                </a:cubicBezTo>
                <a:cubicBezTo>
                  <a:pt x="1" y="16879"/>
                  <a:pt x="1099" y="20682"/>
                  <a:pt x="3550" y="23639"/>
                </a:cubicBezTo>
                <a:cubicBezTo>
                  <a:pt x="5366" y="25878"/>
                  <a:pt x="6296" y="28709"/>
                  <a:pt x="6127" y="31582"/>
                </a:cubicBezTo>
                <a:cubicBezTo>
                  <a:pt x="6084" y="31793"/>
                  <a:pt x="6084" y="32004"/>
                  <a:pt x="6127" y="32215"/>
                </a:cubicBezTo>
                <a:cubicBezTo>
                  <a:pt x="6127" y="37454"/>
                  <a:pt x="10647" y="41637"/>
                  <a:pt x="16266" y="41721"/>
                </a:cubicBezTo>
                <a:cubicBezTo>
                  <a:pt x="16322" y="41722"/>
                  <a:pt x="16377" y="41723"/>
                  <a:pt x="16432" y="41723"/>
                </a:cubicBezTo>
                <a:cubicBezTo>
                  <a:pt x="21936" y="41723"/>
                  <a:pt x="26534" y="37571"/>
                  <a:pt x="26659" y="32384"/>
                </a:cubicBezTo>
                <a:cubicBezTo>
                  <a:pt x="26659" y="31920"/>
                  <a:pt x="26659" y="31455"/>
                  <a:pt x="26575" y="30990"/>
                </a:cubicBezTo>
                <a:cubicBezTo>
                  <a:pt x="26279" y="28413"/>
                  <a:pt x="27082" y="25878"/>
                  <a:pt x="28772" y="23935"/>
                </a:cubicBezTo>
                <a:cubicBezTo>
                  <a:pt x="30968" y="21358"/>
                  <a:pt x="32194" y="18105"/>
                  <a:pt x="32194" y="14683"/>
                </a:cubicBezTo>
                <a:cubicBezTo>
                  <a:pt x="32154" y="6571"/>
                  <a:pt x="25068" y="0"/>
                  <a:pt x="163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4"/>
          <p:cNvSpPr/>
          <p:nvPr/>
        </p:nvSpPr>
        <p:spPr>
          <a:xfrm>
            <a:off x="8058418" y="3481539"/>
            <a:ext cx="384705" cy="1168904"/>
          </a:xfrm>
          <a:custGeom>
            <a:avLst/>
            <a:gdLst/>
            <a:ahLst/>
            <a:cxnLst/>
            <a:rect l="l" t="t" r="r" b="b"/>
            <a:pathLst>
              <a:path w="12928" h="39281" extrusionOk="0">
                <a:moveTo>
                  <a:pt x="6295" y="1"/>
                </a:moveTo>
                <a:cubicBezTo>
                  <a:pt x="5894" y="1"/>
                  <a:pt x="5492" y="265"/>
                  <a:pt x="5450" y="793"/>
                </a:cubicBezTo>
                <a:lnTo>
                  <a:pt x="5492" y="8524"/>
                </a:lnTo>
                <a:lnTo>
                  <a:pt x="1690" y="3328"/>
                </a:lnTo>
                <a:cubicBezTo>
                  <a:pt x="1515" y="3102"/>
                  <a:pt x="1250" y="2981"/>
                  <a:pt x="994" y="2981"/>
                </a:cubicBezTo>
                <a:cubicBezTo>
                  <a:pt x="817" y="2981"/>
                  <a:pt x="645" y="3038"/>
                  <a:pt x="507" y="3159"/>
                </a:cubicBezTo>
                <a:cubicBezTo>
                  <a:pt x="84" y="3412"/>
                  <a:pt x="0" y="3961"/>
                  <a:pt x="296" y="4342"/>
                </a:cubicBezTo>
                <a:lnTo>
                  <a:pt x="5196" y="11017"/>
                </a:lnTo>
                <a:cubicBezTo>
                  <a:pt x="5281" y="11143"/>
                  <a:pt x="5365" y="11228"/>
                  <a:pt x="5492" y="11270"/>
                </a:cubicBezTo>
                <a:lnTo>
                  <a:pt x="5619" y="38436"/>
                </a:lnTo>
                <a:cubicBezTo>
                  <a:pt x="5619" y="38900"/>
                  <a:pt x="5999" y="39281"/>
                  <a:pt x="6464" y="39281"/>
                </a:cubicBezTo>
                <a:cubicBezTo>
                  <a:pt x="6971" y="39281"/>
                  <a:pt x="7351" y="38900"/>
                  <a:pt x="7309" y="38436"/>
                </a:cubicBezTo>
                <a:lnTo>
                  <a:pt x="7224" y="17861"/>
                </a:lnTo>
                <a:lnTo>
                  <a:pt x="12632" y="11355"/>
                </a:lnTo>
                <a:cubicBezTo>
                  <a:pt x="12928" y="10974"/>
                  <a:pt x="12886" y="10468"/>
                  <a:pt x="12548" y="10172"/>
                </a:cubicBezTo>
                <a:cubicBezTo>
                  <a:pt x="12381" y="10024"/>
                  <a:pt x="12182" y="9957"/>
                  <a:pt x="11986" y="9957"/>
                </a:cubicBezTo>
                <a:cubicBezTo>
                  <a:pt x="11735" y="9957"/>
                  <a:pt x="11489" y="10066"/>
                  <a:pt x="11322" y="10256"/>
                </a:cubicBezTo>
                <a:lnTo>
                  <a:pt x="7224" y="15199"/>
                </a:lnTo>
                <a:lnTo>
                  <a:pt x="7140" y="793"/>
                </a:lnTo>
                <a:cubicBezTo>
                  <a:pt x="7098" y="265"/>
                  <a:pt x="6696" y="1"/>
                  <a:pt x="629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a:off x="8340014" y="2352718"/>
            <a:ext cx="1157894" cy="1500730"/>
          </a:xfrm>
          <a:custGeom>
            <a:avLst/>
            <a:gdLst/>
            <a:ahLst/>
            <a:cxnLst/>
            <a:rect l="l" t="t" r="r" b="b"/>
            <a:pathLst>
              <a:path w="38911" h="50432" extrusionOk="0">
                <a:moveTo>
                  <a:pt x="19282" y="1"/>
                </a:moveTo>
                <a:cubicBezTo>
                  <a:pt x="8639" y="1"/>
                  <a:pt x="1" y="8002"/>
                  <a:pt x="1" y="17856"/>
                </a:cubicBezTo>
                <a:cubicBezTo>
                  <a:pt x="1" y="21954"/>
                  <a:pt x="1521" y="25926"/>
                  <a:pt x="4225" y="29010"/>
                </a:cubicBezTo>
                <a:cubicBezTo>
                  <a:pt x="6253" y="31333"/>
                  <a:pt x="7225" y="34417"/>
                  <a:pt x="6845" y="37502"/>
                </a:cubicBezTo>
                <a:cubicBezTo>
                  <a:pt x="6760" y="38093"/>
                  <a:pt x="6760" y="38642"/>
                  <a:pt x="6760" y="39234"/>
                </a:cubicBezTo>
                <a:cubicBezTo>
                  <a:pt x="6969" y="45451"/>
                  <a:pt x="12494" y="50432"/>
                  <a:pt x="19142" y="50432"/>
                </a:cubicBezTo>
                <a:cubicBezTo>
                  <a:pt x="19225" y="50432"/>
                  <a:pt x="19309" y="50431"/>
                  <a:pt x="19392" y="50429"/>
                </a:cubicBezTo>
                <a:cubicBezTo>
                  <a:pt x="26194" y="50303"/>
                  <a:pt x="31602" y="45191"/>
                  <a:pt x="31602" y="38896"/>
                </a:cubicBezTo>
                <a:lnTo>
                  <a:pt x="31602" y="38177"/>
                </a:lnTo>
                <a:cubicBezTo>
                  <a:pt x="31391" y="34671"/>
                  <a:pt x="32447" y="31249"/>
                  <a:pt x="34644" y="28545"/>
                </a:cubicBezTo>
                <a:cubicBezTo>
                  <a:pt x="37601" y="24954"/>
                  <a:pt x="38911" y="20307"/>
                  <a:pt x="38362" y="15702"/>
                </a:cubicBezTo>
                <a:cubicBezTo>
                  <a:pt x="37305" y="7548"/>
                  <a:pt x="30292" y="1042"/>
                  <a:pt x="21462" y="112"/>
                </a:cubicBezTo>
                <a:cubicBezTo>
                  <a:pt x="20728" y="37"/>
                  <a:pt x="20000" y="1"/>
                  <a:pt x="19282"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a:off x="8685290" y="2926800"/>
            <a:ext cx="455587" cy="1724893"/>
          </a:xfrm>
          <a:custGeom>
            <a:avLst/>
            <a:gdLst/>
            <a:ahLst/>
            <a:cxnLst/>
            <a:rect l="l" t="t" r="r" b="b"/>
            <a:pathLst>
              <a:path w="15310" h="57965" extrusionOk="0">
                <a:moveTo>
                  <a:pt x="7705" y="1"/>
                </a:moveTo>
                <a:cubicBezTo>
                  <a:pt x="7325" y="1"/>
                  <a:pt x="6987" y="339"/>
                  <a:pt x="6987" y="719"/>
                </a:cubicBezTo>
                <a:lnTo>
                  <a:pt x="6987" y="11070"/>
                </a:lnTo>
                <a:lnTo>
                  <a:pt x="1832" y="3972"/>
                </a:lnTo>
                <a:cubicBezTo>
                  <a:pt x="1676" y="3743"/>
                  <a:pt x="1464" y="3648"/>
                  <a:pt x="1256" y="3648"/>
                </a:cubicBezTo>
                <a:cubicBezTo>
                  <a:pt x="735" y="3648"/>
                  <a:pt x="239" y="4243"/>
                  <a:pt x="692" y="4817"/>
                </a:cubicBezTo>
                <a:lnTo>
                  <a:pt x="6564" y="12886"/>
                </a:lnTo>
                <a:cubicBezTo>
                  <a:pt x="6649" y="13055"/>
                  <a:pt x="6818" y="13140"/>
                  <a:pt x="6944" y="13182"/>
                </a:cubicBezTo>
                <a:lnTo>
                  <a:pt x="6944" y="19012"/>
                </a:lnTo>
                <a:lnTo>
                  <a:pt x="1410" y="12422"/>
                </a:lnTo>
                <a:cubicBezTo>
                  <a:pt x="1257" y="12289"/>
                  <a:pt x="1090" y="12233"/>
                  <a:pt x="931" y="12233"/>
                </a:cubicBezTo>
                <a:cubicBezTo>
                  <a:pt x="428" y="12233"/>
                  <a:pt x="1" y="12795"/>
                  <a:pt x="354" y="13309"/>
                </a:cubicBezTo>
                <a:lnTo>
                  <a:pt x="6987" y="21251"/>
                </a:lnTo>
                <a:lnTo>
                  <a:pt x="6987" y="57247"/>
                </a:lnTo>
                <a:cubicBezTo>
                  <a:pt x="6987" y="57627"/>
                  <a:pt x="7282" y="57923"/>
                  <a:pt x="7663" y="57965"/>
                </a:cubicBezTo>
                <a:cubicBezTo>
                  <a:pt x="8085" y="57923"/>
                  <a:pt x="8381" y="57627"/>
                  <a:pt x="8381" y="57247"/>
                </a:cubicBezTo>
                <a:lnTo>
                  <a:pt x="8381" y="21251"/>
                </a:lnTo>
                <a:lnTo>
                  <a:pt x="15014" y="13309"/>
                </a:lnTo>
                <a:cubicBezTo>
                  <a:pt x="15309" y="13013"/>
                  <a:pt x="15267" y="12591"/>
                  <a:pt x="14971" y="12337"/>
                </a:cubicBezTo>
                <a:cubicBezTo>
                  <a:pt x="14834" y="12219"/>
                  <a:pt x="14661" y="12156"/>
                  <a:pt x="14489" y="12156"/>
                </a:cubicBezTo>
                <a:cubicBezTo>
                  <a:pt x="14290" y="12156"/>
                  <a:pt x="14093" y="12240"/>
                  <a:pt x="13957" y="12422"/>
                </a:cubicBezTo>
                <a:lnTo>
                  <a:pt x="8381" y="19012"/>
                </a:lnTo>
                <a:lnTo>
                  <a:pt x="8381" y="13182"/>
                </a:lnTo>
                <a:cubicBezTo>
                  <a:pt x="8550" y="13140"/>
                  <a:pt x="8719" y="13055"/>
                  <a:pt x="8803" y="12886"/>
                </a:cubicBezTo>
                <a:lnTo>
                  <a:pt x="14676" y="4817"/>
                </a:lnTo>
                <a:cubicBezTo>
                  <a:pt x="15129" y="4243"/>
                  <a:pt x="14632" y="3648"/>
                  <a:pt x="14111" y="3648"/>
                </a:cubicBezTo>
                <a:cubicBezTo>
                  <a:pt x="13903" y="3648"/>
                  <a:pt x="13692" y="3743"/>
                  <a:pt x="13535" y="3972"/>
                </a:cubicBezTo>
                <a:lnTo>
                  <a:pt x="8381" y="11070"/>
                </a:lnTo>
                <a:lnTo>
                  <a:pt x="8381" y="719"/>
                </a:lnTo>
                <a:cubicBezTo>
                  <a:pt x="8381" y="339"/>
                  <a:pt x="8085" y="1"/>
                  <a:pt x="770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a:off x="9008843" y="3349386"/>
            <a:ext cx="755602" cy="979230"/>
          </a:xfrm>
          <a:custGeom>
            <a:avLst/>
            <a:gdLst/>
            <a:ahLst/>
            <a:cxnLst/>
            <a:rect l="l" t="t" r="r" b="b"/>
            <a:pathLst>
              <a:path w="25392" h="32907" extrusionOk="0">
                <a:moveTo>
                  <a:pt x="12801" y="1"/>
                </a:moveTo>
                <a:cubicBezTo>
                  <a:pt x="12314" y="1"/>
                  <a:pt x="11821" y="27"/>
                  <a:pt x="11323" y="79"/>
                </a:cubicBezTo>
                <a:cubicBezTo>
                  <a:pt x="5577" y="713"/>
                  <a:pt x="1014" y="4980"/>
                  <a:pt x="338" y="10303"/>
                </a:cubicBezTo>
                <a:cubicBezTo>
                  <a:pt x="0" y="13303"/>
                  <a:pt x="845" y="16345"/>
                  <a:pt x="2789" y="18669"/>
                </a:cubicBezTo>
                <a:cubicBezTo>
                  <a:pt x="4225" y="20443"/>
                  <a:pt x="4943" y="22682"/>
                  <a:pt x="4817" y="24964"/>
                </a:cubicBezTo>
                <a:lnTo>
                  <a:pt x="4817" y="25428"/>
                </a:lnTo>
                <a:cubicBezTo>
                  <a:pt x="4817" y="29526"/>
                  <a:pt x="8365" y="32864"/>
                  <a:pt x="12802" y="32906"/>
                </a:cubicBezTo>
                <a:cubicBezTo>
                  <a:pt x="12830" y="32906"/>
                  <a:pt x="12858" y="32907"/>
                  <a:pt x="12886" y="32907"/>
                </a:cubicBezTo>
                <a:cubicBezTo>
                  <a:pt x="17243" y="32907"/>
                  <a:pt x="20914" y="29669"/>
                  <a:pt x="20998" y="25555"/>
                </a:cubicBezTo>
                <a:cubicBezTo>
                  <a:pt x="21040" y="25217"/>
                  <a:pt x="20998" y="24837"/>
                  <a:pt x="20955" y="24457"/>
                </a:cubicBezTo>
                <a:cubicBezTo>
                  <a:pt x="20702" y="22429"/>
                  <a:pt x="21336" y="20443"/>
                  <a:pt x="22688" y="18922"/>
                </a:cubicBezTo>
                <a:cubicBezTo>
                  <a:pt x="24420" y="16894"/>
                  <a:pt x="25391" y="14275"/>
                  <a:pt x="25391" y="11613"/>
                </a:cubicBezTo>
                <a:cubicBezTo>
                  <a:pt x="25352" y="5180"/>
                  <a:pt x="19709" y="1"/>
                  <a:pt x="128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p:nvPr/>
        </p:nvSpPr>
        <p:spPr>
          <a:xfrm>
            <a:off x="9243927" y="3724807"/>
            <a:ext cx="308466" cy="924387"/>
          </a:xfrm>
          <a:custGeom>
            <a:avLst/>
            <a:gdLst/>
            <a:ahLst/>
            <a:cxnLst/>
            <a:rect l="l" t="t" r="r" b="b"/>
            <a:pathLst>
              <a:path w="10366" h="31064" extrusionOk="0">
                <a:moveTo>
                  <a:pt x="4902" y="1"/>
                </a:moveTo>
                <a:cubicBezTo>
                  <a:pt x="4542" y="1"/>
                  <a:pt x="4183" y="243"/>
                  <a:pt x="4226" y="729"/>
                </a:cubicBezTo>
                <a:lnTo>
                  <a:pt x="4226" y="6855"/>
                </a:lnTo>
                <a:lnTo>
                  <a:pt x="1226" y="2757"/>
                </a:lnTo>
                <a:cubicBezTo>
                  <a:pt x="1100" y="2582"/>
                  <a:pt x="900" y="2480"/>
                  <a:pt x="697" y="2480"/>
                </a:cubicBezTo>
                <a:cubicBezTo>
                  <a:pt x="557" y="2480"/>
                  <a:pt x="417" y="2528"/>
                  <a:pt x="296" y="2630"/>
                </a:cubicBezTo>
                <a:cubicBezTo>
                  <a:pt x="43" y="2842"/>
                  <a:pt x="1" y="3264"/>
                  <a:pt x="212" y="3518"/>
                </a:cubicBezTo>
                <a:lnTo>
                  <a:pt x="4057" y="8799"/>
                </a:lnTo>
                <a:cubicBezTo>
                  <a:pt x="4141" y="8883"/>
                  <a:pt x="4226" y="8968"/>
                  <a:pt x="4310" y="9010"/>
                </a:cubicBezTo>
                <a:lnTo>
                  <a:pt x="4395" y="30430"/>
                </a:lnTo>
                <a:cubicBezTo>
                  <a:pt x="4437" y="30852"/>
                  <a:pt x="4754" y="31063"/>
                  <a:pt x="5071" y="31063"/>
                </a:cubicBezTo>
                <a:cubicBezTo>
                  <a:pt x="5387" y="31063"/>
                  <a:pt x="5704" y="30852"/>
                  <a:pt x="5746" y="30430"/>
                </a:cubicBezTo>
                <a:lnTo>
                  <a:pt x="5662" y="14206"/>
                </a:lnTo>
                <a:lnTo>
                  <a:pt x="9929" y="9094"/>
                </a:lnTo>
                <a:cubicBezTo>
                  <a:pt x="10366" y="8564"/>
                  <a:pt x="9904" y="7941"/>
                  <a:pt x="9394" y="7941"/>
                </a:cubicBezTo>
                <a:cubicBezTo>
                  <a:pt x="9214" y="7941"/>
                  <a:pt x="9027" y="8019"/>
                  <a:pt x="8873" y="8207"/>
                </a:cubicBezTo>
                <a:lnTo>
                  <a:pt x="5662" y="12094"/>
                </a:lnTo>
                <a:lnTo>
                  <a:pt x="5577" y="729"/>
                </a:lnTo>
                <a:cubicBezTo>
                  <a:pt x="5620" y="243"/>
                  <a:pt x="5261" y="1"/>
                  <a:pt x="490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p:nvPr/>
        </p:nvSpPr>
        <p:spPr>
          <a:xfrm>
            <a:off x="4232764" y="3146589"/>
            <a:ext cx="859962" cy="1112901"/>
          </a:xfrm>
          <a:custGeom>
            <a:avLst/>
            <a:gdLst/>
            <a:ahLst/>
            <a:cxnLst/>
            <a:rect l="l" t="t" r="r" b="b"/>
            <a:pathLst>
              <a:path w="28899" h="37399" extrusionOk="0">
                <a:moveTo>
                  <a:pt x="14304" y="0"/>
                </a:moveTo>
                <a:cubicBezTo>
                  <a:pt x="6444" y="0"/>
                  <a:pt x="40" y="5896"/>
                  <a:pt x="1" y="13189"/>
                </a:cubicBezTo>
                <a:cubicBezTo>
                  <a:pt x="1" y="16231"/>
                  <a:pt x="1099" y="19189"/>
                  <a:pt x="3085" y="21470"/>
                </a:cubicBezTo>
                <a:cubicBezTo>
                  <a:pt x="4606" y="23202"/>
                  <a:pt x="5324" y="25484"/>
                  <a:pt x="5028" y="27765"/>
                </a:cubicBezTo>
                <a:cubicBezTo>
                  <a:pt x="4986" y="28187"/>
                  <a:pt x="4944" y="28610"/>
                  <a:pt x="4986" y="29032"/>
                </a:cubicBezTo>
                <a:cubicBezTo>
                  <a:pt x="5070" y="33670"/>
                  <a:pt x="9202" y="37399"/>
                  <a:pt x="14157" y="37399"/>
                </a:cubicBezTo>
                <a:cubicBezTo>
                  <a:pt x="14212" y="37399"/>
                  <a:pt x="14267" y="37398"/>
                  <a:pt x="14323" y="37398"/>
                </a:cubicBezTo>
                <a:cubicBezTo>
                  <a:pt x="19350" y="37313"/>
                  <a:pt x="23406" y="33553"/>
                  <a:pt x="23406" y="28863"/>
                </a:cubicBezTo>
                <a:lnTo>
                  <a:pt x="23406" y="28356"/>
                </a:lnTo>
                <a:cubicBezTo>
                  <a:pt x="23237" y="25779"/>
                  <a:pt x="24082" y="23202"/>
                  <a:pt x="25687" y="21217"/>
                </a:cubicBezTo>
                <a:cubicBezTo>
                  <a:pt x="27884" y="18555"/>
                  <a:pt x="28898" y="15133"/>
                  <a:pt x="28476" y="11711"/>
                </a:cubicBezTo>
                <a:cubicBezTo>
                  <a:pt x="27758" y="5627"/>
                  <a:pt x="22519" y="769"/>
                  <a:pt x="16013" y="93"/>
                </a:cubicBezTo>
                <a:cubicBezTo>
                  <a:pt x="15437" y="30"/>
                  <a:pt x="14867" y="0"/>
                  <a:pt x="143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p:nvPr/>
        </p:nvSpPr>
        <p:spPr>
          <a:xfrm>
            <a:off x="4473443" y="3572359"/>
            <a:ext cx="352745" cy="1054517"/>
          </a:xfrm>
          <a:custGeom>
            <a:avLst/>
            <a:gdLst/>
            <a:ahLst/>
            <a:cxnLst/>
            <a:rect l="l" t="t" r="r" b="b"/>
            <a:pathLst>
              <a:path w="11854" h="35437" extrusionOk="0">
                <a:moveTo>
                  <a:pt x="6251" y="1"/>
                </a:moveTo>
                <a:cubicBezTo>
                  <a:pt x="5844" y="1"/>
                  <a:pt x="5432" y="276"/>
                  <a:pt x="5474" y="825"/>
                </a:cubicBezTo>
                <a:lnTo>
                  <a:pt x="5432" y="13753"/>
                </a:lnTo>
                <a:lnTo>
                  <a:pt x="1714" y="9317"/>
                </a:lnTo>
                <a:cubicBezTo>
                  <a:pt x="1549" y="9096"/>
                  <a:pt x="1341" y="9005"/>
                  <a:pt x="1136" y="9005"/>
                </a:cubicBezTo>
                <a:cubicBezTo>
                  <a:pt x="555" y="9005"/>
                  <a:pt x="0" y="9737"/>
                  <a:pt x="531" y="10331"/>
                </a:cubicBezTo>
                <a:lnTo>
                  <a:pt x="5390" y="16119"/>
                </a:lnTo>
                <a:lnTo>
                  <a:pt x="5305" y="34581"/>
                </a:lnTo>
                <a:cubicBezTo>
                  <a:pt x="5263" y="35151"/>
                  <a:pt x="5664" y="35436"/>
                  <a:pt x="6066" y="35436"/>
                </a:cubicBezTo>
                <a:cubicBezTo>
                  <a:pt x="6467" y="35436"/>
                  <a:pt x="6868" y="35151"/>
                  <a:pt x="6826" y="34581"/>
                </a:cubicBezTo>
                <a:lnTo>
                  <a:pt x="6953" y="10246"/>
                </a:lnTo>
                <a:cubicBezTo>
                  <a:pt x="7037" y="10162"/>
                  <a:pt x="7164" y="10119"/>
                  <a:pt x="7206" y="9993"/>
                </a:cubicBezTo>
                <a:lnTo>
                  <a:pt x="11600" y="4036"/>
                </a:lnTo>
                <a:cubicBezTo>
                  <a:pt x="11854" y="3698"/>
                  <a:pt x="11811" y="3191"/>
                  <a:pt x="11473" y="2979"/>
                </a:cubicBezTo>
                <a:cubicBezTo>
                  <a:pt x="11336" y="2877"/>
                  <a:pt x="11178" y="2829"/>
                  <a:pt x="11022" y="2829"/>
                </a:cubicBezTo>
                <a:cubicBezTo>
                  <a:pt x="10793" y="2829"/>
                  <a:pt x="10568" y="2931"/>
                  <a:pt x="10417" y="3106"/>
                </a:cubicBezTo>
                <a:lnTo>
                  <a:pt x="6995" y="7796"/>
                </a:lnTo>
                <a:lnTo>
                  <a:pt x="6995" y="825"/>
                </a:lnTo>
                <a:cubicBezTo>
                  <a:pt x="7059" y="276"/>
                  <a:pt x="6657" y="1"/>
                  <a:pt x="625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p:nvPr/>
        </p:nvSpPr>
        <p:spPr>
          <a:xfrm>
            <a:off x="4838746" y="2563044"/>
            <a:ext cx="1038447" cy="1346943"/>
          </a:xfrm>
          <a:custGeom>
            <a:avLst/>
            <a:gdLst/>
            <a:ahLst/>
            <a:cxnLst/>
            <a:rect l="l" t="t" r="r" b="b"/>
            <a:pathLst>
              <a:path w="34897" h="45264" extrusionOk="0">
                <a:moveTo>
                  <a:pt x="17276" y="0"/>
                </a:moveTo>
                <a:cubicBezTo>
                  <a:pt x="7751" y="0"/>
                  <a:pt x="0" y="7161"/>
                  <a:pt x="0" y="16027"/>
                </a:cubicBezTo>
                <a:cubicBezTo>
                  <a:pt x="0" y="19703"/>
                  <a:pt x="1310" y="23294"/>
                  <a:pt x="3760" y="26082"/>
                </a:cubicBezTo>
                <a:cubicBezTo>
                  <a:pt x="5619" y="28152"/>
                  <a:pt x="6464" y="30898"/>
                  <a:pt x="6168" y="33687"/>
                </a:cubicBezTo>
                <a:cubicBezTo>
                  <a:pt x="6084" y="34194"/>
                  <a:pt x="6084" y="34701"/>
                  <a:pt x="6084" y="35208"/>
                </a:cubicBezTo>
                <a:cubicBezTo>
                  <a:pt x="6251" y="40775"/>
                  <a:pt x="11271" y="45264"/>
                  <a:pt x="17281" y="45264"/>
                </a:cubicBezTo>
                <a:cubicBezTo>
                  <a:pt x="17337" y="45264"/>
                  <a:pt x="17393" y="45263"/>
                  <a:pt x="17449" y="45263"/>
                </a:cubicBezTo>
                <a:cubicBezTo>
                  <a:pt x="23490" y="45136"/>
                  <a:pt x="28391" y="40573"/>
                  <a:pt x="28391" y="34912"/>
                </a:cubicBezTo>
                <a:lnTo>
                  <a:pt x="28391" y="34236"/>
                </a:lnTo>
                <a:cubicBezTo>
                  <a:pt x="28180" y="31109"/>
                  <a:pt x="29151" y="28025"/>
                  <a:pt x="31095" y="25617"/>
                </a:cubicBezTo>
                <a:cubicBezTo>
                  <a:pt x="33714" y="22364"/>
                  <a:pt x="34897" y="18224"/>
                  <a:pt x="34390" y="14084"/>
                </a:cubicBezTo>
                <a:cubicBezTo>
                  <a:pt x="33460" y="6775"/>
                  <a:pt x="27166" y="944"/>
                  <a:pt x="19223" y="99"/>
                </a:cubicBezTo>
                <a:cubicBezTo>
                  <a:pt x="18567" y="33"/>
                  <a:pt x="17917" y="0"/>
                  <a:pt x="172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a:off x="5148522" y="3078920"/>
            <a:ext cx="409344" cy="1546378"/>
          </a:xfrm>
          <a:custGeom>
            <a:avLst/>
            <a:gdLst/>
            <a:ahLst/>
            <a:cxnLst/>
            <a:rect l="l" t="t" r="r" b="b"/>
            <a:pathLst>
              <a:path w="13756" h="51966" extrusionOk="0">
                <a:moveTo>
                  <a:pt x="6954" y="1"/>
                </a:moveTo>
                <a:cubicBezTo>
                  <a:pt x="6574" y="1"/>
                  <a:pt x="6320" y="296"/>
                  <a:pt x="6320" y="634"/>
                </a:cubicBezTo>
                <a:lnTo>
                  <a:pt x="6320" y="9887"/>
                </a:lnTo>
                <a:lnTo>
                  <a:pt x="1673" y="3549"/>
                </a:lnTo>
                <a:cubicBezTo>
                  <a:pt x="1543" y="3336"/>
                  <a:pt x="1360" y="3249"/>
                  <a:pt x="1176" y="3249"/>
                </a:cubicBezTo>
                <a:cubicBezTo>
                  <a:pt x="705" y="3249"/>
                  <a:pt x="233" y="3823"/>
                  <a:pt x="659" y="4310"/>
                </a:cubicBezTo>
                <a:lnTo>
                  <a:pt x="5940" y="11577"/>
                </a:lnTo>
                <a:cubicBezTo>
                  <a:pt x="6025" y="11703"/>
                  <a:pt x="6151" y="11788"/>
                  <a:pt x="6320" y="11830"/>
                </a:cubicBezTo>
                <a:lnTo>
                  <a:pt x="6320" y="17069"/>
                </a:lnTo>
                <a:lnTo>
                  <a:pt x="1293" y="11112"/>
                </a:lnTo>
                <a:cubicBezTo>
                  <a:pt x="1160" y="10979"/>
                  <a:pt x="1010" y="10923"/>
                  <a:pt x="865" y="10923"/>
                </a:cubicBezTo>
                <a:cubicBezTo>
                  <a:pt x="409" y="10923"/>
                  <a:pt x="1" y="11476"/>
                  <a:pt x="321" y="11957"/>
                </a:cubicBezTo>
                <a:lnTo>
                  <a:pt x="6320" y="19012"/>
                </a:lnTo>
                <a:lnTo>
                  <a:pt x="6320" y="51332"/>
                </a:lnTo>
                <a:cubicBezTo>
                  <a:pt x="6278" y="51670"/>
                  <a:pt x="6574" y="51966"/>
                  <a:pt x="6954" y="51966"/>
                </a:cubicBezTo>
                <a:cubicBezTo>
                  <a:pt x="7292" y="51966"/>
                  <a:pt x="7546" y="51670"/>
                  <a:pt x="7546" y="51332"/>
                </a:cubicBezTo>
                <a:lnTo>
                  <a:pt x="7546" y="19012"/>
                </a:lnTo>
                <a:lnTo>
                  <a:pt x="13545" y="11915"/>
                </a:lnTo>
                <a:cubicBezTo>
                  <a:pt x="13756" y="11661"/>
                  <a:pt x="13714" y="11281"/>
                  <a:pt x="13460" y="11027"/>
                </a:cubicBezTo>
                <a:cubicBezTo>
                  <a:pt x="13351" y="10936"/>
                  <a:pt x="13210" y="10892"/>
                  <a:pt x="13068" y="10892"/>
                </a:cubicBezTo>
                <a:cubicBezTo>
                  <a:pt x="12881" y="10892"/>
                  <a:pt x="12693" y="10968"/>
                  <a:pt x="12573" y="11112"/>
                </a:cubicBezTo>
                <a:lnTo>
                  <a:pt x="7588" y="17069"/>
                </a:lnTo>
                <a:lnTo>
                  <a:pt x="7588" y="11788"/>
                </a:lnTo>
                <a:cubicBezTo>
                  <a:pt x="7715" y="11788"/>
                  <a:pt x="7841" y="11703"/>
                  <a:pt x="7926" y="11577"/>
                </a:cubicBezTo>
                <a:lnTo>
                  <a:pt x="13207" y="4310"/>
                </a:lnTo>
                <a:cubicBezTo>
                  <a:pt x="13515" y="3816"/>
                  <a:pt x="13103" y="3323"/>
                  <a:pt x="12660" y="3323"/>
                </a:cubicBezTo>
                <a:cubicBezTo>
                  <a:pt x="12497" y="3323"/>
                  <a:pt x="12330" y="3390"/>
                  <a:pt x="12193" y="3549"/>
                </a:cubicBezTo>
                <a:lnTo>
                  <a:pt x="7588" y="9887"/>
                </a:lnTo>
                <a:lnTo>
                  <a:pt x="7588" y="634"/>
                </a:lnTo>
                <a:cubicBezTo>
                  <a:pt x="7588" y="296"/>
                  <a:pt x="7292" y="1"/>
                  <a:pt x="695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p:nvPr/>
        </p:nvSpPr>
        <p:spPr>
          <a:xfrm>
            <a:off x="5360484" y="2865202"/>
            <a:ext cx="1982593" cy="667610"/>
          </a:xfrm>
          <a:custGeom>
            <a:avLst/>
            <a:gdLst/>
            <a:ahLst/>
            <a:cxnLst/>
            <a:rect l="l" t="t" r="r" b="b"/>
            <a:pathLst>
              <a:path w="66625" h="22435" extrusionOk="0">
                <a:moveTo>
                  <a:pt x="21462" y="0"/>
                </a:moveTo>
                <a:lnTo>
                  <a:pt x="0" y="22434"/>
                </a:lnTo>
                <a:lnTo>
                  <a:pt x="44825" y="22434"/>
                </a:lnTo>
                <a:lnTo>
                  <a:pt x="666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4"/>
          <p:cNvSpPr/>
          <p:nvPr/>
        </p:nvSpPr>
        <p:spPr>
          <a:xfrm>
            <a:off x="6694364" y="2862672"/>
            <a:ext cx="1361554" cy="784527"/>
          </a:xfrm>
          <a:custGeom>
            <a:avLst/>
            <a:gdLst/>
            <a:ahLst/>
            <a:cxnLst/>
            <a:rect l="l" t="t" r="r" b="b"/>
            <a:pathLst>
              <a:path w="45755" h="26364" extrusionOk="0">
                <a:moveTo>
                  <a:pt x="21927" y="1"/>
                </a:moveTo>
                <a:lnTo>
                  <a:pt x="21800" y="85"/>
                </a:lnTo>
                <a:lnTo>
                  <a:pt x="0" y="22519"/>
                </a:lnTo>
                <a:lnTo>
                  <a:pt x="3845" y="26364"/>
                </a:lnTo>
                <a:lnTo>
                  <a:pt x="23617" y="7437"/>
                </a:lnTo>
                <a:lnTo>
                  <a:pt x="42501" y="26364"/>
                </a:lnTo>
                <a:lnTo>
                  <a:pt x="45755" y="23111"/>
                </a:lnTo>
                <a:lnTo>
                  <a:pt x="219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4"/>
          <p:cNvSpPr/>
          <p:nvPr/>
        </p:nvSpPr>
        <p:spPr>
          <a:xfrm>
            <a:off x="5345397" y="3532782"/>
            <a:ext cx="1463385" cy="114418"/>
          </a:xfrm>
          <a:custGeom>
            <a:avLst/>
            <a:gdLst/>
            <a:ahLst/>
            <a:cxnLst/>
            <a:rect l="l" t="t" r="r" b="b"/>
            <a:pathLst>
              <a:path w="49177" h="3845" extrusionOk="0">
                <a:moveTo>
                  <a:pt x="0" y="0"/>
                </a:moveTo>
                <a:lnTo>
                  <a:pt x="3338" y="3845"/>
                </a:lnTo>
                <a:lnTo>
                  <a:pt x="49177" y="3845"/>
                </a:lnTo>
                <a:lnTo>
                  <a:pt x="453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p:nvPr/>
        </p:nvSpPr>
        <p:spPr>
          <a:xfrm>
            <a:off x="6801224" y="3078920"/>
            <a:ext cx="1142807" cy="1469693"/>
          </a:xfrm>
          <a:custGeom>
            <a:avLst/>
            <a:gdLst/>
            <a:ahLst/>
            <a:cxnLst/>
            <a:rect l="l" t="t" r="r" b="b"/>
            <a:pathLst>
              <a:path w="38404" h="49389" extrusionOk="0">
                <a:moveTo>
                  <a:pt x="19857" y="1"/>
                </a:moveTo>
                <a:lnTo>
                  <a:pt x="254" y="18590"/>
                </a:lnTo>
                <a:lnTo>
                  <a:pt x="0" y="19054"/>
                </a:lnTo>
                <a:lnTo>
                  <a:pt x="0" y="49389"/>
                </a:lnTo>
                <a:lnTo>
                  <a:pt x="38403" y="49135"/>
                </a:lnTo>
                <a:lnTo>
                  <a:pt x="38403" y="18843"/>
                </a:lnTo>
                <a:lnTo>
                  <a:pt x="38403" y="18590"/>
                </a:lnTo>
                <a:lnTo>
                  <a:pt x="1985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4"/>
          <p:cNvSpPr/>
          <p:nvPr/>
        </p:nvSpPr>
        <p:spPr>
          <a:xfrm>
            <a:off x="7145696" y="3824435"/>
            <a:ext cx="261509" cy="163458"/>
          </a:xfrm>
          <a:custGeom>
            <a:avLst/>
            <a:gdLst/>
            <a:ahLst/>
            <a:cxnLst/>
            <a:rect l="l" t="t" r="r" b="b"/>
            <a:pathLst>
              <a:path w="8788" h="5493" extrusionOk="0">
                <a:moveTo>
                  <a:pt x="803" y="1"/>
                </a:moveTo>
                <a:cubicBezTo>
                  <a:pt x="338" y="1"/>
                  <a:pt x="0" y="339"/>
                  <a:pt x="0" y="803"/>
                </a:cubicBezTo>
                <a:lnTo>
                  <a:pt x="0" y="5493"/>
                </a:lnTo>
                <a:lnTo>
                  <a:pt x="8788" y="5493"/>
                </a:lnTo>
                <a:lnTo>
                  <a:pt x="8788"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a:off x="7145696" y="4053240"/>
            <a:ext cx="261509" cy="174796"/>
          </a:xfrm>
          <a:custGeom>
            <a:avLst/>
            <a:gdLst/>
            <a:ahLst/>
            <a:cxnLst/>
            <a:rect l="l" t="t" r="r" b="b"/>
            <a:pathLst>
              <a:path w="8788" h="5874" extrusionOk="0">
                <a:moveTo>
                  <a:pt x="0" y="1"/>
                </a:moveTo>
                <a:lnTo>
                  <a:pt x="0" y="5028"/>
                </a:lnTo>
                <a:cubicBezTo>
                  <a:pt x="0" y="5493"/>
                  <a:pt x="338" y="5831"/>
                  <a:pt x="803" y="5873"/>
                </a:cubicBezTo>
                <a:lnTo>
                  <a:pt x="8788" y="5873"/>
                </a:lnTo>
                <a:lnTo>
                  <a:pt x="8788"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a:off x="7472553" y="3824435"/>
            <a:ext cx="241423" cy="163458"/>
          </a:xfrm>
          <a:custGeom>
            <a:avLst/>
            <a:gdLst/>
            <a:ahLst/>
            <a:cxnLst/>
            <a:rect l="l" t="t" r="r" b="b"/>
            <a:pathLst>
              <a:path w="8113" h="5493" extrusionOk="0">
                <a:moveTo>
                  <a:pt x="0" y="1"/>
                </a:moveTo>
                <a:lnTo>
                  <a:pt x="0" y="5493"/>
                </a:lnTo>
                <a:lnTo>
                  <a:pt x="8112" y="5493"/>
                </a:lnTo>
                <a:lnTo>
                  <a:pt x="8112" y="803"/>
                </a:lnTo>
                <a:cubicBezTo>
                  <a:pt x="8112" y="339"/>
                  <a:pt x="7732" y="1"/>
                  <a:pt x="7267"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a:off x="7472553" y="4053240"/>
            <a:ext cx="241423" cy="173546"/>
          </a:xfrm>
          <a:custGeom>
            <a:avLst/>
            <a:gdLst/>
            <a:ahLst/>
            <a:cxnLst/>
            <a:rect l="l" t="t" r="r" b="b"/>
            <a:pathLst>
              <a:path w="8113" h="5832" extrusionOk="0">
                <a:moveTo>
                  <a:pt x="0" y="1"/>
                </a:moveTo>
                <a:lnTo>
                  <a:pt x="0" y="5831"/>
                </a:lnTo>
                <a:lnTo>
                  <a:pt x="7267" y="5831"/>
                </a:lnTo>
                <a:cubicBezTo>
                  <a:pt x="7732" y="5831"/>
                  <a:pt x="8112" y="5493"/>
                  <a:pt x="8112" y="5028"/>
                </a:cubicBezTo>
                <a:lnTo>
                  <a:pt x="8112"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4"/>
          <p:cNvSpPr/>
          <p:nvPr/>
        </p:nvSpPr>
        <p:spPr>
          <a:xfrm>
            <a:off x="5452257" y="3639641"/>
            <a:ext cx="1348997" cy="908973"/>
          </a:xfrm>
          <a:custGeom>
            <a:avLst/>
            <a:gdLst/>
            <a:ahLst/>
            <a:cxnLst/>
            <a:rect l="l" t="t" r="r" b="b"/>
            <a:pathLst>
              <a:path w="45333" h="30546" extrusionOk="0">
                <a:moveTo>
                  <a:pt x="0" y="0"/>
                </a:moveTo>
                <a:lnTo>
                  <a:pt x="0" y="30546"/>
                </a:lnTo>
                <a:lnTo>
                  <a:pt x="45332" y="30546"/>
                </a:lnTo>
                <a:lnTo>
                  <a:pt x="453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4"/>
          <p:cNvSpPr/>
          <p:nvPr/>
        </p:nvSpPr>
        <p:spPr>
          <a:xfrm>
            <a:off x="5978994" y="3972776"/>
            <a:ext cx="270347" cy="568309"/>
          </a:xfrm>
          <a:custGeom>
            <a:avLst/>
            <a:gdLst/>
            <a:ahLst/>
            <a:cxnLst/>
            <a:rect l="l" t="t" r="r" b="b"/>
            <a:pathLst>
              <a:path w="9085" h="19098" extrusionOk="0">
                <a:moveTo>
                  <a:pt x="1015" y="1"/>
                </a:moveTo>
                <a:cubicBezTo>
                  <a:pt x="466" y="1"/>
                  <a:pt x="1" y="466"/>
                  <a:pt x="1" y="1015"/>
                </a:cubicBezTo>
                <a:lnTo>
                  <a:pt x="1" y="19097"/>
                </a:lnTo>
                <a:lnTo>
                  <a:pt x="9084" y="19097"/>
                </a:lnTo>
                <a:lnTo>
                  <a:pt x="9084" y="1015"/>
                </a:lnTo>
                <a:cubicBezTo>
                  <a:pt x="9084" y="466"/>
                  <a:pt x="8620" y="1"/>
                  <a:pt x="8070"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4"/>
          <p:cNvSpPr/>
          <p:nvPr/>
        </p:nvSpPr>
        <p:spPr>
          <a:xfrm>
            <a:off x="6519599" y="3976555"/>
            <a:ext cx="114447" cy="94331"/>
          </a:xfrm>
          <a:custGeom>
            <a:avLst/>
            <a:gdLst/>
            <a:ahLst/>
            <a:cxnLst/>
            <a:rect l="l" t="t" r="r" b="b"/>
            <a:pathLst>
              <a:path w="3846" h="3170" extrusionOk="0">
                <a:moveTo>
                  <a:pt x="1" y="1"/>
                </a:moveTo>
                <a:lnTo>
                  <a:pt x="1" y="3169"/>
                </a:lnTo>
                <a:lnTo>
                  <a:pt x="3845" y="3127"/>
                </a:lnTo>
                <a:lnTo>
                  <a:pt x="3845" y="381"/>
                </a:lnTo>
                <a:cubicBezTo>
                  <a:pt x="3845" y="170"/>
                  <a:pt x="3718" y="1"/>
                  <a:pt x="3507"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4"/>
          <p:cNvSpPr/>
          <p:nvPr/>
        </p:nvSpPr>
        <p:spPr>
          <a:xfrm>
            <a:off x="6378786" y="3976555"/>
            <a:ext cx="115697" cy="93081"/>
          </a:xfrm>
          <a:custGeom>
            <a:avLst/>
            <a:gdLst/>
            <a:ahLst/>
            <a:cxnLst/>
            <a:rect l="l" t="t" r="r" b="b"/>
            <a:pathLst>
              <a:path w="3888" h="3128" extrusionOk="0">
                <a:moveTo>
                  <a:pt x="381" y="1"/>
                </a:moveTo>
                <a:cubicBezTo>
                  <a:pt x="170" y="1"/>
                  <a:pt x="1" y="170"/>
                  <a:pt x="1" y="339"/>
                </a:cubicBezTo>
                <a:lnTo>
                  <a:pt x="1" y="3127"/>
                </a:lnTo>
                <a:lnTo>
                  <a:pt x="3888" y="3127"/>
                </a:lnTo>
                <a:lnTo>
                  <a:pt x="3888"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4"/>
          <p:cNvSpPr/>
          <p:nvPr/>
        </p:nvSpPr>
        <p:spPr>
          <a:xfrm>
            <a:off x="6378786" y="4094752"/>
            <a:ext cx="115697" cy="94302"/>
          </a:xfrm>
          <a:custGeom>
            <a:avLst/>
            <a:gdLst/>
            <a:ahLst/>
            <a:cxnLst/>
            <a:rect l="l" t="t" r="r" b="b"/>
            <a:pathLst>
              <a:path w="3888" h="3169" extrusionOk="0">
                <a:moveTo>
                  <a:pt x="3888" y="0"/>
                </a:moveTo>
                <a:lnTo>
                  <a:pt x="1" y="42"/>
                </a:lnTo>
                <a:lnTo>
                  <a:pt x="1" y="2831"/>
                </a:lnTo>
                <a:cubicBezTo>
                  <a:pt x="1" y="3000"/>
                  <a:pt x="170" y="3169"/>
                  <a:pt x="381" y="3169"/>
                </a:cubicBezTo>
                <a:lnTo>
                  <a:pt x="3888" y="3169"/>
                </a:lnTo>
                <a:lnTo>
                  <a:pt x="3888" y="0"/>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a:off x="6519599" y="4096002"/>
            <a:ext cx="114447" cy="93052"/>
          </a:xfrm>
          <a:custGeom>
            <a:avLst/>
            <a:gdLst/>
            <a:ahLst/>
            <a:cxnLst/>
            <a:rect l="l" t="t" r="r" b="b"/>
            <a:pathLst>
              <a:path w="3846" h="3127" extrusionOk="0">
                <a:moveTo>
                  <a:pt x="1" y="0"/>
                </a:moveTo>
                <a:lnTo>
                  <a:pt x="1" y="3127"/>
                </a:lnTo>
                <a:lnTo>
                  <a:pt x="3507" y="3127"/>
                </a:lnTo>
                <a:cubicBezTo>
                  <a:pt x="3718" y="3127"/>
                  <a:pt x="3845" y="2958"/>
                  <a:pt x="3845" y="2789"/>
                </a:cubicBezTo>
                <a:lnTo>
                  <a:pt x="3845" y="0"/>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5732602" y="3976555"/>
            <a:ext cx="115697" cy="94331"/>
          </a:xfrm>
          <a:custGeom>
            <a:avLst/>
            <a:gdLst/>
            <a:ahLst/>
            <a:cxnLst/>
            <a:rect l="l" t="t" r="r" b="b"/>
            <a:pathLst>
              <a:path w="3888" h="3170" extrusionOk="0">
                <a:moveTo>
                  <a:pt x="0" y="1"/>
                </a:moveTo>
                <a:lnTo>
                  <a:pt x="0" y="3169"/>
                </a:lnTo>
                <a:lnTo>
                  <a:pt x="3887" y="3127"/>
                </a:lnTo>
                <a:lnTo>
                  <a:pt x="3887" y="381"/>
                </a:lnTo>
                <a:cubicBezTo>
                  <a:pt x="3845" y="170"/>
                  <a:pt x="3718" y="1"/>
                  <a:pt x="3507"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p:nvPr/>
        </p:nvSpPr>
        <p:spPr>
          <a:xfrm>
            <a:off x="5732602" y="4096002"/>
            <a:ext cx="114418" cy="93052"/>
          </a:xfrm>
          <a:custGeom>
            <a:avLst/>
            <a:gdLst/>
            <a:ahLst/>
            <a:cxnLst/>
            <a:rect l="l" t="t" r="r" b="b"/>
            <a:pathLst>
              <a:path w="3845" h="3127" extrusionOk="0">
                <a:moveTo>
                  <a:pt x="0" y="0"/>
                </a:moveTo>
                <a:lnTo>
                  <a:pt x="0" y="3127"/>
                </a:lnTo>
                <a:lnTo>
                  <a:pt x="3507" y="3127"/>
                </a:lnTo>
                <a:cubicBezTo>
                  <a:pt x="3676" y="3127"/>
                  <a:pt x="3845" y="2958"/>
                  <a:pt x="3845" y="2789"/>
                </a:cubicBezTo>
                <a:lnTo>
                  <a:pt x="3845" y="0"/>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4"/>
          <p:cNvSpPr/>
          <p:nvPr/>
        </p:nvSpPr>
        <p:spPr>
          <a:xfrm>
            <a:off x="5591790" y="3976555"/>
            <a:ext cx="114447" cy="93081"/>
          </a:xfrm>
          <a:custGeom>
            <a:avLst/>
            <a:gdLst/>
            <a:ahLst/>
            <a:cxnLst/>
            <a:rect l="l" t="t" r="r" b="b"/>
            <a:pathLst>
              <a:path w="3846" h="3128" extrusionOk="0">
                <a:moveTo>
                  <a:pt x="381" y="1"/>
                </a:moveTo>
                <a:cubicBezTo>
                  <a:pt x="170" y="1"/>
                  <a:pt x="1" y="170"/>
                  <a:pt x="1" y="339"/>
                </a:cubicBezTo>
                <a:lnTo>
                  <a:pt x="1" y="3127"/>
                </a:lnTo>
                <a:lnTo>
                  <a:pt x="3845" y="3127"/>
                </a:lnTo>
                <a:lnTo>
                  <a:pt x="3845"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5591790" y="4094752"/>
            <a:ext cx="114447" cy="94302"/>
          </a:xfrm>
          <a:custGeom>
            <a:avLst/>
            <a:gdLst/>
            <a:ahLst/>
            <a:cxnLst/>
            <a:rect l="l" t="t" r="r" b="b"/>
            <a:pathLst>
              <a:path w="3846" h="3169" extrusionOk="0">
                <a:moveTo>
                  <a:pt x="3845" y="0"/>
                </a:moveTo>
                <a:lnTo>
                  <a:pt x="1" y="42"/>
                </a:lnTo>
                <a:lnTo>
                  <a:pt x="1" y="2831"/>
                </a:lnTo>
                <a:cubicBezTo>
                  <a:pt x="1" y="3000"/>
                  <a:pt x="170" y="3169"/>
                  <a:pt x="381" y="3169"/>
                </a:cubicBezTo>
                <a:lnTo>
                  <a:pt x="3845" y="3169"/>
                </a:lnTo>
                <a:lnTo>
                  <a:pt x="3845" y="0"/>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4"/>
          <p:cNvSpPr/>
          <p:nvPr/>
        </p:nvSpPr>
        <p:spPr>
          <a:xfrm>
            <a:off x="4281800" y="4546074"/>
            <a:ext cx="4972210" cy="667574"/>
          </a:xfrm>
          <a:custGeom>
            <a:avLst/>
            <a:gdLst/>
            <a:ahLst/>
            <a:cxnLst/>
            <a:rect l="l" t="t" r="r" b="b"/>
            <a:pathLst>
              <a:path w="167091" h="20111" extrusionOk="0">
                <a:moveTo>
                  <a:pt x="18547" y="0"/>
                </a:moveTo>
                <a:cubicBezTo>
                  <a:pt x="8323" y="0"/>
                  <a:pt x="0" y="8323"/>
                  <a:pt x="0" y="18589"/>
                </a:cubicBezTo>
                <a:lnTo>
                  <a:pt x="0" y="20110"/>
                </a:lnTo>
                <a:lnTo>
                  <a:pt x="167091" y="20110"/>
                </a:lnTo>
                <a:lnTo>
                  <a:pt x="167091" y="18589"/>
                </a:lnTo>
                <a:cubicBezTo>
                  <a:pt x="167091" y="8323"/>
                  <a:pt x="158768" y="0"/>
                  <a:pt x="1485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4"/>
          <p:cNvSpPr/>
          <p:nvPr/>
        </p:nvSpPr>
        <p:spPr>
          <a:xfrm>
            <a:off x="4945605" y="4939567"/>
            <a:ext cx="3542779" cy="426217"/>
          </a:xfrm>
          <a:custGeom>
            <a:avLst/>
            <a:gdLst/>
            <a:ahLst/>
            <a:cxnLst/>
            <a:rect l="l" t="t" r="r" b="b"/>
            <a:pathLst>
              <a:path w="119055" h="14323" extrusionOk="0">
                <a:moveTo>
                  <a:pt x="13224" y="1"/>
                </a:moveTo>
                <a:cubicBezTo>
                  <a:pt x="5915" y="1"/>
                  <a:pt x="0" y="5915"/>
                  <a:pt x="0" y="13224"/>
                </a:cubicBezTo>
                <a:lnTo>
                  <a:pt x="0" y="14323"/>
                </a:lnTo>
                <a:lnTo>
                  <a:pt x="119055" y="14323"/>
                </a:lnTo>
                <a:lnTo>
                  <a:pt x="119055" y="13224"/>
                </a:lnTo>
                <a:cubicBezTo>
                  <a:pt x="119055" y="5915"/>
                  <a:pt x="113098" y="1"/>
                  <a:pt x="1057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4"/>
          <p:cNvSpPr/>
          <p:nvPr/>
        </p:nvSpPr>
        <p:spPr>
          <a:xfrm>
            <a:off x="7706387" y="4205539"/>
            <a:ext cx="668859" cy="867342"/>
          </a:xfrm>
          <a:custGeom>
            <a:avLst/>
            <a:gdLst/>
            <a:ahLst/>
            <a:cxnLst/>
            <a:rect l="l" t="t" r="r" b="b"/>
            <a:pathLst>
              <a:path w="22477" h="29147" extrusionOk="0">
                <a:moveTo>
                  <a:pt x="11078" y="1"/>
                </a:moveTo>
                <a:cubicBezTo>
                  <a:pt x="4980" y="1"/>
                  <a:pt x="40" y="4601"/>
                  <a:pt x="1" y="10261"/>
                </a:cubicBezTo>
                <a:cubicBezTo>
                  <a:pt x="1" y="12627"/>
                  <a:pt x="846" y="14908"/>
                  <a:pt x="2409" y="16725"/>
                </a:cubicBezTo>
                <a:cubicBezTo>
                  <a:pt x="3592" y="18077"/>
                  <a:pt x="4141" y="19851"/>
                  <a:pt x="3930" y="21626"/>
                </a:cubicBezTo>
                <a:cubicBezTo>
                  <a:pt x="3887" y="21964"/>
                  <a:pt x="3845" y="22302"/>
                  <a:pt x="3887" y="22640"/>
                </a:cubicBezTo>
                <a:cubicBezTo>
                  <a:pt x="3971" y="26247"/>
                  <a:pt x="7179" y="29146"/>
                  <a:pt x="11070" y="29146"/>
                </a:cubicBezTo>
                <a:cubicBezTo>
                  <a:pt x="11098" y="29146"/>
                  <a:pt x="11126" y="29146"/>
                  <a:pt x="11154" y="29146"/>
                </a:cubicBezTo>
                <a:cubicBezTo>
                  <a:pt x="15041" y="29104"/>
                  <a:pt x="18209" y="26146"/>
                  <a:pt x="18252" y="22513"/>
                </a:cubicBezTo>
                <a:lnTo>
                  <a:pt x="18252" y="22048"/>
                </a:lnTo>
                <a:cubicBezTo>
                  <a:pt x="18125" y="20063"/>
                  <a:pt x="18759" y="18077"/>
                  <a:pt x="20026" y="16514"/>
                </a:cubicBezTo>
                <a:cubicBezTo>
                  <a:pt x="21716" y="14444"/>
                  <a:pt x="22476" y="11782"/>
                  <a:pt x="22181" y="9120"/>
                </a:cubicBezTo>
                <a:cubicBezTo>
                  <a:pt x="21589" y="4346"/>
                  <a:pt x="17533" y="629"/>
                  <a:pt x="12464" y="79"/>
                </a:cubicBezTo>
                <a:cubicBezTo>
                  <a:pt x="11996" y="26"/>
                  <a:pt x="11534" y="1"/>
                  <a:pt x="11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4"/>
          <p:cNvSpPr/>
          <p:nvPr/>
        </p:nvSpPr>
        <p:spPr>
          <a:xfrm>
            <a:off x="7896091" y="4537276"/>
            <a:ext cx="272966" cy="820027"/>
          </a:xfrm>
          <a:custGeom>
            <a:avLst/>
            <a:gdLst/>
            <a:ahLst/>
            <a:cxnLst/>
            <a:rect l="l" t="t" r="r" b="b"/>
            <a:pathLst>
              <a:path w="9173" h="27557" extrusionOk="0">
                <a:moveTo>
                  <a:pt x="4779" y="0"/>
                </a:moveTo>
                <a:cubicBezTo>
                  <a:pt x="4462" y="0"/>
                  <a:pt x="4145" y="212"/>
                  <a:pt x="4188" y="634"/>
                </a:cubicBezTo>
                <a:lnTo>
                  <a:pt x="4145" y="10731"/>
                </a:lnTo>
                <a:lnTo>
                  <a:pt x="1272" y="7267"/>
                </a:lnTo>
                <a:cubicBezTo>
                  <a:pt x="1139" y="7112"/>
                  <a:pt x="980" y="7047"/>
                  <a:pt x="826" y="7047"/>
                </a:cubicBezTo>
                <a:cubicBezTo>
                  <a:pt x="393" y="7047"/>
                  <a:pt x="0" y="7560"/>
                  <a:pt x="343" y="8027"/>
                </a:cubicBezTo>
                <a:lnTo>
                  <a:pt x="4145" y="12548"/>
                </a:lnTo>
                <a:lnTo>
                  <a:pt x="4061" y="26955"/>
                </a:lnTo>
                <a:cubicBezTo>
                  <a:pt x="4040" y="27356"/>
                  <a:pt x="4335" y="27557"/>
                  <a:pt x="4636" y="27557"/>
                </a:cubicBezTo>
                <a:cubicBezTo>
                  <a:pt x="4937" y="27557"/>
                  <a:pt x="5244" y="27356"/>
                  <a:pt x="5244" y="26955"/>
                </a:cubicBezTo>
                <a:lnTo>
                  <a:pt x="5328" y="7985"/>
                </a:lnTo>
                <a:cubicBezTo>
                  <a:pt x="5413" y="7943"/>
                  <a:pt x="5455" y="7858"/>
                  <a:pt x="5539" y="7816"/>
                </a:cubicBezTo>
                <a:lnTo>
                  <a:pt x="8962" y="3127"/>
                </a:lnTo>
                <a:cubicBezTo>
                  <a:pt x="9173" y="2873"/>
                  <a:pt x="9088" y="2493"/>
                  <a:pt x="8835" y="2324"/>
                </a:cubicBezTo>
                <a:cubicBezTo>
                  <a:pt x="8729" y="2236"/>
                  <a:pt x="8602" y="2192"/>
                  <a:pt x="8476" y="2192"/>
                </a:cubicBezTo>
                <a:cubicBezTo>
                  <a:pt x="8301" y="2192"/>
                  <a:pt x="8131" y="2278"/>
                  <a:pt x="8032" y="2451"/>
                </a:cubicBezTo>
                <a:lnTo>
                  <a:pt x="5371" y="6042"/>
                </a:lnTo>
                <a:lnTo>
                  <a:pt x="5371" y="634"/>
                </a:lnTo>
                <a:cubicBezTo>
                  <a:pt x="5413" y="212"/>
                  <a:pt x="5096" y="0"/>
                  <a:pt x="4779"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4"/>
          <p:cNvSpPr/>
          <p:nvPr/>
        </p:nvSpPr>
        <p:spPr>
          <a:xfrm>
            <a:off x="7290258" y="4556886"/>
            <a:ext cx="465199" cy="602738"/>
          </a:xfrm>
          <a:custGeom>
            <a:avLst/>
            <a:gdLst/>
            <a:ahLst/>
            <a:cxnLst/>
            <a:rect l="l" t="t" r="r" b="b"/>
            <a:pathLst>
              <a:path w="15633" h="20255" extrusionOk="0">
                <a:moveTo>
                  <a:pt x="7962" y="1"/>
                </a:moveTo>
                <a:cubicBezTo>
                  <a:pt x="7636" y="1"/>
                  <a:pt x="7306" y="20"/>
                  <a:pt x="6971" y="60"/>
                </a:cubicBezTo>
                <a:cubicBezTo>
                  <a:pt x="3423" y="440"/>
                  <a:pt x="592" y="3059"/>
                  <a:pt x="212" y="6354"/>
                </a:cubicBezTo>
                <a:cubicBezTo>
                  <a:pt x="1" y="8171"/>
                  <a:pt x="550" y="10030"/>
                  <a:pt x="1690" y="11466"/>
                </a:cubicBezTo>
                <a:cubicBezTo>
                  <a:pt x="2578" y="12565"/>
                  <a:pt x="3042" y="13959"/>
                  <a:pt x="2958" y="15353"/>
                </a:cubicBezTo>
                <a:lnTo>
                  <a:pt x="2958" y="15649"/>
                </a:lnTo>
                <a:cubicBezTo>
                  <a:pt x="2958" y="18184"/>
                  <a:pt x="5155" y="20212"/>
                  <a:pt x="7859" y="20254"/>
                </a:cubicBezTo>
                <a:cubicBezTo>
                  <a:pt x="7887" y="20255"/>
                  <a:pt x="7915" y="20255"/>
                  <a:pt x="7943" y="20255"/>
                </a:cubicBezTo>
                <a:cubicBezTo>
                  <a:pt x="10650" y="20255"/>
                  <a:pt x="12845" y="18242"/>
                  <a:pt x="12928" y="15734"/>
                </a:cubicBezTo>
                <a:cubicBezTo>
                  <a:pt x="12928" y="15480"/>
                  <a:pt x="12928" y="15269"/>
                  <a:pt x="12886" y="15058"/>
                </a:cubicBezTo>
                <a:cubicBezTo>
                  <a:pt x="12717" y="13790"/>
                  <a:pt x="13140" y="12565"/>
                  <a:pt x="13942" y="11635"/>
                </a:cubicBezTo>
                <a:cubicBezTo>
                  <a:pt x="15041" y="10368"/>
                  <a:pt x="15632" y="8763"/>
                  <a:pt x="15590" y="7115"/>
                </a:cubicBezTo>
                <a:cubicBezTo>
                  <a:pt x="15590" y="3194"/>
                  <a:pt x="12169" y="1"/>
                  <a:pt x="79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4"/>
          <p:cNvSpPr/>
          <p:nvPr/>
        </p:nvSpPr>
        <p:spPr>
          <a:xfrm>
            <a:off x="7433570" y="4788697"/>
            <a:ext cx="190627" cy="569559"/>
          </a:xfrm>
          <a:custGeom>
            <a:avLst/>
            <a:gdLst/>
            <a:ahLst/>
            <a:cxnLst/>
            <a:rect l="l" t="t" r="r" b="b"/>
            <a:pathLst>
              <a:path w="6406" h="19140" extrusionOk="0">
                <a:moveTo>
                  <a:pt x="3085" y="1"/>
                </a:moveTo>
                <a:cubicBezTo>
                  <a:pt x="2831" y="1"/>
                  <a:pt x="2662" y="170"/>
                  <a:pt x="2662" y="423"/>
                </a:cubicBezTo>
                <a:lnTo>
                  <a:pt x="2662" y="4183"/>
                </a:lnTo>
                <a:lnTo>
                  <a:pt x="804" y="1649"/>
                </a:lnTo>
                <a:cubicBezTo>
                  <a:pt x="727" y="1546"/>
                  <a:pt x="604" y="1490"/>
                  <a:pt x="471" y="1490"/>
                </a:cubicBezTo>
                <a:cubicBezTo>
                  <a:pt x="385" y="1490"/>
                  <a:pt x="295" y="1514"/>
                  <a:pt x="212" y="1564"/>
                </a:cubicBezTo>
                <a:cubicBezTo>
                  <a:pt x="43" y="1691"/>
                  <a:pt x="1" y="1987"/>
                  <a:pt x="128" y="2156"/>
                </a:cubicBezTo>
                <a:lnTo>
                  <a:pt x="2536" y="5409"/>
                </a:lnTo>
                <a:cubicBezTo>
                  <a:pt x="2578" y="5451"/>
                  <a:pt x="2620" y="5493"/>
                  <a:pt x="2662" y="5493"/>
                </a:cubicBezTo>
                <a:lnTo>
                  <a:pt x="2747" y="18717"/>
                </a:lnTo>
                <a:cubicBezTo>
                  <a:pt x="2747" y="18928"/>
                  <a:pt x="2916" y="19139"/>
                  <a:pt x="3127" y="19139"/>
                </a:cubicBezTo>
                <a:cubicBezTo>
                  <a:pt x="3381" y="19139"/>
                  <a:pt x="3550" y="18928"/>
                  <a:pt x="3550" y="18717"/>
                </a:cubicBezTo>
                <a:lnTo>
                  <a:pt x="3507" y="8704"/>
                </a:lnTo>
                <a:lnTo>
                  <a:pt x="6127" y="5535"/>
                </a:lnTo>
                <a:cubicBezTo>
                  <a:pt x="6406" y="5225"/>
                  <a:pt x="6139" y="4869"/>
                  <a:pt x="5843" y="4869"/>
                </a:cubicBezTo>
                <a:cubicBezTo>
                  <a:pt x="5736" y="4869"/>
                  <a:pt x="5625" y="4916"/>
                  <a:pt x="5535" y="5028"/>
                </a:cubicBezTo>
                <a:lnTo>
                  <a:pt x="3507" y="7394"/>
                </a:lnTo>
                <a:lnTo>
                  <a:pt x="3507" y="423"/>
                </a:lnTo>
                <a:cubicBezTo>
                  <a:pt x="3507" y="170"/>
                  <a:pt x="3296" y="1"/>
                  <a:pt x="308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168CF810-EFB7-7721-846D-1527DE04E1BB}"/>
              </a:ext>
            </a:extLst>
          </p:cNvPr>
          <p:cNvSpPr>
            <a:spLocks noGrp="1"/>
          </p:cNvSpPr>
          <p:nvPr>
            <p:ph type="ctrTitle"/>
          </p:nvPr>
        </p:nvSpPr>
        <p:spPr/>
        <p:txBody>
          <a:bodyPr/>
          <a:lstStyle/>
          <a:p>
            <a:r>
              <a:rPr lang="en-US" dirty="0"/>
              <a:t>International Housing Market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141" name="Google Shape;141;p15"/>
          <p:cNvSpPr txBox="1"/>
          <p:nvPr/>
        </p:nvSpPr>
        <p:spPr>
          <a:xfrm flipH="1">
            <a:off x="1660200" y="1317000"/>
            <a:ext cx="5823600" cy="310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dirty="0">
                <a:solidFill>
                  <a:srgbClr val="434343"/>
                </a:solidFill>
                <a:latin typeface="Montserrat ExtraBold"/>
                <a:ea typeface="Montserrat ExtraBold"/>
                <a:cs typeface="Montserrat ExtraBold"/>
                <a:sym typeface="Montserrat ExtraBold"/>
              </a:rPr>
              <a:t>This Dataset focuses on the Global Housing Market</a:t>
            </a:r>
            <a:endParaRPr sz="1100" dirty="0">
              <a:solidFill>
                <a:srgbClr val="434343"/>
              </a:solidFill>
              <a:latin typeface="Montserrat ExtraBold"/>
              <a:ea typeface="Montserrat ExtraBold"/>
              <a:cs typeface="Montserrat ExtraBold"/>
              <a:sym typeface="Montserrat ExtraBold"/>
            </a:endParaRPr>
          </a:p>
          <a:p>
            <a:pPr marL="0" lvl="0" indent="0" algn="l" rtl="0">
              <a:lnSpc>
                <a:spcPct val="115000"/>
              </a:lnSpc>
              <a:spcBef>
                <a:spcPts val="0"/>
              </a:spcBef>
              <a:spcAft>
                <a:spcPts val="0"/>
              </a:spcAft>
              <a:buNone/>
            </a:pPr>
            <a:endParaRPr sz="1100" dirty="0">
              <a:solidFill>
                <a:srgbClr val="434343"/>
              </a:solidFill>
              <a:latin typeface="EB Garamond"/>
              <a:ea typeface="EB Garamond"/>
              <a:cs typeface="EB Garamond"/>
              <a:sym typeface="EB Garamond"/>
            </a:endParaRPr>
          </a:p>
          <a:p>
            <a:pPr marL="457200" lvl="0" indent="-298450">
              <a:lnSpc>
                <a:spcPct val="115000"/>
              </a:lnSpc>
              <a:buClr>
                <a:srgbClr val="434343"/>
              </a:buClr>
              <a:buSzPts val="1100"/>
              <a:buFont typeface="EB Garamond"/>
              <a:buAutoNum type="arabicPeriod"/>
            </a:pPr>
            <a:endParaRPr lang="en" sz="1100" dirty="0">
              <a:solidFill>
                <a:srgbClr val="434343"/>
              </a:solidFill>
              <a:latin typeface="EB Garamond"/>
              <a:ea typeface="EB Garamond"/>
              <a:cs typeface="EB Garamond"/>
              <a:sym typeface="EB Garamond"/>
            </a:endParaRPr>
          </a:p>
          <a:p>
            <a:pPr marL="457200" lvl="0" indent="-298450">
              <a:lnSpc>
                <a:spcPct val="115000"/>
              </a:lnSpc>
              <a:buClr>
                <a:srgbClr val="434343"/>
              </a:buClr>
              <a:buSzPts val="1100"/>
              <a:buFont typeface="EB Garamond"/>
              <a:buAutoNum type="arabicPeriod"/>
            </a:pPr>
            <a:r>
              <a:rPr lang="en-US" sz="1100" dirty="0">
                <a:solidFill>
                  <a:srgbClr val="434343"/>
                </a:solidFill>
                <a:latin typeface="EB Garamond"/>
                <a:ea typeface="EB Garamond"/>
                <a:cs typeface="EB Garamond"/>
                <a:sym typeface="EB Garamond"/>
              </a:rPr>
              <a:t>This dataset focuses on the housing market for different countries in different years. It gives insight into what factors someone purchasing a home in different countries would face.  There are 200 rows and 11 columns.</a:t>
            </a:r>
            <a:endParaRPr lang="en-US" sz="1400" b="0" i="0" dirty="0">
              <a:effectLst/>
              <a:latin typeface="system-ui"/>
            </a:endParaRPr>
          </a:p>
          <a:p>
            <a:pPr marL="457200" lvl="0" indent="-298450">
              <a:lnSpc>
                <a:spcPct val="115000"/>
              </a:lnSpc>
              <a:buClr>
                <a:srgbClr val="434343"/>
              </a:buClr>
              <a:buSzPts val="1100"/>
              <a:buFont typeface="EB Garamond"/>
              <a:buAutoNum type="arabicPeriod"/>
            </a:pPr>
            <a:r>
              <a:rPr lang="en" sz="1100" dirty="0">
                <a:solidFill>
                  <a:srgbClr val="434343"/>
                </a:solidFill>
                <a:latin typeface="EB Garamond"/>
                <a:ea typeface="EB Garamond"/>
                <a:cs typeface="EB Garamond"/>
                <a:sym typeface="EB Garamond"/>
              </a:rPr>
              <a:t>The Dataset has columns covering topics such as House Price Index, Rent Index, Affordability Ratio, Mortgage Rate %, Inflation Rate %, GDP Growth %, Population Growth %, Urbanization Rate %, and Construction Index. </a:t>
            </a:r>
          </a:p>
          <a:p>
            <a:pPr marL="457200" lvl="0" indent="-298450">
              <a:lnSpc>
                <a:spcPct val="115000"/>
              </a:lnSpc>
              <a:buClr>
                <a:srgbClr val="434343"/>
              </a:buClr>
              <a:buSzPts val="1100"/>
              <a:buFont typeface="EB Garamond"/>
              <a:buAutoNum type="arabicPeriod"/>
            </a:pPr>
            <a:r>
              <a:rPr lang="en" sz="1100" dirty="0">
                <a:solidFill>
                  <a:srgbClr val="434343"/>
                </a:solidFill>
                <a:latin typeface="EB Garamond"/>
                <a:ea typeface="EB Garamond"/>
                <a:cs typeface="EB Garamond"/>
                <a:sym typeface="EB Garamond"/>
              </a:rPr>
              <a:t>There is a  Country column. There are 20 countries and they include USA, Canada, UK, Germany, France, Italy, Spain, Australia, India, China, Japan, Brazil, South Korea, Mexico, South Africa, Russia, Netherlands, Sweden, Switzerland, and UAE. </a:t>
            </a:r>
          </a:p>
          <a:p>
            <a:pPr marL="457200" lvl="0" indent="-298450">
              <a:lnSpc>
                <a:spcPct val="115000"/>
              </a:lnSpc>
              <a:buClr>
                <a:srgbClr val="434343"/>
              </a:buClr>
              <a:buSzPts val="1100"/>
              <a:buFont typeface="EB Garamond"/>
              <a:buAutoNum type="arabicPeriod"/>
            </a:pPr>
            <a:r>
              <a:rPr lang="en" sz="1100" dirty="0">
                <a:solidFill>
                  <a:srgbClr val="434343"/>
                </a:solidFill>
                <a:latin typeface="EB Garamond"/>
                <a:ea typeface="EB Garamond"/>
                <a:cs typeface="EB Garamond"/>
                <a:sym typeface="EB Garamond"/>
              </a:rPr>
              <a:t>The Year Column showcases the years. It has a range of  2015-2024.</a:t>
            </a:r>
          </a:p>
          <a:p>
            <a:pPr marL="457200" lvl="0" indent="-298450">
              <a:lnSpc>
                <a:spcPct val="115000"/>
              </a:lnSpc>
              <a:buClr>
                <a:srgbClr val="434343"/>
              </a:buClr>
              <a:buSzPts val="1100"/>
              <a:buFont typeface="EB Garamond"/>
              <a:buAutoNum type="arabicPeriod"/>
            </a:pPr>
            <a:r>
              <a:rPr lang="en" sz="1100" dirty="0">
                <a:solidFill>
                  <a:srgbClr val="434343"/>
                </a:solidFill>
                <a:latin typeface="EB Garamond"/>
                <a:ea typeface="EB Garamond"/>
                <a:cs typeface="EB Garamond"/>
                <a:sym typeface="EB Garamond"/>
              </a:rPr>
              <a:t>This dataset does not have any outliers and the progression from the min to the max all are reasonable. </a:t>
            </a:r>
          </a:p>
          <a:p>
            <a:pPr marL="457200" lvl="0" indent="-298450">
              <a:lnSpc>
                <a:spcPct val="115000"/>
              </a:lnSpc>
              <a:buClr>
                <a:srgbClr val="434343"/>
              </a:buClr>
              <a:buSzPts val="1100"/>
              <a:buFont typeface="EB Garamond"/>
              <a:buAutoNum type="arabicPeriod"/>
            </a:pPr>
            <a:r>
              <a:rPr lang="en" sz="1100" dirty="0">
                <a:solidFill>
                  <a:srgbClr val="434343"/>
                </a:solidFill>
                <a:latin typeface="EB Garamond"/>
                <a:ea typeface="EB Garamond"/>
                <a:cs typeface="EB Garamond"/>
                <a:sym typeface="EB Garamond"/>
              </a:rPr>
              <a:t>There are negatives in the GDP Growth % and Population Growth % but those are fine  because negatives in those areas reflect a shrinking Population and GDP. Those are natural occurrences. </a:t>
            </a:r>
            <a:endParaRPr sz="1100" dirty="0">
              <a:solidFill>
                <a:srgbClr val="434343"/>
              </a:solidFill>
              <a:latin typeface="EB Garamond"/>
              <a:ea typeface="EB Garamond"/>
              <a:cs typeface="EB Garamond"/>
              <a:sym typeface="EB Garamond"/>
            </a:endParaRPr>
          </a:p>
          <a:p>
            <a:pPr marL="0" lvl="0" indent="0" algn="l" rtl="0">
              <a:lnSpc>
                <a:spcPct val="115000"/>
              </a:lnSpc>
              <a:spcBef>
                <a:spcPts val="1600"/>
              </a:spcBef>
              <a:spcAft>
                <a:spcPts val="1600"/>
              </a:spcAft>
              <a:buNone/>
            </a:pPr>
            <a:endParaRPr sz="1100" dirty="0">
              <a:solidFill>
                <a:srgbClr val="434343"/>
              </a:solidFill>
              <a:latin typeface="EB Garamond"/>
              <a:ea typeface="EB Garamond"/>
              <a:cs typeface="EB Garamond"/>
              <a:sym typeface="EB Garamond"/>
            </a:endParaRPr>
          </a:p>
        </p:txBody>
      </p:sp>
      <p:grpSp>
        <p:nvGrpSpPr>
          <p:cNvPr id="142" name="Google Shape;142;p15"/>
          <p:cNvGrpSpPr/>
          <p:nvPr/>
        </p:nvGrpSpPr>
        <p:grpSpPr>
          <a:xfrm>
            <a:off x="732897" y="3217904"/>
            <a:ext cx="927302" cy="2083860"/>
            <a:chOff x="2449930" y="2556776"/>
            <a:chExt cx="1339065" cy="3009185"/>
          </a:xfrm>
        </p:grpSpPr>
        <p:sp>
          <p:nvSpPr>
            <p:cNvPr id="143" name="Google Shape;143;p15"/>
            <p:cNvSpPr/>
            <p:nvPr/>
          </p:nvSpPr>
          <p:spPr>
            <a:xfrm>
              <a:off x="2449930" y="2556776"/>
              <a:ext cx="1339065" cy="2243750"/>
            </a:xfrm>
            <a:custGeom>
              <a:avLst/>
              <a:gdLst/>
              <a:ahLst/>
              <a:cxnLst/>
              <a:rect l="l" t="t" r="r" b="b"/>
              <a:pathLst>
                <a:path w="62727" h="105106" extrusionOk="0">
                  <a:moveTo>
                    <a:pt x="31083" y="0"/>
                  </a:moveTo>
                  <a:cubicBezTo>
                    <a:pt x="30660" y="0"/>
                    <a:pt x="30078" y="77"/>
                    <a:pt x="29410" y="366"/>
                  </a:cubicBezTo>
                  <a:cubicBezTo>
                    <a:pt x="23250" y="2407"/>
                    <a:pt x="21611" y="16772"/>
                    <a:pt x="21172" y="24241"/>
                  </a:cubicBezTo>
                  <a:cubicBezTo>
                    <a:pt x="21082" y="25817"/>
                    <a:pt x="20271" y="27035"/>
                    <a:pt x="19296" y="27035"/>
                  </a:cubicBezTo>
                  <a:cubicBezTo>
                    <a:pt x="19260" y="27035"/>
                    <a:pt x="19224" y="27033"/>
                    <a:pt x="19188" y="27030"/>
                  </a:cubicBezTo>
                  <a:cubicBezTo>
                    <a:pt x="19071" y="27019"/>
                    <a:pt x="18950" y="27014"/>
                    <a:pt x="18825" y="27014"/>
                  </a:cubicBezTo>
                  <a:cubicBezTo>
                    <a:pt x="16566" y="27014"/>
                    <a:pt x="13102" y="28718"/>
                    <a:pt x="11108" y="31917"/>
                  </a:cubicBezTo>
                  <a:cubicBezTo>
                    <a:pt x="8196" y="36601"/>
                    <a:pt x="8495" y="49895"/>
                    <a:pt x="8858" y="56599"/>
                  </a:cubicBezTo>
                  <a:cubicBezTo>
                    <a:pt x="8957" y="58430"/>
                    <a:pt x="8037" y="59917"/>
                    <a:pt x="6895" y="59917"/>
                  </a:cubicBezTo>
                  <a:cubicBezTo>
                    <a:pt x="6888" y="59917"/>
                    <a:pt x="6881" y="59917"/>
                    <a:pt x="6874" y="59917"/>
                  </a:cubicBezTo>
                  <a:cubicBezTo>
                    <a:pt x="6854" y="59917"/>
                    <a:pt x="6835" y="59916"/>
                    <a:pt x="6815" y="59916"/>
                  </a:cubicBezTo>
                  <a:cubicBezTo>
                    <a:pt x="2657" y="59916"/>
                    <a:pt x="1204" y="66933"/>
                    <a:pt x="1204" y="66933"/>
                  </a:cubicBezTo>
                  <a:cubicBezTo>
                    <a:pt x="170" y="70668"/>
                    <a:pt x="0" y="74469"/>
                    <a:pt x="472" y="78249"/>
                  </a:cubicBezTo>
                  <a:cubicBezTo>
                    <a:pt x="2716" y="96150"/>
                    <a:pt x="17018" y="105106"/>
                    <a:pt x="31329" y="105106"/>
                  </a:cubicBezTo>
                  <a:cubicBezTo>
                    <a:pt x="45614" y="105106"/>
                    <a:pt x="59909" y="96183"/>
                    <a:pt x="62231" y="78325"/>
                  </a:cubicBezTo>
                  <a:cubicBezTo>
                    <a:pt x="62727" y="74520"/>
                    <a:pt x="62566" y="70692"/>
                    <a:pt x="61526" y="66933"/>
                  </a:cubicBezTo>
                  <a:cubicBezTo>
                    <a:pt x="61526" y="66933"/>
                    <a:pt x="60070" y="59916"/>
                    <a:pt x="55912" y="59916"/>
                  </a:cubicBezTo>
                  <a:cubicBezTo>
                    <a:pt x="55892" y="59916"/>
                    <a:pt x="55872" y="59917"/>
                    <a:pt x="55853" y="59917"/>
                  </a:cubicBezTo>
                  <a:cubicBezTo>
                    <a:pt x="55846" y="59917"/>
                    <a:pt x="55839" y="59917"/>
                    <a:pt x="55832" y="59917"/>
                  </a:cubicBezTo>
                  <a:cubicBezTo>
                    <a:pt x="54689" y="59917"/>
                    <a:pt x="53770" y="58430"/>
                    <a:pt x="53869" y="56599"/>
                  </a:cubicBezTo>
                  <a:cubicBezTo>
                    <a:pt x="54232" y="49895"/>
                    <a:pt x="54534" y="36601"/>
                    <a:pt x="51619" y="31917"/>
                  </a:cubicBezTo>
                  <a:cubicBezTo>
                    <a:pt x="49627" y="28718"/>
                    <a:pt x="46161" y="27014"/>
                    <a:pt x="43904" y="27014"/>
                  </a:cubicBezTo>
                  <a:cubicBezTo>
                    <a:pt x="43780" y="27014"/>
                    <a:pt x="43659" y="27019"/>
                    <a:pt x="43542" y="27030"/>
                  </a:cubicBezTo>
                  <a:cubicBezTo>
                    <a:pt x="43505" y="27033"/>
                    <a:pt x="43470" y="27035"/>
                    <a:pt x="43434" y="27035"/>
                  </a:cubicBezTo>
                  <a:cubicBezTo>
                    <a:pt x="42459" y="27035"/>
                    <a:pt x="41648" y="25817"/>
                    <a:pt x="41555" y="24241"/>
                  </a:cubicBezTo>
                  <a:cubicBezTo>
                    <a:pt x="41119" y="16772"/>
                    <a:pt x="39480" y="2407"/>
                    <a:pt x="33317" y="366"/>
                  </a:cubicBezTo>
                  <a:cubicBezTo>
                    <a:pt x="32649" y="77"/>
                    <a:pt x="32066" y="0"/>
                    <a:pt x="31644" y="0"/>
                  </a:cubicBezTo>
                  <a:cubicBezTo>
                    <a:pt x="31540" y="0"/>
                    <a:pt x="31447" y="5"/>
                    <a:pt x="31363" y="12"/>
                  </a:cubicBezTo>
                  <a:cubicBezTo>
                    <a:pt x="31280" y="5"/>
                    <a:pt x="31186" y="0"/>
                    <a:pt x="31083" y="0"/>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a:off x="2876464" y="3265233"/>
              <a:ext cx="475943" cy="2300727"/>
            </a:xfrm>
            <a:custGeom>
              <a:avLst/>
              <a:gdLst/>
              <a:ahLst/>
              <a:cxnLst/>
              <a:rect l="l" t="t" r="r" b="b"/>
              <a:pathLst>
                <a:path w="22295" h="107775" extrusionOk="0">
                  <a:moveTo>
                    <a:pt x="11420" y="1"/>
                  </a:moveTo>
                  <a:cubicBezTo>
                    <a:pt x="10633" y="1"/>
                    <a:pt x="9998" y="639"/>
                    <a:pt x="9998" y="1425"/>
                  </a:cubicBezTo>
                  <a:lnTo>
                    <a:pt x="9998" y="44649"/>
                  </a:lnTo>
                  <a:lnTo>
                    <a:pt x="1966" y="35011"/>
                  </a:lnTo>
                  <a:cubicBezTo>
                    <a:pt x="1760" y="34764"/>
                    <a:pt x="1464" y="34636"/>
                    <a:pt x="1167" y="34636"/>
                  </a:cubicBezTo>
                  <a:cubicBezTo>
                    <a:pt x="933" y="34636"/>
                    <a:pt x="697" y="34715"/>
                    <a:pt x="503" y="34878"/>
                  </a:cubicBezTo>
                  <a:cubicBezTo>
                    <a:pt x="61" y="35244"/>
                    <a:pt x="1" y="35900"/>
                    <a:pt x="370" y="36342"/>
                  </a:cubicBezTo>
                  <a:lnTo>
                    <a:pt x="9998" y="47894"/>
                  </a:lnTo>
                  <a:lnTo>
                    <a:pt x="9998" y="106350"/>
                  </a:lnTo>
                  <a:cubicBezTo>
                    <a:pt x="9998" y="107136"/>
                    <a:pt x="10633" y="107774"/>
                    <a:pt x="11420" y="107774"/>
                  </a:cubicBezTo>
                  <a:cubicBezTo>
                    <a:pt x="12206" y="107774"/>
                    <a:pt x="12844" y="107136"/>
                    <a:pt x="12844" y="106350"/>
                  </a:cubicBezTo>
                  <a:lnTo>
                    <a:pt x="12844" y="34905"/>
                  </a:lnTo>
                  <a:lnTo>
                    <a:pt x="21944" y="24414"/>
                  </a:lnTo>
                  <a:cubicBezTo>
                    <a:pt x="22294" y="23997"/>
                    <a:pt x="22246" y="23377"/>
                    <a:pt x="21835" y="23020"/>
                  </a:cubicBezTo>
                  <a:cubicBezTo>
                    <a:pt x="21646" y="22857"/>
                    <a:pt x="21414" y="22776"/>
                    <a:pt x="21183" y="22776"/>
                  </a:cubicBezTo>
                  <a:cubicBezTo>
                    <a:pt x="20909" y="22776"/>
                    <a:pt x="20637" y="22889"/>
                    <a:pt x="20441" y="23108"/>
                  </a:cubicBezTo>
                  <a:lnTo>
                    <a:pt x="20441" y="23111"/>
                  </a:lnTo>
                  <a:lnTo>
                    <a:pt x="12844" y="31866"/>
                  </a:lnTo>
                  <a:lnTo>
                    <a:pt x="12844" y="19413"/>
                  </a:lnTo>
                  <a:lnTo>
                    <a:pt x="21944" y="8922"/>
                  </a:lnTo>
                  <a:cubicBezTo>
                    <a:pt x="22294" y="8505"/>
                    <a:pt x="22246" y="7885"/>
                    <a:pt x="21835" y="7528"/>
                  </a:cubicBezTo>
                  <a:cubicBezTo>
                    <a:pt x="21646" y="7364"/>
                    <a:pt x="21414" y="7284"/>
                    <a:pt x="21183" y="7284"/>
                  </a:cubicBezTo>
                  <a:cubicBezTo>
                    <a:pt x="20909" y="7284"/>
                    <a:pt x="20637" y="7396"/>
                    <a:pt x="20441" y="7615"/>
                  </a:cubicBezTo>
                  <a:lnTo>
                    <a:pt x="12844" y="16373"/>
                  </a:lnTo>
                  <a:lnTo>
                    <a:pt x="12844" y="1425"/>
                  </a:lnTo>
                  <a:cubicBezTo>
                    <a:pt x="12844" y="639"/>
                    <a:pt x="12206" y="1"/>
                    <a:pt x="11420"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5"/>
          <p:cNvGrpSpPr/>
          <p:nvPr/>
        </p:nvGrpSpPr>
        <p:grpSpPr>
          <a:xfrm>
            <a:off x="-2" y="3587707"/>
            <a:ext cx="1282408" cy="1701863"/>
            <a:chOff x="1231043" y="3326737"/>
            <a:chExt cx="1851853" cy="2457564"/>
          </a:xfrm>
        </p:grpSpPr>
        <p:sp>
          <p:nvSpPr>
            <p:cNvPr id="146" name="Google Shape;146;p15"/>
            <p:cNvSpPr/>
            <p:nvPr/>
          </p:nvSpPr>
          <p:spPr>
            <a:xfrm>
              <a:off x="1231043" y="3326737"/>
              <a:ext cx="1851853" cy="1904112"/>
            </a:xfrm>
            <a:custGeom>
              <a:avLst/>
              <a:gdLst/>
              <a:ahLst/>
              <a:cxnLst/>
              <a:rect l="l" t="t" r="r" b="b"/>
              <a:pathLst>
                <a:path w="86748" h="89196" extrusionOk="0">
                  <a:moveTo>
                    <a:pt x="43054" y="1"/>
                  </a:moveTo>
                  <a:cubicBezTo>
                    <a:pt x="42402" y="1"/>
                    <a:pt x="41751" y="88"/>
                    <a:pt x="41123" y="262"/>
                  </a:cubicBezTo>
                  <a:cubicBezTo>
                    <a:pt x="34016" y="1728"/>
                    <a:pt x="32123" y="12041"/>
                    <a:pt x="31621" y="17405"/>
                  </a:cubicBezTo>
                  <a:cubicBezTo>
                    <a:pt x="31513" y="18538"/>
                    <a:pt x="30574" y="19411"/>
                    <a:pt x="29452" y="19411"/>
                  </a:cubicBezTo>
                  <a:cubicBezTo>
                    <a:pt x="29411" y="19411"/>
                    <a:pt x="29370" y="19410"/>
                    <a:pt x="29329" y="19407"/>
                  </a:cubicBezTo>
                  <a:cubicBezTo>
                    <a:pt x="29192" y="19400"/>
                    <a:pt x="29051" y="19396"/>
                    <a:pt x="28905" y="19396"/>
                  </a:cubicBezTo>
                  <a:cubicBezTo>
                    <a:pt x="26301" y="19396"/>
                    <a:pt x="22308" y="20621"/>
                    <a:pt x="20011" y="22918"/>
                  </a:cubicBezTo>
                  <a:cubicBezTo>
                    <a:pt x="16648" y="26278"/>
                    <a:pt x="16996" y="35825"/>
                    <a:pt x="17414" y="40637"/>
                  </a:cubicBezTo>
                  <a:cubicBezTo>
                    <a:pt x="17531" y="41954"/>
                    <a:pt x="16467" y="43020"/>
                    <a:pt x="15150" y="43020"/>
                  </a:cubicBezTo>
                  <a:cubicBezTo>
                    <a:pt x="15142" y="43020"/>
                    <a:pt x="15135" y="43020"/>
                    <a:pt x="15127" y="43020"/>
                  </a:cubicBezTo>
                  <a:cubicBezTo>
                    <a:pt x="15104" y="43020"/>
                    <a:pt x="15081" y="43019"/>
                    <a:pt x="15059" y="43019"/>
                  </a:cubicBezTo>
                  <a:cubicBezTo>
                    <a:pt x="10264" y="43019"/>
                    <a:pt x="8583" y="48058"/>
                    <a:pt x="8583" y="48058"/>
                  </a:cubicBezTo>
                  <a:cubicBezTo>
                    <a:pt x="1" y="67367"/>
                    <a:pt x="37751" y="86679"/>
                    <a:pt x="42399" y="88968"/>
                  </a:cubicBezTo>
                  <a:cubicBezTo>
                    <a:pt x="42704" y="89116"/>
                    <a:pt x="43037" y="89195"/>
                    <a:pt x="43376" y="89195"/>
                  </a:cubicBezTo>
                  <a:cubicBezTo>
                    <a:pt x="43714" y="89195"/>
                    <a:pt x="44047" y="89116"/>
                    <a:pt x="44349" y="88968"/>
                  </a:cubicBezTo>
                  <a:cubicBezTo>
                    <a:pt x="48998" y="86679"/>
                    <a:pt x="86748" y="67367"/>
                    <a:pt x="78165" y="48058"/>
                  </a:cubicBezTo>
                  <a:cubicBezTo>
                    <a:pt x="78165" y="48058"/>
                    <a:pt x="76488" y="43019"/>
                    <a:pt x="71693" y="43019"/>
                  </a:cubicBezTo>
                  <a:cubicBezTo>
                    <a:pt x="71670" y="43019"/>
                    <a:pt x="71647" y="43020"/>
                    <a:pt x="71624" y="43020"/>
                  </a:cubicBezTo>
                  <a:cubicBezTo>
                    <a:pt x="71617" y="43020"/>
                    <a:pt x="71609" y="43020"/>
                    <a:pt x="71602" y="43020"/>
                  </a:cubicBezTo>
                  <a:cubicBezTo>
                    <a:pt x="70282" y="43020"/>
                    <a:pt x="69224" y="41954"/>
                    <a:pt x="69335" y="40637"/>
                  </a:cubicBezTo>
                  <a:cubicBezTo>
                    <a:pt x="69755" y="35825"/>
                    <a:pt x="70103" y="26278"/>
                    <a:pt x="66740" y="22918"/>
                  </a:cubicBezTo>
                  <a:cubicBezTo>
                    <a:pt x="64443" y="20621"/>
                    <a:pt x="60448" y="19396"/>
                    <a:pt x="57843" y="19396"/>
                  </a:cubicBezTo>
                  <a:cubicBezTo>
                    <a:pt x="57697" y="19396"/>
                    <a:pt x="57556" y="19400"/>
                    <a:pt x="57420" y="19407"/>
                  </a:cubicBezTo>
                  <a:cubicBezTo>
                    <a:pt x="57379" y="19410"/>
                    <a:pt x="57338" y="19411"/>
                    <a:pt x="57297" y="19411"/>
                  </a:cubicBezTo>
                  <a:cubicBezTo>
                    <a:pt x="56174" y="19411"/>
                    <a:pt x="55236" y="18535"/>
                    <a:pt x="55130" y="17405"/>
                  </a:cubicBezTo>
                  <a:cubicBezTo>
                    <a:pt x="54625" y="12041"/>
                    <a:pt x="52735" y="1728"/>
                    <a:pt x="45629" y="262"/>
                  </a:cubicBezTo>
                  <a:cubicBezTo>
                    <a:pt x="44997" y="88"/>
                    <a:pt x="44348" y="1"/>
                    <a:pt x="43697" y="1"/>
                  </a:cubicBezTo>
                  <a:cubicBezTo>
                    <a:pt x="43590" y="1"/>
                    <a:pt x="43483" y="3"/>
                    <a:pt x="43376" y="8"/>
                  </a:cubicBezTo>
                  <a:cubicBezTo>
                    <a:pt x="43269" y="3"/>
                    <a:pt x="43162" y="1"/>
                    <a:pt x="43054"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a:off x="1899813" y="3980288"/>
              <a:ext cx="541266" cy="1804013"/>
            </a:xfrm>
            <a:custGeom>
              <a:avLst/>
              <a:gdLst/>
              <a:ahLst/>
              <a:cxnLst/>
              <a:rect l="l" t="t" r="r" b="b"/>
              <a:pathLst>
                <a:path w="25355" h="84507" extrusionOk="0">
                  <a:moveTo>
                    <a:pt x="12681" y="1"/>
                  </a:moveTo>
                  <a:cubicBezTo>
                    <a:pt x="12064" y="1"/>
                    <a:pt x="11565" y="500"/>
                    <a:pt x="11565" y="1117"/>
                  </a:cubicBezTo>
                  <a:lnTo>
                    <a:pt x="11565" y="34600"/>
                  </a:lnTo>
                  <a:lnTo>
                    <a:pt x="2111" y="23256"/>
                  </a:lnTo>
                  <a:cubicBezTo>
                    <a:pt x="1890" y="22990"/>
                    <a:pt x="1571" y="22854"/>
                    <a:pt x="1251" y="22854"/>
                  </a:cubicBezTo>
                  <a:cubicBezTo>
                    <a:pt x="999" y="22854"/>
                    <a:pt x="746" y="22938"/>
                    <a:pt x="539" y="23111"/>
                  </a:cubicBezTo>
                  <a:cubicBezTo>
                    <a:pt x="64" y="23507"/>
                    <a:pt x="1" y="24212"/>
                    <a:pt x="397" y="24687"/>
                  </a:cubicBezTo>
                  <a:lnTo>
                    <a:pt x="11565" y="38087"/>
                  </a:lnTo>
                  <a:lnTo>
                    <a:pt x="11565" y="83391"/>
                  </a:lnTo>
                  <a:cubicBezTo>
                    <a:pt x="11565" y="84008"/>
                    <a:pt x="12064" y="84507"/>
                    <a:pt x="12681" y="84507"/>
                  </a:cubicBezTo>
                  <a:cubicBezTo>
                    <a:pt x="13295" y="84507"/>
                    <a:pt x="13797" y="84008"/>
                    <a:pt x="13797" y="83391"/>
                  </a:cubicBezTo>
                  <a:lnTo>
                    <a:pt x="13797" y="28419"/>
                  </a:lnTo>
                  <a:lnTo>
                    <a:pt x="24950" y="15560"/>
                  </a:lnTo>
                  <a:cubicBezTo>
                    <a:pt x="25355" y="15094"/>
                    <a:pt x="25303" y="14390"/>
                    <a:pt x="24838" y="13984"/>
                  </a:cubicBezTo>
                  <a:cubicBezTo>
                    <a:pt x="24627" y="13801"/>
                    <a:pt x="24367" y="13711"/>
                    <a:pt x="24109" y="13711"/>
                  </a:cubicBezTo>
                  <a:cubicBezTo>
                    <a:pt x="23796" y="13711"/>
                    <a:pt x="23485" y="13843"/>
                    <a:pt x="23265" y="14099"/>
                  </a:cubicBezTo>
                  <a:lnTo>
                    <a:pt x="13797" y="25013"/>
                  </a:lnTo>
                  <a:lnTo>
                    <a:pt x="13797" y="1117"/>
                  </a:lnTo>
                  <a:cubicBezTo>
                    <a:pt x="13797" y="500"/>
                    <a:pt x="13298" y="1"/>
                    <a:pt x="1268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7"/>
          <p:cNvSpPr txBox="1">
            <a:spLocks noGrp="1"/>
          </p:cNvSpPr>
          <p:nvPr>
            <p:ph type="ctrTitle"/>
          </p:nvPr>
        </p:nvSpPr>
        <p:spPr>
          <a:xfrm>
            <a:off x="831200" y="1747050"/>
            <a:ext cx="3867300" cy="82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Cleaning</a:t>
            </a:r>
            <a:endParaRPr dirty="0">
              <a:solidFill>
                <a:srgbClr val="434343"/>
              </a:solidFill>
            </a:endParaRPr>
          </a:p>
        </p:txBody>
      </p:sp>
      <p:sp>
        <p:nvSpPr>
          <p:cNvPr id="185" name="Google Shape;185;p17"/>
          <p:cNvSpPr txBox="1">
            <a:spLocks noGrp="1"/>
          </p:cNvSpPr>
          <p:nvPr>
            <p:ph type="subTitle" idx="1"/>
          </p:nvPr>
        </p:nvSpPr>
        <p:spPr>
          <a:xfrm>
            <a:off x="831200" y="2671534"/>
            <a:ext cx="4224900" cy="178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For Data Cleaning there were not any missing data nor duplicates.  Due to this not much editing of the dataset was done.  However, the editing that was done was to make the Year column a category. Before it was a integer and having it as a integer can skew the data when making graphs, that is why it was turned into a category. It also allowed for comparing the data of different years.  I saved the year being recognized as a category to a new csv file, to reflect the cleaned data. This new csv is pretty much like the original except year is recognized as a category. No further edits needed to be made because there was not any outliers.</a:t>
            </a:r>
            <a:endParaRPr dirty="0">
              <a:solidFill>
                <a:srgbClr val="434343"/>
              </a:solidFill>
            </a:endParaRPr>
          </a:p>
          <a:p>
            <a:pPr marL="0" lvl="0" indent="0" algn="l" rtl="0">
              <a:spcBef>
                <a:spcPts val="0"/>
              </a:spcBef>
              <a:spcAft>
                <a:spcPts val="0"/>
              </a:spcAft>
              <a:buNone/>
            </a:pPr>
            <a:endParaRPr dirty="0">
              <a:solidFill>
                <a:srgbClr val="434343"/>
              </a:solidFill>
            </a:endParaRPr>
          </a:p>
        </p:txBody>
      </p:sp>
      <p:pic>
        <p:nvPicPr>
          <p:cNvPr id="3" name="Picture 2">
            <a:extLst>
              <a:ext uri="{FF2B5EF4-FFF2-40B4-BE49-F238E27FC236}">
                <a16:creationId xmlns:a16="http://schemas.microsoft.com/office/drawing/2014/main" id="{C9D993D0-F335-38CA-9D73-462DDACFB950}"/>
              </a:ext>
            </a:extLst>
          </p:cNvPr>
          <p:cNvPicPr>
            <a:picLocks noChangeAspect="1"/>
          </p:cNvPicPr>
          <p:nvPr/>
        </p:nvPicPr>
        <p:blipFill>
          <a:blip r:embed="rId3"/>
          <a:stretch>
            <a:fillRect/>
          </a:stretch>
        </p:blipFill>
        <p:spPr>
          <a:xfrm>
            <a:off x="5761086" y="136666"/>
            <a:ext cx="3108872" cy="2285974"/>
          </a:xfrm>
          <a:prstGeom prst="rect">
            <a:avLst/>
          </a:prstGeom>
        </p:spPr>
      </p:pic>
      <p:pic>
        <p:nvPicPr>
          <p:cNvPr id="5" name="Picture 4">
            <a:extLst>
              <a:ext uri="{FF2B5EF4-FFF2-40B4-BE49-F238E27FC236}">
                <a16:creationId xmlns:a16="http://schemas.microsoft.com/office/drawing/2014/main" id="{59FF3003-87C0-EEE3-9238-03EC14304589}"/>
              </a:ext>
            </a:extLst>
          </p:cNvPr>
          <p:cNvPicPr>
            <a:picLocks noChangeAspect="1"/>
          </p:cNvPicPr>
          <p:nvPr/>
        </p:nvPicPr>
        <p:blipFill>
          <a:blip r:embed="rId4"/>
          <a:stretch>
            <a:fillRect/>
          </a:stretch>
        </p:blipFill>
        <p:spPr>
          <a:xfrm>
            <a:off x="637343" y="540364"/>
            <a:ext cx="4418757" cy="1065585"/>
          </a:xfrm>
          <a:prstGeom prst="rect">
            <a:avLst/>
          </a:prstGeom>
        </p:spPr>
      </p:pic>
      <p:pic>
        <p:nvPicPr>
          <p:cNvPr id="26" name="Picture 25">
            <a:extLst>
              <a:ext uri="{FF2B5EF4-FFF2-40B4-BE49-F238E27FC236}">
                <a16:creationId xmlns:a16="http://schemas.microsoft.com/office/drawing/2014/main" id="{4912A219-E402-4A9F-9FB2-A783C1E77D73}"/>
              </a:ext>
            </a:extLst>
          </p:cNvPr>
          <p:cNvPicPr>
            <a:picLocks noChangeAspect="1"/>
          </p:cNvPicPr>
          <p:nvPr/>
        </p:nvPicPr>
        <p:blipFill>
          <a:blip r:embed="rId5"/>
          <a:stretch>
            <a:fillRect/>
          </a:stretch>
        </p:blipFill>
        <p:spPr>
          <a:xfrm>
            <a:off x="5834914" y="2484575"/>
            <a:ext cx="2961216" cy="25222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7"/>
          <p:cNvSpPr txBox="1">
            <a:spLocks noGrp="1"/>
          </p:cNvSpPr>
          <p:nvPr>
            <p:ph type="ctrTitle"/>
          </p:nvPr>
        </p:nvSpPr>
        <p:spPr>
          <a:xfrm>
            <a:off x="145758" y="912347"/>
            <a:ext cx="3867300" cy="82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434343"/>
                </a:solidFill>
              </a:rPr>
              <a:t>Heat Map</a:t>
            </a:r>
            <a:endParaRPr dirty="0">
              <a:solidFill>
                <a:srgbClr val="434343"/>
              </a:solidFill>
            </a:endParaRPr>
          </a:p>
        </p:txBody>
      </p:sp>
      <p:sp>
        <p:nvSpPr>
          <p:cNvPr id="185" name="Google Shape;185;p17"/>
          <p:cNvSpPr txBox="1">
            <a:spLocks noGrp="1"/>
          </p:cNvSpPr>
          <p:nvPr>
            <p:ph type="subTitle" idx="1"/>
          </p:nvPr>
        </p:nvSpPr>
        <p:spPr>
          <a:xfrm>
            <a:off x="142634" y="1896844"/>
            <a:ext cx="2935372" cy="178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100" dirty="0">
                <a:effectLst/>
                <a:latin typeface="Garamond" panose="02020404030301010803" pitchFamily="18" charset="0"/>
              </a:rPr>
              <a:t>The point of the creation of this Heat Map is to view correlations. There aren't really any strong correlations. The strongest for a positive correlation are GDP Growth % and Mortgage Rate % at 0.12, and Population Growth % and Inflation Rate % at 0.12, Rent Index and Price Index at 0.098. The strongest for negative correlation are House Price Index and Affordability Ratio at -0.13, Urbanization Rate and Affordability Ratio -0.18, and Construction Index and House Price Index -0.11.</a:t>
            </a:r>
            <a:endParaRPr sz="1100" dirty="0">
              <a:solidFill>
                <a:srgbClr val="434343"/>
              </a:solidFill>
              <a:latin typeface="Garamond" panose="02020404030301010803" pitchFamily="18" charset="0"/>
            </a:endParaRPr>
          </a:p>
        </p:txBody>
      </p:sp>
      <p:pic>
        <p:nvPicPr>
          <p:cNvPr id="2" name="Picture 1">
            <a:extLst>
              <a:ext uri="{FF2B5EF4-FFF2-40B4-BE49-F238E27FC236}">
                <a16:creationId xmlns:a16="http://schemas.microsoft.com/office/drawing/2014/main" id="{FC36064E-EF2A-68D2-A555-BEE875954762}"/>
              </a:ext>
            </a:extLst>
          </p:cNvPr>
          <p:cNvPicPr>
            <a:picLocks noChangeAspect="1"/>
          </p:cNvPicPr>
          <p:nvPr/>
        </p:nvPicPr>
        <p:blipFill>
          <a:blip r:embed="rId3"/>
          <a:stretch>
            <a:fillRect/>
          </a:stretch>
        </p:blipFill>
        <p:spPr>
          <a:xfrm>
            <a:off x="3315899" y="37272"/>
            <a:ext cx="5682343" cy="4972050"/>
          </a:xfrm>
          <a:prstGeom prst="rect">
            <a:avLst/>
          </a:prstGeom>
          <a:effectLst>
            <a:outerShdw blurRad="50800" dist="338954" dir="5400000" algn="ctr" rotWithShape="0">
              <a:srgbClr val="000000">
                <a:alpha val="43137"/>
              </a:srgbClr>
            </a:outerShdw>
          </a:effectLst>
        </p:spPr>
      </p:pic>
      <p:grpSp>
        <p:nvGrpSpPr>
          <p:cNvPr id="4" name="Google Shape;219;p18">
            <a:extLst>
              <a:ext uri="{FF2B5EF4-FFF2-40B4-BE49-F238E27FC236}">
                <a16:creationId xmlns:a16="http://schemas.microsoft.com/office/drawing/2014/main" id="{BD4DB493-2817-4713-2309-96FE14A4B68B}"/>
              </a:ext>
            </a:extLst>
          </p:cNvPr>
          <p:cNvGrpSpPr/>
          <p:nvPr/>
        </p:nvGrpSpPr>
        <p:grpSpPr>
          <a:xfrm>
            <a:off x="352447" y="4079255"/>
            <a:ext cx="993176" cy="823443"/>
            <a:chOff x="202950" y="1579375"/>
            <a:chExt cx="1537900" cy="1275075"/>
          </a:xfrm>
        </p:grpSpPr>
        <p:sp>
          <p:nvSpPr>
            <p:cNvPr id="6" name="Google Shape;220;p18">
              <a:extLst>
                <a:ext uri="{FF2B5EF4-FFF2-40B4-BE49-F238E27FC236}">
                  <a16:creationId xmlns:a16="http://schemas.microsoft.com/office/drawing/2014/main" id="{0DF0D40D-E4C0-D8D1-5236-B25AC58D1EE7}"/>
                </a:ext>
              </a:extLst>
            </p:cNvPr>
            <p:cNvSpPr/>
            <p:nvPr/>
          </p:nvSpPr>
          <p:spPr>
            <a:xfrm>
              <a:off x="1221225" y="2527600"/>
              <a:ext cx="519625" cy="326850"/>
            </a:xfrm>
            <a:custGeom>
              <a:avLst/>
              <a:gdLst/>
              <a:ahLst/>
              <a:cxnLst/>
              <a:rect l="l" t="t" r="r" b="b"/>
              <a:pathLst>
                <a:path w="20785" h="13074" extrusionOk="0">
                  <a:moveTo>
                    <a:pt x="11242" y="0"/>
                  </a:moveTo>
                  <a:cubicBezTo>
                    <a:pt x="10960" y="0"/>
                    <a:pt x="10698" y="19"/>
                    <a:pt x="10425" y="38"/>
                  </a:cubicBezTo>
                  <a:cubicBezTo>
                    <a:pt x="4048" y="583"/>
                    <a:pt x="0" y="7119"/>
                    <a:pt x="2357" y="13074"/>
                  </a:cubicBezTo>
                  <a:lnTo>
                    <a:pt x="19282" y="13074"/>
                  </a:lnTo>
                  <a:cubicBezTo>
                    <a:pt x="19798" y="13074"/>
                    <a:pt x="20259" y="12726"/>
                    <a:pt x="20409" y="12229"/>
                  </a:cubicBezTo>
                  <a:cubicBezTo>
                    <a:pt x="20662" y="11355"/>
                    <a:pt x="20784" y="10463"/>
                    <a:pt x="20784" y="9561"/>
                  </a:cubicBezTo>
                  <a:cubicBezTo>
                    <a:pt x="20784" y="4283"/>
                    <a:pt x="16511" y="10"/>
                    <a:pt x="11242" y="0"/>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1;p18">
              <a:extLst>
                <a:ext uri="{FF2B5EF4-FFF2-40B4-BE49-F238E27FC236}">
                  <a16:creationId xmlns:a16="http://schemas.microsoft.com/office/drawing/2014/main" id="{D7D76626-02F3-9663-B3FE-CDAB5359DFE5}"/>
                </a:ext>
              </a:extLst>
            </p:cNvPr>
            <p:cNvSpPr/>
            <p:nvPr/>
          </p:nvSpPr>
          <p:spPr>
            <a:xfrm>
              <a:off x="1221225" y="2528550"/>
              <a:ext cx="388125" cy="325900"/>
            </a:xfrm>
            <a:custGeom>
              <a:avLst/>
              <a:gdLst/>
              <a:ahLst/>
              <a:cxnLst/>
              <a:rect l="l" t="t" r="r" b="b"/>
              <a:pathLst>
                <a:path w="15525" h="13036" extrusionOk="0">
                  <a:moveTo>
                    <a:pt x="10425" y="0"/>
                  </a:moveTo>
                  <a:cubicBezTo>
                    <a:pt x="4048" y="545"/>
                    <a:pt x="0" y="7081"/>
                    <a:pt x="2357" y="13036"/>
                  </a:cubicBezTo>
                  <a:lnTo>
                    <a:pt x="15177" y="13036"/>
                  </a:lnTo>
                  <a:cubicBezTo>
                    <a:pt x="15412" y="12294"/>
                    <a:pt x="15525" y="11524"/>
                    <a:pt x="15525" y="10754"/>
                  </a:cubicBezTo>
                  <a:cubicBezTo>
                    <a:pt x="15525" y="7513"/>
                    <a:pt x="13478" y="4630"/>
                    <a:pt x="10425" y="3541"/>
                  </a:cubicBezTo>
                  <a:lnTo>
                    <a:pt x="10425" y="0"/>
                  </a:ln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2;p18">
              <a:extLst>
                <a:ext uri="{FF2B5EF4-FFF2-40B4-BE49-F238E27FC236}">
                  <a16:creationId xmlns:a16="http://schemas.microsoft.com/office/drawing/2014/main" id="{03E6554F-E785-3D46-51AC-862A7995E2FC}"/>
                </a:ext>
              </a:extLst>
            </p:cNvPr>
            <p:cNvSpPr/>
            <p:nvPr/>
          </p:nvSpPr>
          <p:spPr>
            <a:xfrm>
              <a:off x="202950" y="2527725"/>
              <a:ext cx="513475" cy="326725"/>
            </a:xfrm>
            <a:custGeom>
              <a:avLst/>
              <a:gdLst/>
              <a:ahLst/>
              <a:cxnLst/>
              <a:rect l="l" t="t" r="r" b="b"/>
              <a:pathLst>
                <a:path w="20539" h="13069" extrusionOk="0">
                  <a:moveTo>
                    <a:pt x="10943" y="0"/>
                  </a:moveTo>
                  <a:cubicBezTo>
                    <a:pt x="4641" y="0"/>
                    <a:pt x="0" y="6072"/>
                    <a:pt x="1783" y="12224"/>
                  </a:cubicBezTo>
                  <a:cubicBezTo>
                    <a:pt x="1933" y="12721"/>
                    <a:pt x="2393" y="13069"/>
                    <a:pt x="2910" y="13069"/>
                  </a:cubicBezTo>
                  <a:lnTo>
                    <a:pt x="19843" y="13069"/>
                  </a:lnTo>
                  <a:cubicBezTo>
                    <a:pt x="20313" y="11886"/>
                    <a:pt x="20538" y="10627"/>
                    <a:pt x="20510" y="9359"/>
                  </a:cubicBezTo>
                  <a:cubicBezTo>
                    <a:pt x="20416" y="4381"/>
                    <a:pt x="16444" y="268"/>
                    <a:pt x="11466" y="14"/>
                  </a:cubicBezTo>
                  <a:cubicBezTo>
                    <a:pt x="11290" y="5"/>
                    <a:pt x="11116" y="0"/>
                    <a:pt x="10943" y="0"/>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3;p18">
              <a:extLst>
                <a:ext uri="{FF2B5EF4-FFF2-40B4-BE49-F238E27FC236}">
                  <a16:creationId xmlns:a16="http://schemas.microsoft.com/office/drawing/2014/main" id="{1794FDFB-1E9F-0AE9-CF0A-7B10198AA3B6}"/>
                </a:ext>
              </a:extLst>
            </p:cNvPr>
            <p:cNvSpPr/>
            <p:nvPr/>
          </p:nvSpPr>
          <p:spPr>
            <a:xfrm>
              <a:off x="476900" y="1599450"/>
              <a:ext cx="968575" cy="1254775"/>
            </a:xfrm>
            <a:custGeom>
              <a:avLst/>
              <a:gdLst/>
              <a:ahLst/>
              <a:cxnLst/>
              <a:rect l="l" t="t" r="r" b="b"/>
              <a:pathLst>
                <a:path w="38743" h="50191" extrusionOk="0">
                  <a:moveTo>
                    <a:pt x="19376" y="0"/>
                  </a:moveTo>
                  <a:lnTo>
                    <a:pt x="1" y="17394"/>
                  </a:lnTo>
                  <a:lnTo>
                    <a:pt x="1" y="49017"/>
                  </a:lnTo>
                  <a:cubicBezTo>
                    <a:pt x="1" y="49665"/>
                    <a:pt x="527" y="50191"/>
                    <a:pt x="1175" y="50191"/>
                  </a:cubicBezTo>
                  <a:lnTo>
                    <a:pt x="38742" y="50191"/>
                  </a:lnTo>
                  <a:lnTo>
                    <a:pt x="38742" y="17394"/>
                  </a:lnTo>
                  <a:lnTo>
                    <a:pt x="19376"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4;p18">
              <a:extLst>
                <a:ext uri="{FF2B5EF4-FFF2-40B4-BE49-F238E27FC236}">
                  <a16:creationId xmlns:a16="http://schemas.microsoft.com/office/drawing/2014/main" id="{154FA6AA-5439-4BCD-2D08-326E26A8C7FB}"/>
                </a:ext>
              </a:extLst>
            </p:cNvPr>
            <p:cNvSpPr/>
            <p:nvPr/>
          </p:nvSpPr>
          <p:spPr>
            <a:xfrm>
              <a:off x="715225" y="2123975"/>
              <a:ext cx="730250" cy="730475"/>
            </a:xfrm>
            <a:custGeom>
              <a:avLst/>
              <a:gdLst/>
              <a:ahLst/>
              <a:cxnLst/>
              <a:rect l="l" t="t" r="r" b="b"/>
              <a:pathLst>
                <a:path w="29210" h="29219" extrusionOk="0">
                  <a:moveTo>
                    <a:pt x="29209" y="1"/>
                  </a:moveTo>
                  <a:lnTo>
                    <a:pt x="0" y="29219"/>
                  </a:lnTo>
                  <a:lnTo>
                    <a:pt x="29209" y="29219"/>
                  </a:lnTo>
                  <a:lnTo>
                    <a:pt x="29209"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5;p18">
              <a:extLst>
                <a:ext uri="{FF2B5EF4-FFF2-40B4-BE49-F238E27FC236}">
                  <a16:creationId xmlns:a16="http://schemas.microsoft.com/office/drawing/2014/main" id="{77B8EA23-59E1-D9B7-7273-F6075D47D5BB}"/>
                </a:ext>
              </a:extLst>
            </p:cNvPr>
            <p:cNvSpPr/>
            <p:nvPr/>
          </p:nvSpPr>
          <p:spPr>
            <a:xfrm>
              <a:off x="1227800" y="2380150"/>
              <a:ext cx="118125" cy="295150"/>
            </a:xfrm>
            <a:custGeom>
              <a:avLst/>
              <a:gdLst/>
              <a:ahLst/>
              <a:cxnLst/>
              <a:rect l="l" t="t" r="r" b="b"/>
              <a:pathLst>
                <a:path w="4725" h="11806" extrusionOk="0">
                  <a:moveTo>
                    <a:pt x="1249" y="0"/>
                  </a:moveTo>
                  <a:cubicBezTo>
                    <a:pt x="564" y="0"/>
                    <a:pt x="0" y="554"/>
                    <a:pt x="0" y="1240"/>
                  </a:cubicBezTo>
                  <a:lnTo>
                    <a:pt x="0" y="11806"/>
                  </a:lnTo>
                  <a:lnTo>
                    <a:pt x="4724" y="11806"/>
                  </a:lnTo>
                  <a:lnTo>
                    <a:pt x="4724" y="1240"/>
                  </a:lnTo>
                  <a:cubicBezTo>
                    <a:pt x="4724" y="554"/>
                    <a:pt x="4170" y="0"/>
                    <a:pt x="348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6;p18">
              <a:extLst>
                <a:ext uri="{FF2B5EF4-FFF2-40B4-BE49-F238E27FC236}">
                  <a16:creationId xmlns:a16="http://schemas.microsoft.com/office/drawing/2014/main" id="{440E5143-41A0-7975-8035-3168417F97CA}"/>
                </a:ext>
              </a:extLst>
            </p:cNvPr>
            <p:cNvSpPr/>
            <p:nvPr/>
          </p:nvSpPr>
          <p:spPr>
            <a:xfrm>
              <a:off x="576700" y="2380150"/>
              <a:ext cx="117875" cy="295150"/>
            </a:xfrm>
            <a:custGeom>
              <a:avLst/>
              <a:gdLst/>
              <a:ahLst/>
              <a:cxnLst/>
              <a:rect l="l" t="t" r="r" b="b"/>
              <a:pathLst>
                <a:path w="4715" h="11806" extrusionOk="0">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7;p18">
              <a:extLst>
                <a:ext uri="{FF2B5EF4-FFF2-40B4-BE49-F238E27FC236}">
                  <a16:creationId xmlns:a16="http://schemas.microsoft.com/office/drawing/2014/main" id="{490E6715-B87C-EBDA-EB20-948CEE622DBD}"/>
                </a:ext>
              </a:extLst>
            </p:cNvPr>
            <p:cNvSpPr/>
            <p:nvPr/>
          </p:nvSpPr>
          <p:spPr>
            <a:xfrm>
              <a:off x="476900" y="2675275"/>
              <a:ext cx="968800" cy="179175"/>
            </a:xfrm>
            <a:custGeom>
              <a:avLst/>
              <a:gdLst/>
              <a:ahLst/>
              <a:cxnLst/>
              <a:rect l="l" t="t" r="r" b="b"/>
              <a:pathLst>
                <a:path w="38752" h="7167" extrusionOk="0">
                  <a:moveTo>
                    <a:pt x="1" y="1"/>
                  </a:moveTo>
                  <a:lnTo>
                    <a:pt x="1" y="5993"/>
                  </a:lnTo>
                  <a:cubicBezTo>
                    <a:pt x="1" y="6641"/>
                    <a:pt x="527" y="7167"/>
                    <a:pt x="1175" y="7167"/>
                  </a:cubicBezTo>
                  <a:lnTo>
                    <a:pt x="38752" y="7167"/>
                  </a:lnTo>
                  <a:lnTo>
                    <a:pt x="38752" y="1"/>
                  </a:lnTo>
                  <a:close/>
                </a:path>
              </a:pathLst>
            </a:custGeom>
            <a:solidFill>
              <a:srgbClr val="5F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8;p18">
              <a:extLst>
                <a:ext uri="{FF2B5EF4-FFF2-40B4-BE49-F238E27FC236}">
                  <a16:creationId xmlns:a16="http://schemas.microsoft.com/office/drawing/2014/main" id="{5DB99D7D-BE24-21D2-EA72-B0670D34D591}"/>
                </a:ext>
              </a:extLst>
            </p:cNvPr>
            <p:cNvSpPr/>
            <p:nvPr/>
          </p:nvSpPr>
          <p:spPr>
            <a:xfrm>
              <a:off x="476900" y="2675275"/>
              <a:ext cx="968575" cy="178950"/>
            </a:xfrm>
            <a:custGeom>
              <a:avLst/>
              <a:gdLst/>
              <a:ahLst/>
              <a:cxnLst/>
              <a:rect l="l" t="t" r="r" b="b"/>
              <a:pathLst>
                <a:path w="38743" h="7158" extrusionOk="0">
                  <a:moveTo>
                    <a:pt x="1" y="1"/>
                  </a:moveTo>
                  <a:lnTo>
                    <a:pt x="1" y="5984"/>
                  </a:lnTo>
                  <a:cubicBezTo>
                    <a:pt x="1" y="6632"/>
                    <a:pt x="527" y="7158"/>
                    <a:pt x="1175" y="7158"/>
                  </a:cubicBezTo>
                  <a:lnTo>
                    <a:pt x="38742" y="7158"/>
                  </a:lnTo>
                  <a:lnTo>
                    <a:pt x="38742" y="1"/>
                  </a:ln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9;p18">
              <a:extLst>
                <a:ext uri="{FF2B5EF4-FFF2-40B4-BE49-F238E27FC236}">
                  <a16:creationId xmlns:a16="http://schemas.microsoft.com/office/drawing/2014/main" id="{0C0CE73D-209E-0860-8B6B-B6490526F7EA}"/>
                </a:ext>
              </a:extLst>
            </p:cNvPr>
            <p:cNvSpPr/>
            <p:nvPr/>
          </p:nvSpPr>
          <p:spPr>
            <a:xfrm>
              <a:off x="715225" y="2675275"/>
              <a:ext cx="730250" cy="178950"/>
            </a:xfrm>
            <a:custGeom>
              <a:avLst/>
              <a:gdLst/>
              <a:ahLst/>
              <a:cxnLst/>
              <a:rect l="l" t="t" r="r" b="b"/>
              <a:pathLst>
                <a:path w="29210" h="7158" extrusionOk="0">
                  <a:moveTo>
                    <a:pt x="7157" y="1"/>
                  </a:moveTo>
                  <a:lnTo>
                    <a:pt x="0" y="7158"/>
                  </a:lnTo>
                  <a:lnTo>
                    <a:pt x="29209" y="7158"/>
                  </a:lnTo>
                  <a:lnTo>
                    <a:pt x="29209" y="1"/>
                  </a:ln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0;p18">
              <a:extLst>
                <a:ext uri="{FF2B5EF4-FFF2-40B4-BE49-F238E27FC236}">
                  <a16:creationId xmlns:a16="http://schemas.microsoft.com/office/drawing/2014/main" id="{0E760535-BA7F-06F2-C099-6B57C07EDFC4}"/>
                </a:ext>
              </a:extLst>
            </p:cNvPr>
            <p:cNvSpPr/>
            <p:nvPr/>
          </p:nvSpPr>
          <p:spPr>
            <a:xfrm>
              <a:off x="809375" y="2380150"/>
              <a:ext cx="303625" cy="474300"/>
            </a:xfrm>
            <a:custGeom>
              <a:avLst/>
              <a:gdLst/>
              <a:ahLst/>
              <a:cxnLst/>
              <a:rect l="l" t="t" r="r" b="b"/>
              <a:pathLst>
                <a:path w="12145" h="18972" extrusionOk="0">
                  <a:moveTo>
                    <a:pt x="1250" y="0"/>
                  </a:moveTo>
                  <a:cubicBezTo>
                    <a:pt x="564" y="0"/>
                    <a:pt x="1" y="554"/>
                    <a:pt x="1" y="1240"/>
                  </a:cubicBezTo>
                  <a:lnTo>
                    <a:pt x="1" y="18972"/>
                  </a:lnTo>
                  <a:lnTo>
                    <a:pt x="12144" y="18972"/>
                  </a:lnTo>
                  <a:lnTo>
                    <a:pt x="12144" y="1240"/>
                  </a:lnTo>
                  <a:cubicBezTo>
                    <a:pt x="12144" y="554"/>
                    <a:pt x="11590" y="0"/>
                    <a:pt x="1090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1;p18">
              <a:extLst>
                <a:ext uri="{FF2B5EF4-FFF2-40B4-BE49-F238E27FC236}">
                  <a16:creationId xmlns:a16="http://schemas.microsoft.com/office/drawing/2014/main" id="{1D42DB6A-00BB-0F78-F84E-5A972539DA96}"/>
                </a:ext>
              </a:extLst>
            </p:cNvPr>
            <p:cNvSpPr/>
            <p:nvPr/>
          </p:nvSpPr>
          <p:spPr>
            <a:xfrm>
              <a:off x="476900" y="1599450"/>
              <a:ext cx="968575" cy="627175"/>
            </a:xfrm>
            <a:custGeom>
              <a:avLst/>
              <a:gdLst/>
              <a:ahLst/>
              <a:cxnLst/>
              <a:rect l="l" t="t" r="r" b="b"/>
              <a:pathLst>
                <a:path w="38743" h="25087" extrusionOk="0">
                  <a:moveTo>
                    <a:pt x="19376" y="0"/>
                  </a:moveTo>
                  <a:lnTo>
                    <a:pt x="1" y="17394"/>
                  </a:lnTo>
                  <a:lnTo>
                    <a:pt x="1" y="25086"/>
                  </a:lnTo>
                  <a:lnTo>
                    <a:pt x="19376" y="7692"/>
                  </a:lnTo>
                  <a:lnTo>
                    <a:pt x="38742" y="25086"/>
                  </a:lnTo>
                  <a:lnTo>
                    <a:pt x="38742" y="17394"/>
                  </a:lnTo>
                  <a:lnTo>
                    <a:pt x="19376"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2;p18">
              <a:extLst>
                <a:ext uri="{FF2B5EF4-FFF2-40B4-BE49-F238E27FC236}">
                  <a16:creationId xmlns:a16="http://schemas.microsoft.com/office/drawing/2014/main" id="{9A445F55-6CFA-A015-7A9A-0EF55BD8299D}"/>
                </a:ext>
              </a:extLst>
            </p:cNvPr>
            <p:cNvSpPr/>
            <p:nvPr/>
          </p:nvSpPr>
          <p:spPr>
            <a:xfrm>
              <a:off x="323575" y="1579375"/>
              <a:ext cx="1275450" cy="648050"/>
            </a:xfrm>
            <a:custGeom>
              <a:avLst/>
              <a:gdLst/>
              <a:ahLst/>
              <a:cxnLst/>
              <a:rect l="l" t="t" r="r" b="b"/>
              <a:pathLst>
                <a:path w="51018" h="25922" extrusionOk="0">
                  <a:moveTo>
                    <a:pt x="25506" y="0"/>
                  </a:moveTo>
                  <a:cubicBezTo>
                    <a:pt x="24838" y="0"/>
                    <a:pt x="24171" y="240"/>
                    <a:pt x="23640" y="719"/>
                  </a:cubicBezTo>
                  <a:lnTo>
                    <a:pt x="555" y="21447"/>
                  </a:lnTo>
                  <a:cubicBezTo>
                    <a:pt x="38" y="21907"/>
                    <a:pt x="1" y="22686"/>
                    <a:pt x="461" y="23203"/>
                  </a:cubicBezTo>
                  <a:lnTo>
                    <a:pt x="2536" y="25513"/>
                  </a:lnTo>
                  <a:cubicBezTo>
                    <a:pt x="2777" y="25784"/>
                    <a:pt x="3115" y="25921"/>
                    <a:pt x="3454" y="25921"/>
                  </a:cubicBezTo>
                  <a:cubicBezTo>
                    <a:pt x="3750" y="25921"/>
                    <a:pt x="4047" y="25817"/>
                    <a:pt x="4283" y="25607"/>
                  </a:cubicBezTo>
                  <a:lnTo>
                    <a:pt x="25509" y="6551"/>
                  </a:lnTo>
                  <a:lnTo>
                    <a:pt x="46726" y="25607"/>
                  </a:lnTo>
                  <a:cubicBezTo>
                    <a:pt x="46962" y="25817"/>
                    <a:pt x="47259" y="25921"/>
                    <a:pt x="47556" y="25921"/>
                  </a:cubicBezTo>
                  <a:cubicBezTo>
                    <a:pt x="47896" y="25921"/>
                    <a:pt x="48236" y="25784"/>
                    <a:pt x="48482" y="25513"/>
                  </a:cubicBezTo>
                  <a:lnTo>
                    <a:pt x="50558" y="23203"/>
                  </a:lnTo>
                  <a:cubicBezTo>
                    <a:pt x="51018" y="22686"/>
                    <a:pt x="50971" y="21907"/>
                    <a:pt x="50464" y="21447"/>
                  </a:cubicBezTo>
                  <a:lnTo>
                    <a:pt x="27378" y="719"/>
                  </a:lnTo>
                  <a:cubicBezTo>
                    <a:pt x="26843" y="240"/>
                    <a:pt x="26174" y="0"/>
                    <a:pt x="25506" y="0"/>
                  </a:cubicBez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3;p18">
              <a:extLst>
                <a:ext uri="{FF2B5EF4-FFF2-40B4-BE49-F238E27FC236}">
                  <a16:creationId xmlns:a16="http://schemas.microsoft.com/office/drawing/2014/main" id="{027FB08C-60BB-A90E-47C2-844B21E12C74}"/>
                </a:ext>
              </a:extLst>
            </p:cNvPr>
            <p:cNvSpPr/>
            <p:nvPr/>
          </p:nvSpPr>
          <p:spPr>
            <a:xfrm>
              <a:off x="1015775" y="2593800"/>
              <a:ext cx="46275" cy="71875"/>
            </a:xfrm>
            <a:custGeom>
              <a:avLst/>
              <a:gdLst/>
              <a:ahLst/>
              <a:cxnLst/>
              <a:rect l="l" t="t" r="r" b="b"/>
              <a:pathLst>
                <a:path w="1851" h="2875" extrusionOk="0">
                  <a:moveTo>
                    <a:pt x="921" y="1"/>
                  </a:moveTo>
                  <a:cubicBezTo>
                    <a:pt x="413" y="1"/>
                    <a:pt x="0" y="424"/>
                    <a:pt x="19" y="940"/>
                  </a:cubicBezTo>
                  <a:lnTo>
                    <a:pt x="19" y="1964"/>
                  </a:lnTo>
                  <a:cubicBezTo>
                    <a:pt x="19" y="2471"/>
                    <a:pt x="423" y="2875"/>
                    <a:pt x="921" y="2875"/>
                  </a:cubicBezTo>
                  <a:cubicBezTo>
                    <a:pt x="1428" y="2875"/>
                    <a:pt x="1832" y="2471"/>
                    <a:pt x="1832" y="1964"/>
                  </a:cubicBezTo>
                  <a:lnTo>
                    <a:pt x="1832" y="940"/>
                  </a:lnTo>
                  <a:cubicBezTo>
                    <a:pt x="1850" y="424"/>
                    <a:pt x="1437" y="1"/>
                    <a:pt x="921" y="1"/>
                  </a:cubicBez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4;p18">
              <a:extLst>
                <a:ext uri="{FF2B5EF4-FFF2-40B4-BE49-F238E27FC236}">
                  <a16:creationId xmlns:a16="http://schemas.microsoft.com/office/drawing/2014/main" id="{6662910F-BF4D-3A82-F32A-C02530F04475}"/>
                </a:ext>
              </a:extLst>
            </p:cNvPr>
            <p:cNvSpPr/>
            <p:nvPr/>
          </p:nvSpPr>
          <p:spPr>
            <a:xfrm>
              <a:off x="827225" y="2009625"/>
              <a:ext cx="258075" cy="248250"/>
            </a:xfrm>
            <a:custGeom>
              <a:avLst/>
              <a:gdLst/>
              <a:ahLst/>
              <a:cxnLst/>
              <a:rect l="l" t="t" r="r" b="b"/>
              <a:pathLst>
                <a:path w="10323" h="9930" extrusionOk="0">
                  <a:moveTo>
                    <a:pt x="5363" y="1"/>
                  </a:moveTo>
                  <a:cubicBezTo>
                    <a:pt x="3353" y="1"/>
                    <a:pt x="1541" y="1203"/>
                    <a:pt x="771" y="3063"/>
                  </a:cubicBezTo>
                  <a:cubicBezTo>
                    <a:pt x="0" y="4922"/>
                    <a:pt x="432" y="7054"/>
                    <a:pt x="1851" y="8472"/>
                  </a:cubicBezTo>
                  <a:cubicBezTo>
                    <a:pt x="2801" y="9422"/>
                    <a:pt x="4071" y="9930"/>
                    <a:pt x="5365" y="9930"/>
                  </a:cubicBezTo>
                  <a:cubicBezTo>
                    <a:pt x="6003" y="9930"/>
                    <a:pt x="6647" y="9807"/>
                    <a:pt x="7260" y="9553"/>
                  </a:cubicBezTo>
                  <a:cubicBezTo>
                    <a:pt x="9120" y="8782"/>
                    <a:pt x="10322" y="6970"/>
                    <a:pt x="10322" y="4960"/>
                  </a:cubicBezTo>
                  <a:cubicBezTo>
                    <a:pt x="10322" y="2217"/>
                    <a:pt x="8106" y="1"/>
                    <a:pt x="536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5;p18">
              <a:extLst>
                <a:ext uri="{FF2B5EF4-FFF2-40B4-BE49-F238E27FC236}">
                  <a16:creationId xmlns:a16="http://schemas.microsoft.com/office/drawing/2014/main" id="{3B9C87CF-A048-B211-BCD7-07ED51C291C5}"/>
                </a:ext>
              </a:extLst>
            </p:cNvPr>
            <p:cNvSpPr/>
            <p:nvPr/>
          </p:nvSpPr>
          <p:spPr>
            <a:xfrm>
              <a:off x="1235775" y="2642175"/>
              <a:ext cx="355775" cy="212275"/>
            </a:xfrm>
            <a:custGeom>
              <a:avLst/>
              <a:gdLst/>
              <a:ahLst/>
              <a:cxnLst/>
              <a:rect l="l" t="t" r="r" b="b"/>
              <a:pathLst>
                <a:path w="14231" h="8491" extrusionOk="0">
                  <a:moveTo>
                    <a:pt x="7316" y="1"/>
                  </a:moveTo>
                  <a:cubicBezTo>
                    <a:pt x="7155" y="1"/>
                    <a:pt x="6992" y="7"/>
                    <a:pt x="6828" y="19"/>
                  </a:cubicBezTo>
                  <a:cubicBezTo>
                    <a:pt x="2658" y="339"/>
                    <a:pt x="0" y="4603"/>
                    <a:pt x="1541" y="8491"/>
                  </a:cubicBezTo>
                  <a:lnTo>
                    <a:pt x="12201" y="8491"/>
                  </a:lnTo>
                  <a:cubicBezTo>
                    <a:pt x="12745" y="8482"/>
                    <a:pt x="13215" y="8106"/>
                    <a:pt x="13346" y="7580"/>
                  </a:cubicBezTo>
                  <a:cubicBezTo>
                    <a:pt x="14230" y="3665"/>
                    <a:pt x="11241" y="1"/>
                    <a:pt x="7316" y="1"/>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52986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16"/>
          <p:cNvSpPr txBox="1">
            <a:spLocks noGrp="1"/>
          </p:cNvSpPr>
          <p:nvPr>
            <p:ph type="ctrTitle" idx="15"/>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Average House Price Index by Country</a:t>
            </a:r>
            <a:endParaRPr dirty="0"/>
          </a:p>
        </p:txBody>
      </p:sp>
      <p:sp>
        <p:nvSpPr>
          <p:cNvPr id="153" name="Google Shape;153;p16"/>
          <p:cNvSpPr/>
          <p:nvPr/>
        </p:nvSpPr>
        <p:spPr>
          <a:xfrm>
            <a:off x="6211396" y="1509475"/>
            <a:ext cx="657300" cy="657300"/>
          </a:xfrm>
          <a:prstGeom prst="ellipse">
            <a:avLst/>
          </a:pr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1905000" y="1509475"/>
            <a:ext cx="657300" cy="657300"/>
          </a:xfrm>
          <a:prstGeom prst="ellipse">
            <a:avLst/>
          </a:pr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4052244" y="3012350"/>
            <a:ext cx="657300" cy="657300"/>
          </a:xfrm>
          <a:prstGeom prst="ellipse">
            <a:avLst/>
          </a:pr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txBox="1">
            <a:spLocks noGrp="1"/>
          </p:cNvSpPr>
          <p:nvPr>
            <p:ph type="ctrTitle" idx="16"/>
          </p:nvPr>
        </p:nvSpPr>
        <p:spPr>
          <a:xfrm>
            <a:off x="1226125" y="1853313"/>
            <a:ext cx="23928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ABOT US</a:t>
            </a:r>
            <a:endParaRPr dirty="0"/>
          </a:p>
        </p:txBody>
      </p:sp>
      <p:sp>
        <p:nvSpPr>
          <p:cNvPr id="171" name="Google Shape;171;p16"/>
          <p:cNvSpPr txBox="1">
            <a:spLocks noGrp="1"/>
          </p:cNvSpPr>
          <p:nvPr>
            <p:ph type="ctrTitle"/>
          </p:nvPr>
        </p:nvSpPr>
        <p:spPr>
          <a:xfrm>
            <a:off x="3414640" y="1853313"/>
            <a:ext cx="2322300" cy="57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 ANALYSIS</a:t>
            </a:r>
            <a:endParaRPr/>
          </a:p>
        </p:txBody>
      </p:sp>
      <p:grpSp>
        <p:nvGrpSpPr>
          <p:cNvPr id="174" name="Google Shape;174;p16"/>
          <p:cNvGrpSpPr/>
          <p:nvPr/>
        </p:nvGrpSpPr>
        <p:grpSpPr>
          <a:xfrm>
            <a:off x="8229646" y="3183594"/>
            <a:ext cx="1038447" cy="2176554"/>
            <a:chOff x="2106350" y="2477950"/>
            <a:chExt cx="872425" cy="1828576"/>
          </a:xfrm>
        </p:grpSpPr>
        <p:sp>
          <p:nvSpPr>
            <p:cNvPr id="175" name="Google Shape;175;p16"/>
            <p:cNvSpPr/>
            <p:nvPr/>
          </p:nvSpPr>
          <p:spPr>
            <a:xfrm>
              <a:off x="2106350" y="2477950"/>
              <a:ext cx="872425" cy="1131600"/>
            </a:xfrm>
            <a:custGeom>
              <a:avLst/>
              <a:gdLst/>
              <a:ahLst/>
              <a:cxnLst/>
              <a:rect l="l" t="t" r="r" b="b"/>
              <a:pathLst>
                <a:path w="34897" h="45264" extrusionOk="0">
                  <a:moveTo>
                    <a:pt x="17276" y="0"/>
                  </a:moveTo>
                  <a:cubicBezTo>
                    <a:pt x="7751" y="0"/>
                    <a:pt x="0" y="7161"/>
                    <a:pt x="0" y="16027"/>
                  </a:cubicBezTo>
                  <a:cubicBezTo>
                    <a:pt x="0" y="19703"/>
                    <a:pt x="1310" y="23294"/>
                    <a:pt x="3760" y="26082"/>
                  </a:cubicBezTo>
                  <a:cubicBezTo>
                    <a:pt x="5619" y="28152"/>
                    <a:pt x="6464" y="30898"/>
                    <a:pt x="6168" y="33687"/>
                  </a:cubicBezTo>
                  <a:cubicBezTo>
                    <a:pt x="6084" y="34194"/>
                    <a:pt x="6084" y="34701"/>
                    <a:pt x="6084" y="35208"/>
                  </a:cubicBezTo>
                  <a:cubicBezTo>
                    <a:pt x="6251" y="40775"/>
                    <a:pt x="11271" y="45264"/>
                    <a:pt x="17281" y="45264"/>
                  </a:cubicBezTo>
                  <a:cubicBezTo>
                    <a:pt x="17337" y="45264"/>
                    <a:pt x="17393" y="45263"/>
                    <a:pt x="17449" y="45263"/>
                  </a:cubicBezTo>
                  <a:cubicBezTo>
                    <a:pt x="23490" y="45136"/>
                    <a:pt x="28391" y="40573"/>
                    <a:pt x="28391" y="34912"/>
                  </a:cubicBezTo>
                  <a:lnTo>
                    <a:pt x="28391" y="34236"/>
                  </a:lnTo>
                  <a:cubicBezTo>
                    <a:pt x="28180" y="31109"/>
                    <a:pt x="29151" y="28025"/>
                    <a:pt x="31095" y="25617"/>
                  </a:cubicBezTo>
                  <a:cubicBezTo>
                    <a:pt x="33714" y="22364"/>
                    <a:pt x="34897" y="18224"/>
                    <a:pt x="34390" y="14084"/>
                  </a:cubicBezTo>
                  <a:cubicBezTo>
                    <a:pt x="33460" y="6775"/>
                    <a:pt x="27166" y="944"/>
                    <a:pt x="19223" y="99"/>
                  </a:cubicBezTo>
                  <a:cubicBezTo>
                    <a:pt x="18567" y="33"/>
                    <a:pt x="17917" y="0"/>
                    <a:pt x="17276" y="0"/>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2366600" y="3007376"/>
              <a:ext cx="343900" cy="1299150"/>
            </a:xfrm>
            <a:custGeom>
              <a:avLst/>
              <a:gdLst/>
              <a:ahLst/>
              <a:cxnLst/>
              <a:rect l="l" t="t" r="r" b="b"/>
              <a:pathLst>
                <a:path w="13756" h="51966" extrusionOk="0">
                  <a:moveTo>
                    <a:pt x="6954" y="1"/>
                  </a:moveTo>
                  <a:cubicBezTo>
                    <a:pt x="6574" y="1"/>
                    <a:pt x="6320" y="296"/>
                    <a:pt x="6320" y="634"/>
                  </a:cubicBezTo>
                  <a:lnTo>
                    <a:pt x="6320" y="9887"/>
                  </a:lnTo>
                  <a:lnTo>
                    <a:pt x="1673" y="3549"/>
                  </a:lnTo>
                  <a:cubicBezTo>
                    <a:pt x="1543" y="3336"/>
                    <a:pt x="1360" y="3249"/>
                    <a:pt x="1176" y="3249"/>
                  </a:cubicBezTo>
                  <a:cubicBezTo>
                    <a:pt x="705" y="3249"/>
                    <a:pt x="233" y="3823"/>
                    <a:pt x="659" y="4310"/>
                  </a:cubicBezTo>
                  <a:lnTo>
                    <a:pt x="5940" y="11577"/>
                  </a:lnTo>
                  <a:cubicBezTo>
                    <a:pt x="6025" y="11703"/>
                    <a:pt x="6151" y="11788"/>
                    <a:pt x="6320" y="11830"/>
                  </a:cubicBezTo>
                  <a:lnTo>
                    <a:pt x="6320" y="17069"/>
                  </a:lnTo>
                  <a:lnTo>
                    <a:pt x="1293" y="11112"/>
                  </a:lnTo>
                  <a:cubicBezTo>
                    <a:pt x="1160" y="10979"/>
                    <a:pt x="1010" y="10923"/>
                    <a:pt x="865" y="10923"/>
                  </a:cubicBezTo>
                  <a:cubicBezTo>
                    <a:pt x="409" y="10923"/>
                    <a:pt x="1" y="11476"/>
                    <a:pt x="321" y="11957"/>
                  </a:cubicBezTo>
                  <a:lnTo>
                    <a:pt x="6320" y="19012"/>
                  </a:lnTo>
                  <a:lnTo>
                    <a:pt x="6320" y="51332"/>
                  </a:lnTo>
                  <a:cubicBezTo>
                    <a:pt x="6278" y="51670"/>
                    <a:pt x="6574" y="51966"/>
                    <a:pt x="6954" y="51966"/>
                  </a:cubicBezTo>
                  <a:cubicBezTo>
                    <a:pt x="7292" y="51966"/>
                    <a:pt x="7546" y="51670"/>
                    <a:pt x="7546" y="51332"/>
                  </a:cubicBezTo>
                  <a:lnTo>
                    <a:pt x="7546" y="19012"/>
                  </a:lnTo>
                  <a:lnTo>
                    <a:pt x="13545" y="11915"/>
                  </a:lnTo>
                  <a:cubicBezTo>
                    <a:pt x="13756" y="11661"/>
                    <a:pt x="13714" y="11281"/>
                    <a:pt x="13460" y="11027"/>
                  </a:cubicBezTo>
                  <a:cubicBezTo>
                    <a:pt x="13351" y="10936"/>
                    <a:pt x="13210" y="10892"/>
                    <a:pt x="13068" y="10892"/>
                  </a:cubicBezTo>
                  <a:cubicBezTo>
                    <a:pt x="12881" y="10892"/>
                    <a:pt x="12693" y="10968"/>
                    <a:pt x="12573" y="11112"/>
                  </a:cubicBezTo>
                  <a:lnTo>
                    <a:pt x="7588" y="17069"/>
                  </a:lnTo>
                  <a:lnTo>
                    <a:pt x="7588" y="11788"/>
                  </a:lnTo>
                  <a:cubicBezTo>
                    <a:pt x="7715" y="11788"/>
                    <a:pt x="7841" y="11703"/>
                    <a:pt x="7926" y="11577"/>
                  </a:cubicBezTo>
                  <a:lnTo>
                    <a:pt x="13207" y="4310"/>
                  </a:lnTo>
                  <a:cubicBezTo>
                    <a:pt x="13515" y="3816"/>
                    <a:pt x="13103" y="3323"/>
                    <a:pt x="12660" y="3323"/>
                  </a:cubicBezTo>
                  <a:cubicBezTo>
                    <a:pt x="12497" y="3323"/>
                    <a:pt x="12330" y="3390"/>
                    <a:pt x="12193" y="3549"/>
                  </a:cubicBezTo>
                  <a:lnTo>
                    <a:pt x="7588" y="9887"/>
                  </a:lnTo>
                  <a:lnTo>
                    <a:pt x="7588" y="634"/>
                  </a:lnTo>
                  <a:cubicBezTo>
                    <a:pt x="7588" y="296"/>
                    <a:pt x="7292" y="1"/>
                    <a:pt x="695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16"/>
          <p:cNvGrpSpPr/>
          <p:nvPr/>
        </p:nvGrpSpPr>
        <p:grpSpPr>
          <a:xfrm>
            <a:off x="8084918" y="4138811"/>
            <a:ext cx="755602" cy="1299808"/>
            <a:chOff x="5609750" y="3138575"/>
            <a:chExt cx="634800" cy="1092000"/>
          </a:xfrm>
        </p:grpSpPr>
        <p:sp>
          <p:nvSpPr>
            <p:cNvPr id="178" name="Google Shape;178;p16"/>
            <p:cNvSpPr/>
            <p:nvPr/>
          </p:nvSpPr>
          <p:spPr>
            <a:xfrm>
              <a:off x="5609750" y="3138575"/>
              <a:ext cx="634800" cy="822675"/>
            </a:xfrm>
            <a:custGeom>
              <a:avLst/>
              <a:gdLst/>
              <a:ahLst/>
              <a:cxnLst/>
              <a:rect l="l" t="t" r="r" b="b"/>
              <a:pathLst>
                <a:path w="25392" h="32907" extrusionOk="0">
                  <a:moveTo>
                    <a:pt x="12801" y="1"/>
                  </a:moveTo>
                  <a:cubicBezTo>
                    <a:pt x="12314" y="1"/>
                    <a:pt x="11821" y="27"/>
                    <a:pt x="11323" y="79"/>
                  </a:cubicBezTo>
                  <a:cubicBezTo>
                    <a:pt x="5577" y="713"/>
                    <a:pt x="1014" y="4980"/>
                    <a:pt x="338" y="10303"/>
                  </a:cubicBezTo>
                  <a:cubicBezTo>
                    <a:pt x="0" y="13303"/>
                    <a:pt x="845" y="16345"/>
                    <a:pt x="2789" y="18669"/>
                  </a:cubicBezTo>
                  <a:cubicBezTo>
                    <a:pt x="4225" y="20443"/>
                    <a:pt x="4943" y="22682"/>
                    <a:pt x="4817" y="24964"/>
                  </a:cubicBezTo>
                  <a:lnTo>
                    <a:pt x="4817" y="25428"/>
                  </a:lnTo>
                  <a:cubicBezTo>
                    <a:pt x="4817" y="29526"/>
                    <a:pt x="8365" y="32864"/>
                    <a:pt x="12802" y="32906"/>
                  </a:cubicBezTo>
                  <a:cubicBezTo>
                    <a:pt x="12830" y="32906"/>
                    <a:pt x="12858" y="32907"/>
                    <a:pt x="12886" y="32907"/>
                  </a:cubicBezTo>
                  <a:cubicBezTo>
                    <a:pt x="17243" y="32907"/>
                    <a:pt x="20914" y="29669"/>
                    <a:pt x="20998" y="25555"/>
                  </a:cubicBezTo>
                  <a:cubicBezTo>
                    <a:pt x="21040" y="25217"/>
                    <a:pt x="20998" y="24837"/>
                    <a:pt x="20955" y="24457"/>
                  </a:cubicBezTo>
                  <a:cubicBezTo>
                    <a:pt x="20702" y="22429"/>
                    <a:pt x="21336" y="20443"/>
                    <a:pt x="22688" y="18922"/>
                  </a:cubicBezTo>
                  <a:cubicBezTo>
                    <a:pt x="24420" y="16894"/>
                    <a:pt x="25391" y="14275"/>
                    <a:pt x="25391" y="11613"/>
                  </a:cubicBezTo>
                  <a:cubicBezTo>
                    <a:pt x="25352" y="5180"/>
                    <a:pt x="19709" y="1"/>
                    <a:pt x="12801" y="1"/>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5807250" y="3453975"/>
              <a:ext cx="259150" cy="776600"/>
            </a:xfrm>
            <a:custGeom>
              <a:avLst/>
              <a:gdLst/>
              <a:ahLst/>
              <a:cxnLst/>
              <a:rect l="l" t="t" r="r" b="b"/>
              <a:pathLst>
                <a:path w="10366" h="31064" extrusionOk="0">
                  <a:moveTo>
                    <a:pt x="4902" y="1"/>
                  </a:moveTo>
                  <a:cubicBezTo>
                    <a:pt x="4542" y="1"/>
                    <a:pt x="4183" y="243"/>
                    <a:pt x="4226" y="729"/>
                  </a:cubicBezTo>
                  <a:lnTo>
                    <a:pt x="4226" y="6855"/>
                  </a:lnTo>
                  <a:lnTo>
                    <a:pt x="1226" y="2757"/>
                  </a:lnTo>
                  <a:cubicBezTo>
                    <a:pt x="1100" y="2582"/>
                    <a:pt x="900" y="2480"/>
                    <a:pt x="697" y="2480"/>
                  </a:cubicBezTo>
                  <a:cubicBezTo>
                    <a:pt x="557" y="2480"/>
                    <a:pt x="417" y="2528"/>
                    <a:pt x="296" y="2630"/>
                  </a:cubicBezTo>
                  <a:cubicBezTo>
                    <a:pt x="43" y="2842"/>
                    <a:pt x="1" y="3264"/>
                    <a:pt x="212" y="3518"/>
                  </a:cubicBezTo>
                  <a:lnTo>
                    <a:pt x="4057" y="8799"/>
                  </a:lnTo>
                  <a:cubicBezTo>
                    <a:pt x="4141" y="8883"/>
                    <a:pt x="4226" y="8968"/>
                    <a:pt x="4310" y="9010"/>
                  </a:cubicBezTo>
                  <a:lnTo>
                    <a:pt x="4395" y="30430"/>
                  </a:lnTo>
                  <a:cubicBezTo>
                    <a:pt x="4437" y="30852"/>
                    <a:pt x="4754" y="31063"/>
                    <a:pt x="5071" y="31063"/>
                  </a:cubicBezTo>
                  <a:cubicBezTo>
                    <a:pt x="5387" y="31063"/>
                    <a:pt x="5704" y="30852"/>
                    <a:pt x="5746" y="30430"/>
                  </a:cubicBezTo>
                  <a:lnTo>
                    <a:pt x="5662" y="14206"/>
                  </a:lnTo>
                  <a:lnTo>
                    <a:pt x="9929" y="9094"/>
                  </a:lnTo>
                  <a:cubicBezTo>
                    <a:pt x="10366" y="8564"/>
                    <a:pt x="9904" y="7941"/>
                    <a:pt x="9394" y="7941"/>
                  </a:cubicBezTo>
                  <a:cubicBezTo>
                    <a:pt x="9214" y="7941"/>
                    <a:pt x="9027" y="8019"/>
                    <a:pt x="8873" y="8207"/>
                  </a:cubicBezTo>
                  <a:lnTo>
                    <a:pt x="5662" y="12094"/>
                  </a:lnTo>
                  <a:lnTo>
                    <a:pt x="5577" y="729"/>
                  </a:lnTo>
                  <a:cubicBezTo>
                    <a:pt x="5620" y="243"/>
                    <a:pt x="5261" y="1"/>
                    <a:pt x="490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Subtitle 7">
            <a:extLst>
              <a:ext uri="{FF2B5EF4-FFF2-40B4-BE49-F238E27FC236}">
                <a16:creationId xmlns:a16="http://schemas.microsoft.com/office/drawing/2014/main" id="{4BA69B3E-5E89-02B3-67ED-6C6EB7C2443A}"/>
              </a:ext>
            </a:extLst>
          </p:cNvPr>
          <p:cNvSpPr>
            <a:spLocks noGrp="1"/>
          </p:cNvSpPr>
          <p:nvPr>
            <p:ph type="subTitle" idx="1"/>
          </p:nvPr>
        </p:nvSpPr>
        <p:spPr/>
        <p:txBody>
          <a:bodyPr/>
          <a:lstStyle/>
          <a:p>
            <a:endParaRPr lang="en-US"/>
          </a:p>
        </p:txBody>
      </p:sp>
      <p:sp>
        <p:nvSpPr>
          <p:cNvPr id="10" name="Title 9">
            <a:extLst>
              <a:ext uri="{FF2B5EF4-FFF2-40B4-BE49-F238E27FC236}">
                <a16:creationId xmlns:a16="http://schemas.microsoft.com/office/drawing/2014/main" id="{4CDF3A13-BB88-A0CE-E3DA-75826F177C2E}"/>
              </a:ext>
            </a:extLst>
          </p:cNvPr>
          <p:cNvSpPr>
            <a:spLocks noGrp="1"/>
          </p:cNvSpPr>
          <p:nvPr>
            <p:ph type="title" idx="2"/>
          </p:nvPr>
        </p:nvSpPr>
        <p:spPr/>
        <p:txBody>
          <a:bodyPr/>
          <a:lstStyle/>
          <a:p>
            <a:endParaRPr lang="en-US"/>
          </a:p>
        </p:txBody>
      </p:sp>
      <p:sp>
        <p:nvSpPr>
          <p:cNvPr id="12" name="Title 11">
            <a:extLst>
              <a:ext uri="{FF2B5EF4-FFF2-40B4-BE49-F238E27FC236}">
                <a16:creationId xmlns:a16="http://schemas.microsoft.com/office/drawing/2014/main" id="{AFE7550C-81B0-77E7-629E-BF0A9CBDDC92}"/>
              </a:ext>
            </a:extLst>
          </p:cNvPr>
          <p:cNvSpPr>
            <a:spLocks noGrp="1"/>
          </p:cNvSpPr>
          <p:nvPr>
            <p:ph type="title" idx="8"/>
          </p:nvPr>
        </p:nvSpPr>
        <p:spPr/>
        <p:txBody>
          <a:bodyPr/>
          <a:lstStyle/>
          <a:p>
            <a:endParaRPr lang="en-US"/>
          </a:p>
        </p:txBody>
      </p:sp>
      <p:sp>
        <p:nvSpPr>
          <p:cNvPr id="16" name="Subtitle 15">
            <a:extLst>
              <a:ext uri="{FF2B5EF4-FFF2-40B4-BE49-F238E27FC236}">
                <a16:creationId xmlns:a16="http://schemas.microsoft.com/office/drawing/2014/main" id="{8158EE99-71D7-1FD8-8CE3-71042569F50F}"/>
              </a:ext>
            </a:extLst>
          </p:cNvPr>
          <p:cNvSpPr>
            <a:spLocks noGrp="1"/>
          </p:cNvSpPr>
          <p:nvPr>
            <p:ph type="subTitle" idx="7"/>
          </p:nvPr>
        </p:nvSpPr>
        <p:spPr/>
        <p:txBody>
          <a:bodyPr/>
          <a:lstStyle/>
          <a:p>
            <a:endParaRPr lang="en-US"/>
          </a:p>
        </p:txBody>
      </p:sp>
      <p:grpSp>
        <p:nvGrpSpPr>
          <p:cNvPr id="17" name="Google Shape;211;p18">
            <a:extLst>
              <a:ext uri="{FF2B5EF4-FFF2-40B4-BE49-F238E27FC236}">
                <a16:creationId xmlns:a16="http://schemas.microsoft.com/office/drawing/2014/main" id="{F14682A0-A094-6A78-C0D6-C5321E463491}"/>
              </a:ext>
            </a:extLst>
          </p:cNvPr>
          <p:cNvGrpSpPr/>
          <p:nvPr/>
        </p:nvGrpSpPr>
        <p:grpSpPr>
          <a:xfrm>
            <a:off x="195235" y="4298531"/>
            <a:ext cx="1028570" cy="677894"/>
            <a:chOff x="1928200" y="3132125"/>
            <a:chExt cx="1512825" cy="997050"/>
          </a:xfrm>
        </p:grpSpPr>
        <p:sp>
          <p:nvSpPr>
            <p:cNvPr id="18" name="Google Shape;212;p18">
              <a:extLst>
                <a:ext uri="{FF2B5EF4-FFF2-40B4-BE49-F238E27FC236}">
                  <a16:creationId xmlns:a16="http://schemas.microsoft.com/office/drawing/2014/main" id="{8E79D32B-34C9-FD9A-32CC-C247B2A5742B}"/>
                </a:ext>
              </a:extLst>
            </p:cNvPr>
            <p:cNvSpPr/>
            <p:nvPr/>
          </p:nvSpPr>
          <p:spPr>
            <a:xfrm>
              <a:off x="2718300" y="3132125"/>
              <a:ext cx="416325" cy="261200"/>
            </a:xfrm>
            <a:custGeom>
              <a:avLst/>
              <a:gdLst/>
              <a:ahLst/>
              <a:cxnLst/>
              <a:rect l="l" t="t" r="r" b="b"/>
              <a:pathLst>
                <a:path w="16653" h="10448" extrusionOk="0">
                  <a:moveTo>
                    <a:pt x="8336" y="1"/>
                  </a:moveTo>
                  <a:cubicBezTo>
                    <a:pt x="6313" y="1"/>
                    <a:pt x="4597" y="1526"/>
                    <a:pt x="4396" y="3554"/>
                  </a:cubicBezTo>
                  <a:cubicBezTo>
                    <a:pt x="4104" y="3469"/>
                    <a:pt x="3804" y="3432"/>
                    <a:pt x="3503" y="3432"/>
                  </a:cubicBezTo>
                  <a:cubicBezTo>
                    <a:pt x="1569" y="3432"/>
                    <a:pt x="0" y="5000"/>
                    <a:pt x="0" y="6935"/>
                  </a:cubicBezTo>
                  <a:cubicBezTo>
                    <a:pt x="0" y="8869"/>
                    <a:pt x="1569" y="10447"/>
                    <a:pt x="3503" y="10447"/>
                  </a:cubicBezTo>
                  <a:lnTo>
                    <a:pt x="13581" y="10447"/>
                  </a:lnTo>
                  <a:cubicBezTo>
                    <a:pt x="15271" y="10447"/>
                    <a:pt x="16652" y="9067"/>
                    <a:pt x="16652" y="7376"/>
                  </a:cubicBezTo>
                  <a:cubicBezTo>
                    <a:pt x="16652" y="5682"/>
                    <a:pt x="15281" y="4305"/>
                    <a:pt x="13598" y="4305"/>
                  </a:cubicBezTo>
                  <a:cubicBezTo>
                    <a:pt x="13592" y="4305"/>
                    <a:pt x="13587" y="4305"/>
                    <a:pt x="13581" y="4305"/>
                  </a:cubicBezTo>
                  <a:cubicBezTo>
                    <a:pt x="13093" y="4305"/>
                    <a:pt x="12614" y="4418"/>
                    <a:pt x="12182" y="4643"/>
                  </a:cubicBezTo>
                  <a:cubicBezTo>
                    <a:pt x="12238" y="4389"/>
                    <a:pt x="12266" y="4127"/>
                    <a:pt x="12266" y="3864"/>
                  </a:cubicBezTo>
                  <a:cubicBezTo>
                    <a:pt x="12219" y="1779"/>
                    <a:pt x="10557" y="88"/>
                    <a:pt x="8481" y="3"/>
                  </a:cubicBezTo>
                  <a:cubicBezTo>
                    <a:pt x="8432" y="2"/>
                    <a:pt x="8384" y="1"/>
                    <a:pt x="8336" y="1"/>
                  </a:cubicBezTo>
                  <a:close/>
                </a:path>
              </a:pathLst>
            </a:custGeom>
            <a:solidFill>
              <a:srgbClr val="FF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p18">
              <a:extLst>
                <a:ext uri="{FF2B5EF4-FFF2-40B4-BE49-F238E27FC236}">
                  <a16:creationId xmlns:a16="http://schemas.microsoft.com/office/drawing/2014/main" id="{97202527-22E4-54BA-7FAB-3CFD71099A22}"/>
                </a:ext>
              </a:extLst>
            </p:cNvPr>
            <p:cNvSpPr/>
            <p:nvPr/>
          </p:nvSpPr>
          <p:spPr>
            <a:xfrm>
              <a:off x="2850725" y="3580650"/>
              <a:ext cx="512350" cy="548525"/>
            </a:xfrm>
            <a:custGeom>
              <a:avLst/>
              <a:gdLst/>
              <a:ahLst/>
              <a:cxnLst/>
              <a:rect l="l" t="t" r="r" b="b"/>
              <a:pathLst>
                <a:path w="20494" h="21941" extrusionOk="0">
                  <a:moveTo>
                    <a:pt x="10242" y="1"/>
                  </a:moveTo>
                  <a:cubicBezTo>
                    <a:pt x="9942" y="1"/>
                    <a:pt x="9641" y="76"/>
                    <a:pt x="9373" y="226"/>
                  </a:cubicBezTo>
                  <a:lnTo>
                    <a:pt x="892" y="5054"/>
                  </a:lnTo>
                  <a:cubicBezTo>
                    <a:pt x="338" y="5364"/>
                    <a:pt x="0" y="5946"/>
                    <a:pt x="0" y="6585"/>
                  </a:cubicBezTo>
                  <a:lnTo>
                    <a:pt x="0" y="20184"/>
                  </a:lnTo>
                  <a:cubicBezTo>
                    <a:pt x="0" y="21151"/>
                    <a:pt x="789" y="21940"/>
                    <a:pt x="1756" y="21940"/>
                  </a:cubicBezTo>
                  <a:lnTo>
                    <a:pt x="18728" y="21940"/>
                  </a:lnTo>
                  <a:cubicBezTo>
                    <a:pt x="19705" y="21940"/>
                    <a:pt x="20493" y="21151"/>
                    <a:pt x="20493" y="20175"/>
                  </a:cubicBezTo>
                  <a:lnTo>
                    <a:pt x="20493" y="6585"/>
                  </a:lnTo>
                  <a:cubicBezTo>
                    <a:pt x="20493" y="5946"/>
                    <a:pt x="20155" y="5364"/>
                    <a:pt x="19601" y="5054"/>
                  </a:cubicBezTo>
                  <a:lnTo>
                    <a:pt x="11111" y="226"/>
                  </a:lnTo>
                  <a:cubicBezTo>
                    <a:pt x="10843" y="76"/>
                    <a:pt x="10543" y="1"/>
                    <a:pt x="10242" y="1"/>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4;p18">
              <a:extLst>
                <a:ext uri="{FF2B5EF4-FFF2-40B4-BE49-F238E27FC236}">
                  <a16:creationId xmlns:a16="http://schemas.microsoft.com/office/drawing/2014/main" id="{2831BB8B-F4B4-B17E-C1DB-A40D65E54AE7}"/>
                </a:ext>
              </a:extLst>
            </p:cNvPr>
            <p:cNvSpPr/>
            <p:nvPr/>
          </p:nvSpPr>
          <p:spPr>
            <a:xfrm>
              <a:off x="2993700" y="3850450"/>
              <a:ext cx="226375" cy="278725"/>
            </a:xfrm>
            <a:custGeom>
              <a:avLst/>
              <a:gdLst/>
              <a:ahLst/>
              <a:cxnLst/>
              <a:rect l="l" t="t" r="r" b="b"/>
              <a:pathLst>
                <a:path w="9055" h="11149" extrusionOk="0">
                  <a:moveTo>
                    <a:pt x="1757" y="0"/>
                  </a:moveTo>
                  <a:cubicBezTo>
                    <a:pt x="780" y="0"/>
                    <a:pt x="1" y="780"/>
                    <a:pt x="1" y="1756"/>
                  </a:cubicBezTo>
                  <a:lnTo>
                    <a:pt x="1" y="11148"/>
                  </a:lnTo>
                  <a:lnTo>
                    <a:pt x="9055" y="11148"/>
                  </a:lnTo>
                  <a:lnTo>
                    <a:pt x="9055" y="1756"/>
                  </a:lnTo>
                  <a:cubicBezTo>
                    <a:pt x="9055" y="780"/>
                    <a:pt x="8266" y="0"/>
                    <a:pt x="729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5;p18">
              <a:extLst>
                <a:ext uri="{FF2B5EF4-FFF2-40B4-BE49-F238E27FC236}">
                  <a16:creationId xmlns:a16="http://schemas.microsoft.com/office/drawing/2014/main" id="{9EE9A157-7B3B-7442-BD1F-97DC74D2555E}"/>
                </a:ext>
              </a:extLst>
            </p:cNvPr>
            <p:cNvSpPr/>
            <p:nvPr/>
          </p:nvSpPr>
          <p:spPr>
            <a:xfrm>
              <a:off x="2844375" y="3580650"/>
              <a:ext cx="596650" cy="250800"/>
            </a:xfrm>
            <a:custGeom>
              <a:avLst/>
              <a:gdLst/>
              <a:ahLst/>
              <a:cxnLst/>
              <a:rect l="l" t="t" r="r" b="b"/>
              <a:pathLst>
                <a:path w="23866" h="10032" extrusionOk="0">
                  <a:moveTo>
                    <a:pt x="10496" y="1"/>
                  </a:moveTo>
                  <a:cubicBezTo>
                    <a:pt x="10196" y="1"/>
                    <a:pt x="9895" y="76"/>
                    <a:pt x="9627" y="226"/>
                  </a:cubicBezTo>
                  <a:lnTo>
                    <a:pt x="1137" y="5054"/>
                  </a:lnTo>
                  <a:cubicBezTo>
                    <a:pt x="292" y="5533"/>
                    <a:pt x="1" y="6613"/>
                    <a:pt x="480" y="7458"/>
                  </a:cubicBezTo>
                  <a:cubicBezTo>
                    <a:pt x="803" y="8028"/>
                    <a:pt x="1399" y="8346"/>
                    <a:pt x="2012" y="8346"/>
                  </a:cubicBezTo>
                  <a:cubicBezTo>
                    <a:pt x="2308" y="8346"/>
                    <a:pt x="2608" y="8272"/>
                    <a:pt x="2884" y="8116"/>
                  </a:cubicBezTo>
                  <a:lnTo>
                    <a:pt x="10501" y="3786"/>
                  </a:lnTo>
                  <a:lnTo>
                    <a:pt x="21086" y="9797"/>
                  </a:lnTo>
                  <a:cubicBezTo>
                    <a:pt x="21347" y="9946"/>
                    <a:pt x="21646" y="10031"/>
                    <a:pt x="21954" y="10031"/>
                  </a:cubicBezTo>
                  <a:lnTo>
                    <a:pt x="21954" y="10031"/>
                  </a:lnTo>
                  <a:cubicBezTo>
                    <a:pt x="22751" y="10029"/>
                    <a:pt x="23453" y="9495"/>
                    <a:pt x="23659" y="8726"/>
                  </a:cubicBezTo>
                  <a:cubicBezTo>
                    <a:pt x="23866" y="7946"/>
                    <a:pt x="23518" y="7129"/>
                    <a:pt x="22823" y="6735"/>
                  </a:cubicBezTo>
                  <a:lnTo>
                    <a:pt x="11365" y="226"/>
                  </a:lnTo>
                  <a:cubicBezTo>
                    <a:pt x="11097" y="76"/>
                    <a:pt x="10797" y="1"/>
                    <a:pt x="10496" y="1"/>
                  </a:cubicBezTo>
                  <a:close/>
                  <a:moveTo>
                    <a:pt x="21954" y="10031"/>
                  </a:moveTo>
                  <a:lnTo>
                    <a:pt x="21954" y="10031"/>
                  </a:lnTo>
                  <a:cubicBezTo>
                    <a:pt x="21953" y="10031"/>
                    <a:pt x="21951" y="10031"/>
                    <a:pt x="21950" y="10031"/>
                  </a:cubicBezTo>
                  <a:lnTo>
                    <a:pt x="21959" y="10031"/>
                  </a:lnTo>
                  <a:cubicBezTo>
                    <a:pt x="21957" y="10031"/>
                    <a:pt x="21956" y="10031"/>
                    <a:pt x="21954" y="10031"/>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6;p18">
              <a:extLst>
                <a:ext uri="{FF2B5EF4-FFF2-40B4-BE49-F238E27FC236}">
                  <a16:creationId xmlns:a16="http://schemas.microsoft.com/office/drawing/2014/main" id="{E7EF7E0F-18D8-3AD0-93CF-E23792E3606A}"/>
                </a:ext>
              </a:extLst>
            </p:cNvPr>
            <p:cNvSpPr/>
            <p:nvPr/>
          </p:nvSpPr>
          <p:spPr>
            <a:xfrm>
              <a:off x="2015075" y="3146825"/>
              <a:ext cx="912200" cy="982350"/>
            </a:xfrm>
            <a:custGeom>
              <a:avLst/>
              <a:gdLst/>
              <a:ahLst/>
              <a:cxnLst/>
              <a:rect l="l" t="t" r="r" b="b"/>
              <a:pathLst>
                <a:path w="36488" h="39294" extrusionOk="0">
                  <a:moveTo>
                    <a:pt x="18241" y="0"/>
                  </a:moveTo>
                  <a:cubicBezTo>
                    <a:pt x="17941" y="0"/>
                    <a:pt x="17643" y="78"/>
                    <a:pt x="17375" y="233"/>
                  </a:cubicBezTo>
                  <a:lnTo>
                    <a:pt x="892" y="9596"/>
                  </a:lnTo>
                  <a:cubicBezTo>
                    <a:pt x="338" y="9906"/>
                    <a:pt x="0" y="10488"/>
                    <a:pt x="0" y="11118"/>
                  </a:cubicBezTo>
                  <a:lnTo>
                    <a:pt x="0" y="37537"/>
                  </a:lnTo>
                  <a:cubicBezTo>
                    <a:pt x="0" y="38504"/>
                    <a:pt x="789" y="39293"/>
                    <a:pt x="1757" y="39293"/>
                  </a:cubicBezTo>
                  <a:lnTo>
                    <a:pt x="36488" y="39293"/>
                  </a:lnTo>
                  <a:lnTo>
                    <a:pt x="36488" y="11118"/>
                  </a:lnTo>
                  <a:cubicBezTo>
                    <a:pt x="36488" y="10488"/>
                    <a:pt x="36140" y="9906"/>
                    <a:pt x="35596" y="9596"/>
                  </a:cubicBezTo>
                  <a:lnTo>
                    <a:pt x="19113" y="233"/>
                  </a:lnTo>
                  <a:cubicBezTo>
                    <a:pt x="18841" y="78"/>
                    <a:pt x="18540" y="0"/>
                    <a:pt x="18241" y="0"/>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7;p18">
              <a:extLst>
                <a:ext uri="{FF2B5EF4-FFF2-40B4-BE49-F238E27FC236}">
                  <a16:creationId xmlns:a16="http://schemas.microsoft.com/office/drawing/2014/main" id="{3336DDA3-AEDF-F0B1-37C6-4AC9F86B6C7F}"/>
                </a:ext>
              </a:extLst>
            </p:cNvPr>
            <p:cNvSpPr/>
            <p:nvPr/>
          </p:nvSpPr>
          <p:spPr>
            <a:xfrm>
              <a:off x="2282025" y="3668700"/>
              <a:ext cx="378300" cy="460475"/>
            </a:xfrm>
            <a:custGeom>
              <a:avLst/>
              <a:gdLst/>
              <a:ahLst/>
              <a:cxnLst/>
              <a:rect l="l" t="t" r="r" b="b"/>
              <a:pathLst>
                <a:path w="15132" h="18419" extrusionOk="0">
                  <a:moveTo>
                    <a:pt x="1757" y="1"/>
                  </a:moveTo>
                  <a:cubicBezTo>
                    <a:pt x="780" y="1"/>
                    <a:pt x="1" y="790"/>
                    <a:pt x="1" y="1757"/>
                  </a:cubicBezTo>
                  <a:lnTo>
                    <a:pt x="1" y="18418"/>
                  </a:lnTo>
                  <a:lnTo>
                    <a:pt x="15131" y="18418"/>
                  </a:lnTo>
                  <a:lnTo>
                    <a:pt x="15131" y="1757"/>
                  </a:lnTo>
                  <a:cubicBezTo>
                    <a:pt x="15131" y="790"/>
                    <a:pt x="14342" y="1"/>
                    <a:pt x="1337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8;p18">
              <a:extLst>
                <a:ext uri="{FF2B5EF4-FFF2-40B4-BE49-F238E27FC236}">
                  <a16:creationId xmlns:a16="http://schemas.microsoft.com/office/drawing/2014/main" id="{DA25D440-6C1C-13A9-D857-01AE8EBF1EA5}"/>
                </a:ext>
              </a:extLst>
            </p:cNvPr>
            <p:cNvSpPr/>
            <p:nvPr/>
          </p:nvSpPr>
          <p:spPr>
            <a:xfrm>
              <a:off x="1928200" y="3146825"/>
              <a:ext cx="1083150" cy="367875"/>
            </a:xfrm>
            <a:custGeom>
              <a:avLst/>
              <a:gdLst/>
              <a:ahLst/>
              <a:cxnLst/>
              <a:rect l="l" t="t" r="r" b="b"/>
              <a:pathLst>
                <a:path w="43326" h="14715" extrusionOk="0">
                  <a:moveTo>
                    <a:pt x="21716" y="0"/>
                  </a:moveTo>
                  <a:cubicBezTo>
                    <a:pt x="21416" y="0"/>
                    <a:pt x="21118" y="78"/>
                    <a:pt x="20850" y="233"/>
                  </a:cubicBezTo>
                  <a:lnTo>
                    <a:pt x="1146" y="11418"/>
                  </a:lnTo>
                  <a:cubicBezTo>
                    <a:pt x="301" y="11897"/>
                    <a:pt x="0" y="12977"/>
                    <a:pt x="489" y="13823"/>
                  </a:cubicBezTo>
                  <a:cubicBezTo>
                    <a:pt x="812" y="14392"/>
                    <a:pt x="1403" y="14710"/>
                    <a:pt x="2014" y="14710"/>
                  </a:cubicBezTo>
                  <a:cubicBezTo>
                    <a:pt x="2309" y="14710"/>
                    <a:pt x="2608" y="14636"/>
                    <a:pt x="2884" y="14480"/>
                  </a:cubicBezTo>
                  <a:lnTo>
                    <a:pt x="21714" y="3783"/>
                  </a:lnTo>
                  <a:lnTo>
                    <a:pt x="40545" y="14480"/>
                  </a:lnTo>
                  <a:cubicBezTo>
                    <a:pt x="40808" y="14630"/>
                    <a:pt x="41109" y="14705"/>
                    <a:pt x="41419" y="14715"/>
                  </a:cubicBezTo>
                  <a:cubicBezTo>
                    <a:pt x="42217" y="14715"/>
                    <a:pt x="42921" y="14179"/>
                    <a:pt x="43119" y="13409"/>
                  </a:cubicBezTo>
                  <a:cubicBezTo>
                    <a:pt x="43325" y="12630"/>
                    <a:pt x="42987" y="11813"/>
                    <a:pt x="42292" y="11418"/>
                  </a:cubicBezTo>
                  <a:lnTo>
                    <a:pt x="22588" y="233"/>
                  </a:lnTo>
                  <a:cubicBezTo>
                    <a:pt x="22316" y="78"/>
                    <a:pt x="22015" y="0"/>
                    <a:pt x="21716" y="0"/>
                  </a:cubicBez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Title 31">
            <a:extLst>
              <a:ext uri="{FF2B5EF4-FFF2-40B4-BE49-F238E27FC236}">
                <a16:creationId xmlns:a16="http://schemas.microsoft.com/office/drawing/2014/main" id="{C856F503-A406-DCD7-6A3B-43617CC660D6}"/>
              </a:ext>
            </a:extLst>
          </p:cNvPr>
          <p:cNvSpPr>
            <a:spLocks noGrp="1"/>
          </p:cNvSpPr>
          <p:nvPr>
            <p:ph type="title" idx="5"/>
          </p:nvPr>
        </p:nvSpPr>
        <p:spPr/>
        <p:txBody>
          <a:bodyPr/>
          <a:lstStyle/>
          <a:p>
            <a:endParaRPr lang="en-US"/>
          </a:p>
        </p:txBody>
      </p:sp>
      <p:sp>
        <p:nvSpPr>
          <p:cNvPr id="34" name="Subtitle 33">
            <a:extLst>
              <a:ext uri="{FF2B5EF4-FFF2-40B4-BE49-F238E27FC236}">
                <a16:creationId xmlns:a16="http://schemas.microsoft.com/office/drawing/2014/main" id="{8BC68570-A885-53A3-6E2F-D343AD3213FE}"/>
              </a:ext>
            </a:extLst>
          </p:cNvPr>
          <p:cNvSpPr>
            <a:spLocks noGrp="1"/>
          </p:cNvSpPr>
          <p:nvPr>
            <p:ph type="subTitle" idx="4"/>
          </p:nvPr>
        </p:nvSpPr>
        <p:spPr>
          <a:xfrm>
            <a:off x="990735" y="3820385"/>
            <a:ext cx="6913788" cy="613200"/>
          </a:xfrm>
        </p:spPr>
        <p:txBody>
          <a:bodyPr/>
          <a:lstStyle/>
          <a:p>
            <a:r>
              <a:rPr lang="en-US" sz="900" b="0" i="0" dirty="0">
                <a:solidFill>
                  <a:schemeClr val="tx1"/>
                </a:solidFill>
                <a:effectLst/>
                <a:latin typeface="Garamond" panose="02020404030301010803" pitchFamily="18" charset="0"/>
              </a:rPr>
              <a:t>House Price Index tracks the changes in house prices over time. It shows changes in home values. The bar plot shows the average House Price Index per country. Looking at the plot most countries Indexes are over 120, the two countries that fall below it are Canada and South Africa. A low House Price Index indicates homes are more inexpensive compared to the median income of that country. This implies that houses are more affordable in Canada and South Africa. Some of the highest House Price Indexes are above 140. Those countries are Brazil, Netherlands, and Switzerland. A high House Price Index indicates homes are more expensive compared to the median income of that country. Housing in these three countries are probably pretty pricey. Most of the countries fall in between 120 to 140 because of this it makes most of the countries look like they are closer to being on the expensive end when it comes to home prices.</a:t>
            </a:r>
            <a:endParaRPr lang="en-US" sz="900" dirty="0">
              <a:solidFill>
                <a:schemeClr val="tx1"/>
              </a:solidFill>
              <a:latin typeface="Garamond" panose="02020404030301010803" pitchFamily="18" charset="0"/>
            </a:endParaRPr>
          </a:p>
        </p:txBody>
      </p:sp>
      <p:sp>
        <p:nvSpPr>
          <p:cNvPr id="40" name="Title 39">
            <a:extLst>
              <a:ext uri="{FF2B5EF4-FFF2-40B4-BE49-F238E27FC236}">
                <a16:creationId xmlns:a16="http://schemas.microsoft.com/office/drawing/2014/main" id="{749D5F62-A138-EF4C-0323-FF8889C30DC8}"/>
              </a:ext>
            </a:extLst>
          </p:cNvPr>
          <p:cNvSpPr>
            <a:spLocks noGrp="1"/>
          </p:cNvSpPr>
          <p:nvPr>
            <p:ph type="title" idx="14"/>
          </p:nvPr>
        </p:nvSpPr>
        <p:spPr/>
        <p:txBody>
          <a:bodyPr/>
          <a:lstStyle/>
          <a:p>
            <a:endParaRPr lang="en-US"/>
          </a:p>
        </p:txBody>
      </p:sp>
      <p:pic>
        <p:nvPicPr>
          <p:cNvPr id="56" name="Picture 55">
            <a:extLst>
              <a:ext uri="{FF2B5EF4-FFF2-40B4-BE49-F238E27FC236}">
                <a16:creationId xmlns:a16="http://schemas.microsoft.com/office/drawing/2014/main" id="{E574962C-1E1E-4CE6-B013-F55BF50AC1FF}"/>
              </a:ext>
            </a:extLst>
          </p:cNvPr>
          <p:cNvPicPr>
            <a:picLocks noChangeAspect="1"/>
          </p:cNvPicPr>
          <p:nvPr/>
        </p:nvPicPr>
        <p:blipFill>
          <a:blip r:embed="rId3"/>
          <a:stretch>
            <a:fillRect/>
          </a:stretch>
        </p:blipFill>
        <p:spPr>
          <a:xfrm>
            <a:off x="1888205" y="944950"/>
            <a:ext cx="5944649" cy="29723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23"/>
          <p:cNvSpPr/>
          <p:nvPr/>
        </p:nvSpPr>
        <p:spPr>
          <a:xfrm>
            <a:off x="1650647" y="1445413"/>
            <a:ext cx="657300" cy="657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3"/>
          <p:cNvSpPr/>
          <p:nvPr/>
        </p:nvSpPr>
        <p:spPr>
          <a:xfrm>
            <a:off x="1650647" y="2395288"/>
            <a:ext cx="657300" cy="657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3"/>
          <p:cNvSpPr/>
          <p:nvPr/>
        </p:nvSpPr>
        <p:spPr>
          <a:xfrm>
            <a:off x="1650647" y="3540775"/>
            <a:ext cx="657300" cy="657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3"/>
          <p:cNvSpPr txBox="1"/>
          <p:nvPr/>
        </p:nvSpPr>
        <p:spPr>
          <a:xfrm>
            <a:off x="1241433" y="2511025"/>
            <a:ext cx="1475704" cy="861600"/>
          </a:xfrm>
          <a:prstGeom prst="rect">
            <a:avLst/>
          </a:prstGeom>
          <a:noFill/>
          <a:ln>
            <a:noFill/>
          </a:ln>
        </p:spPr>
        <p:txBody>
          <a:bodyPr spcFirstLastPara="1" wrap="square" lIns="0" tIns="6350" rIns="0" bIns="0" anchor="t" anchorCtr="0">
            <a:noAutofit/>
          </a:bodyPr>
          <a:lstStyle/>
          <a:p>
            <a:pPr marL="0" marR="0" lvl="0" indent="0" algn="ctr" rtl="0">
              <a:lnSpc>
                <a:spcPct val="100000"/>
              </a:lnSpc>
              <a:spcBef>
                <a:spcPts val="0"/>
              </a:spcBef>
              <a:spcAft>
                <a:spcPts val="0"/>
              </a:spcAft>
              <a:buNone/>
            </a:pPr>
            <a:r>
              <a:rPr lang="en" sz="1200" dirty="0">
                <a:solidFill>
                  <a:srgbClr val="434343"/>
                </a:solidFill>
                <a:latin typeface="Montserrat ExtraBold"/>
                <a:ea typeface="Montserrat ExtraBold"/>
                <a:cs typeface="Montserrat ExtraBold"/>
                <a:sym typeface="Montserrat ExtraBold"/>
              </a:rPr>
              <a:t>4 to 5</a:t>
            </a:r>
            <a:endParaRPr sz="12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 sz="1100" dirty="0">
                <a:solidFill>
                  <a:srgbClr val="434343"/>
                </a:solidFill>
                <a:latin typeface="EB Garamond"/>
                <a:ea typeface="EB Garamond"/>
                <a:cs typeface="EB Garamond"/>
                <a:sym typeface="EB Garamond"/>
              </a:rPr>
              <a:t>The count is the highest in between the 4 to 5 section. Meaning many countries Rates fall in between them.</a:t>
            </a:r>
            <a:endParaRPr sz="1100" dirty="0">
              <a:solidFill>
                <a:srgbClr val="434343"/>
              </a:solidFill>
              <a:latin typeface="EB Garamond"/>
              <a:ea typeface="EB Garamond"/>
              <a:cs typeface="EB Garamond"/>
              <a:sym typeface="EB Garamond"/>
            </a:endParaRPr>
          </a:p>
        </p:txBody>
      </p:sp>
      <p:sp>
        <p:nvSpPr>
          <p:cNvPr id="731" name="Google Shape;731;p23"/>
          <p:cNvSpPr txBox="1"/>
          <p:nvPr/>
        </p:nvSpPr>
        <p:spPr>
          <a:xfrm>
            <a:off x="1277435" y="3636250"/>
            <a:ext cx="1403700" cy="861600"/>
          </a:xfrm>
          <a:prstGeom prst="rect">
            <a:avLst/>
          </a:prstGeom>
          <a:noFill/>
          <a:ln>
            <a:noFill/>
          </a:ln>
        </p:spPr>
        <p:txBody>
          <a:bodyPr spcFirstLastPara="1" wrap="square" lIns="0" tIns="6350" rIns="0" bIns="0" anchor="t" anchorCtr="0">
            <a:noAutofit/>
          </a:bodyPr>
          <a:lstStyle/>
          <a:p>
            <a:pPr marL="0" marR="0" lvl="0" indent="0" algn="ctr" rtl="0">
              <a:lnSpc>
                <a:spcPct val="100000"/>
              </a:lnSpc>
              <a:spcBef>
                <a:spcPts val="0"/>
              </a:spcBef>
              <a:spcAft>
                <a:spcPts val="0"/>
              </a:spcAft>
              <a:buNone/>
            </a:pPr>
            <a:r>
              <a:rPr lang="en" sz="1200" dirty="0">
                <a:solidFill>
                  <a:srgbClr val="434343"/>
                </a:solidFill>
                <a:latin typeface="Montserrat ExtraBold"/>
                <a:ea typeface="Montserrat ExtraBold"/>
                <a:cs typeface="Montserrat ExtraBold"/>
                <a:sym typeface="Montserrat ExtraBold"/>
              </a:rPr>
              <a:t>Lowest</a:t>
            </a:r>
            <a:endParaRPr sz="1200" dirty="0">
              <a:solidFill>
                <a:srgbClr val="434343"/>
              </a:solidFill>
              <a:latin typeface="Montserrat ExtraBold"/>
              <a:ea typeface="Montserrat ExtraBold"/>
              <a:cs typeface="Montserrat ExtraBold"/>
              <a:sym typeface="Montserrat ExtraBold"/>
            </a:endParaRPr>
          </a:p>
          <a:p>
            <a:pPr marL="0" marR="0" lvl="0" indent="0" algn="ctr" rtl="0">
              <a:spcBef>
                <a:spcPts val="100"/>
              </a:spcBef>
              <a:spcAft>
                <a:spcPts val="0"/>
              </a:spcAft>
              <a:buNone/>
            </a:pPr>
            <a:r>
              <a:rPr lang="en" sz="1100" dirty="0">
                <a:solidFill>
                  <a:srgbClr val="434343"/>
                </a:solidFill>
                <a:latin typeface="EB Garamond"/>
                <a:ea typeface="EB Garamond"/>
                <a:cs typeface="Roboto Slab Light"/>
                <a:sym typeface="EB Garamond"/>
              </a:rPr>
              <a:t>The Lowest count is right before 3 for Mortgage Rate. 3 is kind of like a buffer between lower and higher Mortgage Rates.</a:t>
            </a:r>
            <a:endParaRPr sz="1000" dirty="0">
              <a:solidFill>
                <a:srgbClr val="434343"/>
              </a:solidFill>
              <a:latin typeface="Roboto Slab Light"/>
              <a:ea typeface="Roboto Slab Light"/>
              <a:cs typeface="Roboto Slab Light"/>
              <a:sym typeface="Roboto Slab Light"/>
            </a:endParaRPr>
          </a:p>
        </p:txBody>
      </p:sp>
      <p:sp>
        <p:nvSpPr>
          <p:cNvPr id="732" name="Google Shape;732;p23"/>
          <p:cNvSpPr txBox="1"/>
          <p:nvPr/>
        </p:nvSpPr>
        <p:spPr>
          <a:xfrm>
            <a:off x="1277435" y="1553950"/>
            <a:ext cx="1475704" cy="861600"/>
          </a:xfrm>
          <a:prstGeom prst="rect">
            <a:avLst/>
          </a:prstGeom>
          <a:noFill/>
          <a:ln>
            <a:noFill/>
          </a:ln>
        </p:spPr>
        <p:txBody>
          <a:bodyPr spcFirstLastPara="1" wrap="square" lIns="0" tIns="6350" rIns="0" bIns="0" anchor="t" anchorCtr="0">
            <a:noAutofit/>
          </a:bodyPr>
          <a:lstStyle/>
          <a:p>
            <a:pPr marL="0" marR="0" lvl="0" indent="0" algn="ctr" rtl="0">
              <a:lnSpc>
                <a:spcPct val="100000"/>
              </a:lnSpc>
              <a:spcBef>
                <a:spcPts val="0"/>
              </a:spcBef>
              <a:spcAft>
                <a:spcPts val="0"/>
              </a:spcAft>
              <a:buNone/>
            </a:pPr>
            <a:r>
              <a:rPr lang="en" sz="1200" dirty="0">
                <a:solidFill>
                  <a:srgbClr val="434343"/>
                </a:solidFill>
                <a:latin typeface="Montserrat ExtraBold"/>
                <a:ea typeface="Montserrat ExtraBold"/>
                <a:cs typeface="Montserrat ExtraBold"/>
                <a:sym typeface="Montserrat ExtraBold"/>
              </a:rPr>
              <a:t>What is it?</a:t>
            </a:r>
            <a:endParaRPr sz="12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 sz="1100" dirty="0">
                <a:solidFill>
                  <a:srgbClr val="434343"/>
                </a:solidFill>
                <a:latin typeface="EB Garamond"/>
                <a:ea typeface="EB Garamond"/>
                <a:cs typeface="EB Garamond"/>
                <a:sym typeface="EB Garamond"/>
              </a:rPr>
              <a:t>The Mortgage rate is a percentage of a loan someone pays to own their home. </a:t>
            </a:r>
            <a:endParaRPr sz="1100" dirty="0">
              <a:solidFill>
                <a:srgbClr val="434343"/>
              </a:solidFill>
              <a:latin typeface="EB Garamond"/>
              <a:ea typeface="EB Garamond"/>
              <a:cs typeface="EB Garamond"/>
              <a:sym typeface="EB Garamond"/>
            </a:endParaRPr>
          </a:p>
        </p:txBody>
      </p:sp>
      <p:sp>
        <p:nvSpPr>
          <p:cNvPr id="734" name="Google Shape;734;p23"/>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Mortgage Rate % Distribution</a:t>
            </a:r>
            <a:endParaRPr dirty="0">
              <a:latin typeface="Montserrat Medium"/>
              <a:ea typeface="Montserrat Medium"/>
              <a:cs typeface="Montserrat Medium"/>
              <a:sym typeface="Montserrat Medium"/>
            </a:endParaRPr>
          </a:p>
        </p:txBody>
      </p:sp>
      <p:pic>
        <p:nvPicPr>
          <p:cNvPr id="735" name="Google Shape;735;p23">
            <a:hlinkClick r:id="rId3"/>
          </p:cNvPr>
          <p:cNvPicPr preferRelativeResize="0"/>
          <p:nvPr/>
        </p:nvPicPr>
        <p:blipFill>
          <a:blip r:embed="rId4"/>
          <a:srcRect/>
          <a:stretch/>
        </p:blipFill>
        <p:spPr>
          <a:xfrm>
            <a:off x="4143757" y="1545336"/>
            <a:ext cx="3887060" cy="29525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22"/>
          <p:cNvSpPr/>
          <p:nvPr/>
        </p:nvSpPr>
        <p:spPr>
          <a:xfrm>
            <a:off x="2227749" y="4583328"/>
            <a:ext cx="854242" cy="608617"/>
          </a:xfrm>
          <a:custGeom>
            <a:avLst/>
            <a:gdLst/>
            <a:ahLst/>
            <a:cxnLst/>
            <a:rect l="l" t="t" r="r" b="b"/>
            <a:pathLst>
              <a:path w="40016" h="28510" extrusionOk="0">
                <a:moveTo>
                  <a:pt x="17075" y="1"/>
                </a:moveTo>
                <a:cubicBezTo>
                  <a:pt x="16745" y="1"/>
                  <a:pt x="16414" y="16"/>
                  <a:pt x="16083" y="47"/>
                </a:cubicBezTo>
                <a:cubicBezTo>
                  <a:pt x="11480" y="461"/>
                  <a:pt x="7818" y="3709"/>
                  <a:pt x="6651" y="7912"/>
                </a:cubicBezTo>
                <a:cubicBezTo>
                  <a:pt x="6442" y="8678"/>
                  <a:pt x="5780" y="9234"/>
                  <a:pt x="4990" y="9310"/>
                </a:cubicBezTo>
                <a:cubicBezTo>
                  <a:pt x="4691" y="9340"/>
                  <a:pt x="4395" y="9394"/>
                  <a:pt x="4104" y="9473"/>
                </a:cubicBezTo>
                <a:cubicBezTo>
                  <a:pt x="1821" y="10090"/>
                  <a:pt x="158" y="12164"/>
                  <a:pt x="64" y="14526"/>
                </a:cubicBezTo>
                <a:cubicBezTo>
                  <a:pt x="1" y="15978"/>
                  <a:pt x="518" y="17396"/>
                  <a:pt x="1501" y="18467"/>
                </a:cubicBezTo>
                <a:cubicBezTo>
                  <a:pt x="2075" y="19093"/>
                  <a:pt x="2320" y="19942"/>
                  <a:pt x="2124" y="20765"/>
                </a:cubicBezTo>
                <a:cubicBezTo>
                  <a:pt x="1761" y="22307"/>
                  <a:pt x="1703" y="23910"/>
                  <a:pt x="1960" y="25477"/>
                </a:cubicBezTo>
                <a:cubicBezTo>
                  <a:pt x="2130" y="26526"/>
                  <a:pt x="2444" y="27545"/>
                  <a:pt x="2889" y="28510"/>
                </a:cubicBezTo>
                <a:lnTo>
                  <a:pt x="38186" y="28510"/>
                </a:lnTo>
                <a:cubicBezTo>
                  <a:pt x="39390" y="26577"/>
                  <a:pt x="40016" y="24270"/>
                  <a:pt x="39798" y="21866"/>
                </a:cubicBezTo>
                <a:cubicBezTo>
                  <a:pt x="39632" y="20000"/>
                  <a:pt x="38982" y="18207"/>
                  <a:pt x="37911" y="16667"/>
                </a:cubicBezTo>
                <a:cubicBezTo>
                  <a:pt x="37279" y="15754"/>
                  <a:pt x="37037" y="14629"/>
                  <a:pt x="37237" y="13537"/>
                </a:cubicBezTo>
                <a:cubicBezTo>
                  <a:pt x="37427" y="12470"/>
                  <a:pt x="37418" y="11375"/>
                  <a:pt x="37213" y="10308"/>
                </a:cubicBezTo>
                <a:cubicBezTo>
                  <a:pt x="36435" y="6249"/>
                  <a:pt x="32837" y="3243"/>
                  <a:pt x="28709" y="3192"/>
                </a:cubicBezTo>
                <a:cubicBezTo>
                  <a:pt x="28670" y="3191"/>
                  <a:pt x="28632" y="3191"/>
                  <a:pt x="28594" y="3191"/>
                </a:cubicBezTo>
                <a:cubicBezTo>
                  <a:pt x="27916" y="3191"/>
                  <a:pt x="27244" y="3267"/>
                  <a:pt x="26586" y="3422"/>
                </a:cubicBezTo>
                <a:cubicBezTo>
                  <a:pt x="26407" y="3463"/>
                  <a:pt x="26227" y="3482"/>
                  <a:pt x="26048" y="3482"/>
                </a:cubicBezTo>
                <a:cubicBezTo>
                  <a:pt x="25408" y="3482"/>
                  <a:pt x="24786" y="3229"/>
                  <a:pt x="24296" y="2790"/>
                </a:cubicBezTo>
                <a:cubicBezTo>
                  <a:pt x="22311" y="987"/>
                  <a:pt x="19732" y="1"/>
                  <a:pt x="170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2"/>
          <p:cNvSpPr/>
          <p:nvPr/>
        </p:nvSpPr>
        <p:spPr>
          <a:xfrm>
            <a:off x="782423" y="4808729"/>
            <a:ext cx="577374" cy="411357"/>
          </a:xfrm>
          <a:custGeom>
            <a:avLst/>
            <a:gdLst/>
            <a:ahLst/>
            <a:cxnLst/>
            <a:rect l="l" t="t" r="r" b="b"/>
            <a:pathLst>
              <a:path w="40019" h="28512" extrusionOk="0">
                <a:moveTo>
                  <a:pt x="17066" y="1"/>
                </a:moveTo>
                <a:cubicBezTo>
                  <a:pt x="16739" y="1"/>
                  <a:pt x="16411" y="16"/>
                  <a:pt x="16083" y="46"/>
                </a:cubicBezTo>
                <a:cubicBezTo>
                  <a:pt x="11480" y="463"/>
                  <a:pt x="7818" y="3708"/>
                  <a:pt x="6651" y="7911"/>
                </a:cubicBezTo>
                <a:cubicBezTo>
                  <a:pt x="6442" y="8677"/>
                  <a:pt x="5780" y="9233"/>
                  <a:pt x="4990" y="9312"/>
                </a:cubicBezTo>
                <a:cubicBezTo>
                  <a:pt x="4691" y="9342"/>
                  <a:pt x="4395" y="9396"/>
                  <a:pt x="4104" y="9475"/>
                </a:cubicBezTo>
                <a:cubicBezTo>
                  <a:pt x="1821" y="10092"/>
                  <a:pt x="158" y="12163"/>
                  <a:pt x="64" y="14528"/>
                </a:cubicBezTo>
                <a:cubicBezTo>
                  <a:pt x="1" y="15980"/>
                  <a:pt x="518" y="17395"/>
                  <a:pt x="1500" y="18469"/>
                </a:cubicBezTo>
                <a:cubicBezTo>
                  <a:pt x="2075" y="19092"/>
                  <a:pt x="2320" y="19941"/>
                  <a:pt x="2126" y="20764"/>
                </a:cubicBezTo>
                <a:cubicBezTo>
                  <a:pt x="1761" y="22309"/>
                  <a:pt x="1703" y="23909"/>
                  <a:pt x="1960" y="25476"/>
                </a:cubicBezTo>
                <a:cubicBezTo>
                  <a:pt x="2133" y="26525"/>
                  <a:pt x="2444" y="27547"/>
                  <a:pt x="2889" y="28512"/>
                </a:cubicBezTo>
                <a:lnTo>
                  <a:pt x="38189" y="28512"/>
                </a:lnTo>
                <a:cubicBezTo>
                  <a:pt x="39393" y="26579"/>
                  <a:pt x="40019" y="24272"/>
                  <a:pt x="39798" y="21868"/>
                </a:cubicBezTo>
                <a:cubicBezTo>
                  <a:pt x="39632" y="20002"/>
                  <a:pt x="38982" y="18209"/>
                  <a:pt x="37914" y="16669"/>
                </a:cubicBezTo>
                <a:cubicBezTo>
                  <a:pt x="37282" y="15756"/>
                  <a:pt x="37040" y="14631"/>
                  <a:pt x="37240" y="13539"/>
                </a:cubicBezTo>
                <a:cubicBezTo>
                  <a:pt x="37430" y="12472"/>
                  <a:pt x="37421" y="11377"/>
                  <a:pt x="37215" y="10310"/>
                </a:cubicBezTo>
                <a:cubicBezTo>
                  <a:pt x="36438" y="6251"/>
                  <a:pt x="32840" y="3245"/>
                  <a:pt x="28709" y="3194"/>
                </a:cubicBezTo>
                <a:cubicBezTo>
                  <a:pt x="28670" y="3193"/>
                  <a:pt x="28632" y="3193"/>
                  <a:pt x="28594" y="3193"/>
                </a:cubicBezTo>
                <a:cubicBezTo>
                  <a:pt x="27918" y="3193"/>
                  <a:pt x="27244" y="3269"/>
                  <a:pt x="26586" y="3421"/>
                </a:cubicBezTo>
                <a:cubicBezTo>
                  <a:pt x="26406" y="3462"/>
                  <a:pt x="26225" y="3482"/>
                  <a:pt x="26045" y="3482"/>
                </a:cubicBezTo>
                <a:cubicBezTo>
                  <a:pt x="25406" y="3482"/>
                  <a:pt x="24785" y="3228"/>
                  <a:pt x="24296" y="2789"/>
                </a:cubicBezTo>
                <a:cubicBezTo>
                  <a:pt x="22309" y="987"/>
                  <a:pt x="19727" y="1"/>
                  <a:pt x="170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2"/>
          <p:cNvSpPr/>
          <p:nvPr/>
        </p:nvSpPr>
        <p:spPr>
          <a:xfrm>
            <a:off x="1619377" y="4644539"/>
            <a:ext cx="778032" cy="554434"/>
          </a:xfrm>
          <a:custGeom>
            <a:avLst/>
            <a:gdLst/>
            <a:ahLst/>
            <a:cxnLst/>
            <a:rect l="l" t="t" r="r" b="b"/>
            <a:pathLst>
              <a:path w="53927" h="38429" extrusionOk="0">
                <a:moveTo>
                  <a:pt x="22996" y="1"/>
                </a:moveTo>
                <a:cubicBezTo>
                  <a:pt x="22555" y="1"/>
                  <a:pt x="22112" y="21"/>
                  <a:pt x="21668" y="62"/>
                </a:cubicBezTo>
                <a:cubicBezTo>
                  <a:pt x="15469" y="624"/>
                  <a:pt x="10527" y="5000"/>
                  <a:pt x="8958" y="10664"/>
                </a:cubicBezTo>
                <a:cubicBezTo>
                  <a:pt x="8674" y="11699"/>
                  <a:pt x="7781" y="12449"/>
                  <a:pt x="6717" y="12551"/>
                </a:cubicBezTo>
                <a:cubicBezTo>
                  <a:pt x="6315" y="12594"/>
                  <a:pt x="5916" y="12666"/>
                  <a:pt x="5522" y="12772"/>
                </a:cubicBezTo>
                <a:cubicBezTo>
                  <a:pt x="2447" y="13604"/>
                  <a:pt x="203" y="16398"/>
                  <a:pt x="79" y="19582"/>
                </a:cubicBezTo>
                <a:cubicBezTo>
                  <a:pt x="0" y="21660"/>
                  <a:pt x="753" y="23520"/>
                  <a:pt x="2014" y="24893"/>
                </a:cubicBezTo>
                <a:cubicBezTo>
                  <a:pt x="2786" y="25733"/>
                  <a:pt x="3118" y="26877"/>
                  <a:pt x="2855" y="27989"/>
                </a:cubicBezTo>
                <a:cubicBezTo>
                  <a:pt x="2362" y="30070"/>
                  <a:pt x="2287" y="32229"/>
                  <a:pt x="2631" y="34340"/>
                </a:cubicBezTo>
                <a:cubicBezTo>
                  <a:pt x="2861" y="35752"/>
                  <a:pt x="3282" y="37128"/>
                  <a:pt x="3883" y="38429"/>
                </a:cubicBezTo>
                <a:lnTo>
                  <a:pt x="51462" y="38429"/>
                </a:lnTo>
                <a:cubicBezTo>
                  <a:pt x="53083" y="35825"/>
                  <a:pt x="53927" y="32716"/>
                  <a:pt x="53633" y="29474"/>
                </a:cubicBezTo>
                <a:cubicBezTo>
                  <a:pt x="53406" y="26955"/>
                  <a:pt x="52529" y="24542"/>
                  <a:pt x="51090" y="22464"/>
                </a:cubicBezTo>
                <a:cubicBezTo>
                  <a:pt x="50240" y="21237"/>
                  <a:pt x="49914" y="19718"/>
                  <a:pt x="50183" y="18249"/>
                </a:cubicBezTo>
                <a:cubicBezTo>
                  <a:pt x="50440" y="16806"/>
                  <a:pt x="50428" y="15330"/>
                  <a:pt x="50149" y="13897"/>
                </a:cubicBezTo>
                <a:cubicBezTo>
                  <a:pt x="49103" y="8426"/>
                  <a:pt x="44252" y="4374"/>
                  <a:pt x="38685" y="4305"/>
                </a:cubicBezTo>
                <a:cubicBezTo>
                  <a:pt x="38625" y="4304"/>
                  <a:pt x="38564" y="4303"/>
                  <a:pt x="38504" y="4303"/>
                </a:cubicBezTo>
                <a:cubicBezTo>
                  <a:pt x="37600" y="4303"/>
                  <a:pt x="36703" y="4409"/>
                  <a:pt x="35821" y="4613"/>
                </a:cubicBezTo>
                <a:cubicBezTo>
                  <a:pt x="35580" y="4669"/>
                  <a:pt x="35338" y="4695"/>
                  <a:pt x="35097" y="4695"/>
                </a:cubicBezTo>
                <a:cubicBezTo>
                  <a:pt x="34236" y="4695"/>
                  <a:pt x="33396" y="4354"/>
                  <a:pt x="32740" y="3763"/>
                </a:cubicBezTo>
                <a:cubicBezTo>
                  <a:pt x="30060" y="1332"/>
                  <a:pt x="26583" y="1"/>
                  <a:pt x="229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2"/>
          <p:cNvSpPr/>
          <p:nvPr/>
        </p:nvSpPr>
        <p:spPr>
          <a:xfrm>
            <a:off x="7050821" y="4820690"/>
            <a:ext cx="687424" cy="489827"/>
          </a:xfrm>
          <a:custGeom>
            <a:avLst/>
            <a:gdLst/>
            <a:ahLst/>
            <a:cxnLst/>
            <a:rect l="l" t="t" r="r" b="b"/>
            <a:pathLst>
              <a:path w="29042" h="20694" extrusionOk="0">
                <a:moveTo>
                  <a:pt x="12375" y="1"/>
                </a:moveTo>
                <a:cubicBezTo>
                  <a:pt x="11646" y="1"/>
                  <a:pt x="10911" y="103"/>
                  <a:pt x="10192" y="311"/>
                </a:cubicBezTo>
                <a:cubicBezTo>
                  <a:pt x="7582" y="1070"/>
                  <a:pt x="5553" y="3123"/>
                  <a:pt x="4824" y="5742"/>
                </a:cubicBezTo>
                <a:cubicBezTo>
                  <a:pt x="4673" y="6299"/>
                  <a:pt x="4192" y="6704"/>
                  <a:pt x="3620" y="6758"/>
                </a:cubicBezTo>
                <a:cubicBezTo>
                  <a:pt x="3403" y="6780"/>
                  <a:pt x="3188" y="6822"/>
                  <a:pt x="2976" y="6876"/>
                </a:cubicBezTo>
                <a:cubicBezTo>
                  <a:pt x="1322" y="7324"/>
                  <a:pt x="112" y="8830"/>
                  <a:pt x="46" y="10545"/>
                </a:cubicBezTo>
                <a:cubicBezTo>
                  <a:pt x="0" y="11597"/>
                  <a:pt x="375" y="12628"/>
                  <a:pt x="1089" y="13405"/>
                </a:cubicBezTo>
                <a:cubicBezTo>
                  <a:pt x="1503" y="13859"/>
                  <a:pt x="1682" y="14473"/>
                  <a:pt x="1543" y="15072"/>
                </a:cubicBezTo>
                <a:cubicBezTo>
                  <a:pt x="1277" y="16194"/>
                  <a:pt x="1234" y="17355"/>
                  <a:pt x="1422" y="18492"/>
                </a:cubicBezTo>
                <a:cubicBezTo>
                  <a:pt x="1546" y="19254"/>
                  <a:pt x="1773" y="19995"/>
                  <a:pt x="2096" y="20693"/>
                </a:cubicBezTo>
                <a:lnTo>
                  <a:pt x="27717" y="20693"/>
                </a:lnTo>
                <a:cubicBezTo>
                  <a:pt x="28588" y="19290"/>
                  <a:pt x="29041" y="17618"/>
                  <a:pt x="28884" y="15873"/>
                </a:cubicBezTo>
                <a:cubicBezTo>
                  <a:pt x="28763" y="14515"/>
                  <a:pt x="28291" y="13215"/>
                  <a:pt x="27514" y="12096"/>
                </a:cubicBezTo>
                <a:cubicBezTo>
                  <a:pt x="27057" y="11434"/>
                  <a:pt x="26882" y="10617"/>
                  <a:pt x="27024" y="9825"/>
                </a:cubicBezTo>
                <a:cubicBezTo>
                  <a:pt x="27163" y="9051"/>
                  <a:pt x="27157" y="8255"/>
                  <a:pt x="27009" y="7481"/>
                </a:cubicBezTo>
                <a:cubicBezTo>
                  <a:pt x="26443" y="4539"/>
                  <a:pt x="23834" y="2355"/>
                  <a:pt x="20834" y="2316"/>
                </a:cubicBezTo>
                <a:cubicBezTo>
                  <a:pt x="20808" y="2316"/>
                  <a:pt x="20782" y="2315"/>
                  <a:pt x="20756" y="2315"/>
                </a:cubicBezTo>
                <a:cubicBezTo>
                  <a:pt x="20262" y="2315"/>
                  <a:pt x="19771" y="2370"/>
                  <a:pt x="19291" y="2482"/>
                </a:cubicBezTo>
                <a:cubicBezTo>
                  <a:pt x="19160" y="2513"/>
                  <a:pt x="19028" y="2528"/>
                  <a:pt x="18897" y="2528"/>
                </a:cubicBezTo>
                <a:cubicBezTo>
                  <a:pt x="18435" y="2528"/>
                  <a:pt x="17985" y="2344"/>
                  <a:pt x="17634" y="2026"/>
                </a:cubicBezTo>
                <a:cubicBezTo>
                  <a:pt x="16173" y="705"/>
                  <a:pt x="14292" y="1"/>
                  <a:pt x="123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2"/>
          <p:cNvSpPr/>
          <p:nvPr/>
        </p:nvSpPr>
        <p:spPr>
          <a:xfrm>
            <a:off x="6257830" y="4591630"/>
            <a:ext cx="926562" cy="660251"/>
          </a:xfrm>
          <a:custGeom>
            <a:avLst/>
            <a:gdLst/>
            <a:ahLst/>
            <a:cxnLst/>
            <a:rect l="l" t="t" r="r" b="b"/>
            <a:pathLst>
              <a:path w="39145" h="27894" extrusionOk="0">
                <a:moveTo>
                  <a:pt x="16693" y="1"/>
                </a:moveTo>
                <a:cubicBezTo>
                  <a:pt x="16372" y="1"/>
                  <a:pt x="16051" y="15"/>
                  <a:pt x="15729" y="45"/>
                </a:cubicBezTo>
                <a:cubicBezTo>
                  <a:pt x="11229" y="453"/>
                  <a:pt x="7645" y="3628"/>
                  <a:pt x="6505" y="7738"/>
                </a:cubicBezTo>
                <a:cubicBezTo>
                  <a:pt x="6299" y="8488"/>
                  <a:pt x="5652" y="9032"/>
                  <a:pt x="4881" y="9108"/>
                </a:cubicBezTo>
                <a:cubicBezTo>
                  <a:pt x="4588" y="9138"/>
                  <a:pt x="4297" y="9193"/>
                  <a:pt x="4013" y="9268"/>
                </a:cubicBezTo>
                <a:cubicBezTo>
                  <a:pt x="1781" y="9873"/>
                  <a:pt x="151" y="11899"/>
                  <a:pt x="64" y="14213"/>
                </a:cubicBezTo>
                <a:cubicBezTo>
                  <a:pt x="0" y="15631"/>
                  <a:pt x="505" y="17019"/>
                  <a:pt x="1467" y="18068"/>
                </a:cubicBezTo>
                <a:cubicBezTo>
                  <a:pt x="2026" y="18679"/>
                  <a:pt x="2268" y="19508"/>
                  <a:pt x="2078" y="20315"/>
                </a:cubicBezTo>
                <a:cubicBezTo>
                  <a:pt x="1718" y="21824"/>
                  <a:pt x="1663" y="23394"/>
                  <a:pt x="1914" y="24927"/>
                </a:cubicBezTo>
                <a:cubicBezTo>
                  <a:pt x="2081" y="25952"/>
                  <a:pt x="2386" y="26950"/>
                  <a:pt x="2822" y="27894"/>
                </a:cubicBezTo>
                <a:lnTo>
                  <a:pt x="37357" y="27891"/>
                </a:lnTo>
                <a:cubicBezTo>
                  <a:pt x="38534" y="26001"/>
                  <a:pt x="39144" y="23745"/>
                  <a:pt x="38933" y="21392"/>
                </a:cubicBezTo>
                <a:cubicBezTo>
                  <a:pt x="38769" y="19565"/>
                  <a:pt x="38131" y="17811"/>
                  <a:pt x="37085" y="16305"/>
                </a:cubicBezTo>
                <a:cubicBezTo>
                  <a:pt x="36468" y="15413"/>
                  <a:pt x="36232" y="14309"/>
                  <a:pt x="36426" y="13242"/>
                </a:cubicBezTo>
                <a:cubicBezTo>
                  <a:pt x="36613" y="12199"/>
                  <a:pt x="36604" y="11125"/>
                  <a:pt x="36402" y="10085"/>
                </a:cubicBezTo>
                <a:cubicBezTo>
                  <a:pt x="35642" y="6114"/>
                  <a:pt x="32122" y="3172"/>
                  <a:pt x="28082" y="3123"/>
                </a:cubicBezTo>
                <a:cubicBezTo>
                  <a:pt x="28034" y="3122"/>
                  <a:pt x="27985" y="3122"/>
                  <a:pt x="27937" y="3122"/>
                </a:cubicBezTo>
                <a:cubicBezTo>
                  <a:pt x="27285" y="3122"/>
                  <a:pt x="26638" y="3198"/>
                  <a:pt x="26005" y="3347"/>
                </a:cubicBezTo>
                <a:cubicBezTo>
                  <a:pt x="25830" y="3387"/>
                  <a:pt x="25654" y="3407"/>
                  <a:pt x="25479" y="3407"/>
                </a:cubicBezTo>
                <a:cubicBezTo>
                  <a:pt x="24852" y="3407"/>
                  <a:pt x="24242" y="3157"/>
                  <a:pt x="23767" y="2727"/>
                </a:cubicBezTo>
                <a:cubicBezTo>
                  <a:pt x="21820" y="963"/>
                  <a:pt x="19296" y="1"/>
                  <a:pt x="16693" y="1"/>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2"/>
          <p:cNvSpPr/>
          <p:nvPr/>
        </p:nvSpPr>
        <p:spPr>
          <a:xfrm>
            <a:off x="7004265" y="2769088"/>
            <a:ext cx="1645822" cy="2130963"/>
          </a:xfrm>
          <a:custGeom>
            <a:avLst/>
            <a:gdLst/>
            <a:ahLst/>
            <a:cxnLst/>
            <a:rect l="l" t="t" r="r" b="b"/>
            <a:pathLst>
              <a:path w="69532" h="90028" extrusionOk="0">
                <a:moveTo>
                  <a:pt x="35340" y="1"/>
                </a:moveTo>
                <a:cubicBezTo>
                  <a:pt x="35243" y="1"/>
                  <a:pt x="35145" y="2"/>
                  <a:pt x="35047" y="3"/>
                </a:cubicBezTo>
                <a:cubicBezTo>
                  <a:pt x="22984" y="151"/>
                  <a:pt x="13225" y="9251"/>
                  <a:pt x="13167" y="20503"/>
                </a:cubicBezTo>
                <a:cubicBezTo>
                  <a:pt x="13164" y="20948"/>
                  <a:pt x="13177" y="21386"/>
                  <a:pt x="13204" y="21825"/>
                </a:cubicBezTo>
                <a:cubicBezTo>
                  <a:pt x="13594" y="27979"/>
                  <a:pt x="11701" y="34048"/>
                  <a:pt x="7706" y="38975"/>
                </a:cubicBezTo>
                <a:cubicBezTo>
                  <a:pt x="2653" y="45210"/>
                  <a:pt x="0" y="53224"/>
                  <a:pt x="1044" y="61837"/>
                </a:cubicBezTo>
                <a:cubicBezTo>
                  <a:pt x="2810" y="76450"/>
                  <a:pt x="15315" y="88104"/>
                  <a:pt x="31043" y="89804"/>
                </a:cubicBezTo>
                <a:cubicBezTo>
                  <a:pt x="32431" y="89954"/>
                  <a:pt x="33805" y="90027"/>
                  <a:pt x="35160" y="90027"/>
                </a:cubicBezTo>
                <a:cubicBezTo>
                  <a:pt x="54050" y="90027"/>
                  <a:pt x="69404" y="75848"/>
                  <a:pt x="69492" y="58287"/>
                </a:cubicBezTo>
                <a:cubicBezTo>
                  <a:pt x="69531" y="50760"/>
                  <a:pt x="66758" y="43828"/>
                  <a:pt x="62089" y="38355"/>
                </a:cubicBezTo>
                <a:cubicBezTo>
                  <a:pt x="58421" y="34051"/>
                  <a:pt x="56624" y="28611"/>
                  <a:pt x="57356" y="23165"/>
                </a:cubicBezTo>
                <a:cubicBezTo>
                  <a:pt x="57489" y="22151"/>
                  <a:pt x="57547" y="21129"/>
                  <a:pt x="57519" y="20107"/>
                </a:cubicBezTo>
                <a:cubicBezTo>
                  <a:pt x="57240" y="8978"/>
                  <a:pt x="47294" y="1"/>
                  <a:pt x="35340" y="1"/>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2"/>
          <p:cNvSpPr/>
          <p:nvPr/>
        </p:nvSpPr>
        <p:spPr>
          <a:xfrm>
            <a:off x="7569118" y="3651835"/>
            <a:ext cx="529593" cy="1765995"/>
          </a:xfrm>
          <a:custGeom>
            <a:avLst/>
            <a:gdLst/>
            <a:ahLst/>
            <a:cxnLst/>
            <a:rect l="l" t="t" r="r" b="b"/>
            <a:pathLst>
              <a:path w="22374" h="74609" extrusionOk="0">
                <a:moveTo>
                  <a:pt x="11181" y="0"/>
                </a:moveTo>
                <a:cubicBezTo>
                  <a:pt x="10637" y="0"/>
                  <a:pt x="10198" y="442"/>
                  <a:pt x="10198" y="986"/>
                </a:cubicBezTo>
                <a:lnTo>
                  <a:pt x="10198" y="30547"/>
                </a:lnTo>
                <a:lnTo>
                  <a:pt x="1852" y="20531"/>
                </a:lnTo>
                <a:cubicBezTo>
                  <a:pt x="1657" y="20307"/>
                  <a:pt x="1383" y="20192"/>
                  <a:pt x="1106" y="20192"/>
                </a:cubicBezTo>
                <a:cubicBezTo>
                  <a:pt x="883" y="20192"/>
                  <a:pt x="659" y="20266"/>
                  <a:pt x="476" y="20419"/>
                </a:cubicBezTo>
                <a:cubicBezTo>
                  <a:pt x="61" y="20764"/>
                  <a:pt x="1" y="21375"/>
                  <a:pt x="336" y="21795"/>
                </a:cubicBezTo>
                <a:lnTo>
                  <a:pt x="10195" y="33625"/>
                </a:lnTo>
                <a:lnTo>
                  <a:pt x="10195" y="73622"/>
                </a:lnTo>
                <a:cubicBezTo>
                  <a:pt x="10195" y="74167"/>
                  <a:pt x="10637" y="74608"/>
                  <a:pt x="11181" y="74608"/>
                </a:cubicBezTo>
                <a:cubicBezTo>
                  <a:pt x="11725" y="74608"/>
                  <a:pt x="12167" y="74167"/>
                  <a:pt x="12167" y="73622"/>
                </a:cubicBezTo>
                <a:lnTo>
                  <a:pt x="12167" y="32754"/>
                </a:lnTo>
                <a:lnTo>
                  <a:pt x="22016" y="21399"/>
                </a:lnTo>
                <a:cubicBezTo>
                  <a:pt x="22373" y="20988"/>
                  <a:pt x="22328" y="20365"/>
                  <a:pt x="21917" y="20008"/>
                </a:cubicBezTo>
                <a:cubicBezTo>
                  <a:pt x="21730" y="19846"/>
                  <a:pt x="21501" y="19767"/>
                  <a:pt x="21272" y="19767"/>
                </a:cubicBezTo>
                <a:cubicBezTo>
                  <a:pt x="20996" y="19767"/>
                  <a:pt x="20721" y="19883"/>
                  <a:pt x="20526" y="20108"/>
                </a:cubicBezTo>
                <a:lnTo>
                  <a:pt x="12167" y="29745"/>
                </a:lnTo>
                <a:lnTo>
                  <a:pt x="12167" y="15955"/>
                </a:lnTo>
                <a:lnTo>
                  <a:pt x="19295" y="7739"/>
                </a:lnTo>
                <a:cubicBezTo>
                  <a:pt x="19570" y="7421"/>
                  <a:pt x="19537" y="6944"/>
                  <a:pt x="19219" y="6668"/>
                </a:cubicBezTo>
                <a:cubicBezTo>
                  <a:pt x="19075" y="6544"/>
                  <a:pt x="18899" y="6483"/>
                  <a:pt x="18723" y="6483"/>
                </a:cubicBezTo>
                <a:cubicBezTo>
                  <a:pt x="18511" y="6483"/>
                  <a:pt x="18299" y="6572"/>
                  <a:pt x="18149" y="6744"/>
                </a:cubicBezTo>
                <a:lnTo>
                  <a:pt x="12167" y="13639"/>
                </a:lnTo>
                <a:lnTo>
                  <a:pt x="12167" y="986"/>
                </a:lnTo>
                <a:cubicBezTo>
                  <a:pt x="12167" y="442"/>
                  <a:pt x="11725" y="0"/>
                  <a:pt x="1118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2"/>
          <p:cNvSpPr/>
          <p:nvPr/>
        </p:nvSpPr>
        <p:spPr>
          <a:xfrm>
            <a:off x="8124645" y="3736010"/>
            <a:ext cx="711615" cy="1192282"/>
          </a:xfrm>
          <a:custGeom>
            <a:avLst/>
            <a:gdLst/>
            <a:ahLst/>
            <a:cxnLst/>
            <a:rect l="l" t="t" r="r" b="b"/>
            <a:pathLst>
              <a:path w="30064" h="50371" extrusionOk="0">
                <a:moveTo>
                  <a:pt x="15034" y="1"/>
                </a:moveTo>
                <a:cubicBezTo>
                  <a:pt x="14716" y="1"/>
                  <a:pt x="14399" y="57"/>
                  <a:pt x="14096" y="171"/>
                </a:cubicBezTo>
                <a:cubicBezTo>
                  <a:pt x="11145" y="1148"/>
                  <a:pt x="10358" y="8034"/>
                  <a:pt x="10150" y="11614"/>
                </a:cubicBezTo>
                <a:cubicBezTo>
                  <a:pt x="10106" y="12369"/>
                  <a:pt x="9716" y="12953"/>
                  <a:pt x="9249" y="12953"/>
                </a:cubicBezTo>
                <a:cubicBezTo>
                  <a:pt x="9232" y="12953"/>
                  <a:pt x="9215" y="12952"/>
                  <a:pt x="9197" y="12951"/>
                </a:cubicBezTo>
                <a:cubicBezTo>
                  <a:pt x="9141" y="12946"/>
                  <a:pt x="9082" y="12943"/>
                  <a:pt x="9022" y="12943"/>
                </a:cubicBezTo>
                <a:cubicBezTo>
                  <a:pt x="7939" y="12943"/>
                  <a:pt x="6280" y="13762"/>
                  <a:pt x="5326" y="15294"/>
                </a:cubicBezTo>
                <a:cubicBezTo>
                  <a:pt x="3929" y="17538"/>
                  <a:pt x="4074" y="23910"/>
                  <a:pt x="4247" y="27122"/>
                </a:cubicBezTo>
                <a:cubicBezTo>
                  <a:pt x="4295" y="28002"/>
                  <a:pt x="3856" y="28713"/>
                  <a:pt x="3308" y="28713"/>
                </a:cubicBezTo>
                <a:cubicBezTo>
                  <a:pt x="3304" y="28713"/>
                  <a:pt x="3301" y="28713"/>
                  <a:pt x="3297" y="28713"/>
                </a:cubicBezTo>
                <a:cubicBezTo>
                  <a:pt x="3288" y="28712"/>
                  <a:pt x="3279" y="28712"/>
                  <a:pt x="3270" y="28712"/>
                </a:cubicBezTo>
                <a:cubicBezTo>
                  <a:pt x="1277" y="28712"/>
                  <a:pt x="578" y="32075"/>
                  <a:pt x="578" y="32075"/>
                </a:cubicBezTo>
                <a:cubicBezTo>
                  <a:pt x="82" y="33866"/>
                  <a:pt x="1" y="35689"/>
                  <a:pt x="228" y="37501"/>
                </a:cubicBezTo>
                <a:cubicBezTo>
                  <a:pt x="1304" y="46079"/>
                  <a:pt x="8158" y="50371"/>
                  <a:pt x="15017" y="50371"/>
                </a:cubicBezTo>
                <a:cubicBezTo>
                  <a:pt x="21864" y="50371"/>
                  <a:pt x="28714" y="46095"/>
                  <a:pt x="29828" y="37537"/>
                </a:cubicBezTo>
                <a:cubicBezTo>
                  <a:pt x="30064" y="35713"/>
                  <a:pt x="29988" y="33878"/>
                  <a:pt x="29489" y="32075"/>
                </a:cubicBezTo>
                <a:cubicBezTo>
                  <a:pt x="29489" y="32075"/>
                  <a:pt x="28791" y="28712"/>
                  <a:pt x="26797" y="28712"/>
                </a:cubicBezTo>
                <a:cubicBezTo>
                  <a:pt x="26788" y="28712"/>
                  <a:pt x="26779" y="28712"/>
                  <a:pt x="26770" y="28713"/>
                </a:cubicBezTo>
                <a:cubicBezTo>
                  <a:pt x="26767" y="28713"/>
                  <a:pt x="26763" y="28713"/>
                  <a:pt x="26760" y="28713"/>
                </a:cubicBezTo>
                <a:cubicBezTo>
                  <a:pt x="26214" y="28713"/>
                  <a:pt x="25773" y="28002"/>
                  <a:pt x="25821" y="27122"/>
                </a:cubicBezTo>
                <a:cubicBezTo>
                  <a:pt x="25993" y="23910"/>
                  <a:pt x="26141" y="17538"/>
                  <a:pt x="24741" y="15294"/>
                </a:cubicBezTo>
                <a:cubicBezTo>
                  <a:pt x="23787" y="13759"/>
                  <a:pt x="22129" y="12943"/>
                  <a:pt x="21046" y="12943"/>
                </a:cubicBezTo>
                <a:cubicBezTo>
                  <a:pt x="20986" y="12943"/>
                  <a:pt x="20927" y="12946"/>
                  <a:pt x="20870" y="12951"/>
                </a:cubicBezTo>
                <a:cubicBezTo>
                  <a:pt x="20853" y="12952"/>
                  <a:pt x="20835" y="12953"/>
                  <a:pt x="20818" y="12953"/>
                </a:cubicBezTo>
                <a:cubicBezTo>
                  <a:pt x="20351" y="12953"/>
                  <a:pt x="19961" y="12369"/>
                  <a:pt x="19918" y="11614"/>
                </a:cubicBezTo>
                <a:cubicBezTo>
                  <a:pt x="19709" y="8034"/>
                  <a:pt x="18923" y="1148"/>
                  <a:pt x="15971" y="171"/>
                </a:cubicBezTo>
                <a:cubicBezTo>
                  <a:pt x="15669" y="57"/>
                  <a:pt x="15351" y="1"/>
                  <a:pt x="150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2"/>
          <p:cNvSpPr/>
          <p:nvPr/>
        </p:nvSpPr>
        <p:spPr>
          <a:xfrm>
            <a:off x="8346273" y="4112419"/>
            <a:ext cx="258145" cy="1222627"/>
          </a:xfrm>
          <a:custGeom>
            <a:avLst/>
            <a:gdLst/>
            <a:ahLst/>
            <a:cxnLst/>
            <a:rect l="l" t="t" r="r" b="b"/>
            <a:pathLst>
              <a:path w="10906" h="51653" extrusionOk="0">
                <a:moveTo>
                  <a:pt x="5689" y="0"/>
                </a:moveTo>
                <a:cubicBezTo>
                  <a:pt x="5311" y="0"/>
                  <a:pt x="5005" y="306"/>
                  <a:pt x="5005" y="684"/>
                </a:cubicBezTo>
                <a:lnTo>
                  <a:pt x="5005" y="9641"/>
                </a:lnTo>
                <a:lnTo>
                  <a:pt x="887" y="4890"/>
                </a:lnTo>
                <a:cubicBezTo>
                  <a:pt x="792" y="4786"/>
                  <a:pt x="663" y="4734"/>
                  <a:pt x="534" y="4734"/>
                </a:cubicBezTo>
                <a:cubicBezTo>
                  <a:pt x="422" y="4734"/>
                  <a:pt x="311" y="4773"/>
                  <a:pt x="221" y="4851"/>
                </a:cubicBezTo>
                <a:cubicBezTo>
                  <a:pt x="25" y="5020"/>
                  <a:pt x="0" y="5314"/>
                  <a:pt x="164" y="5516"/>
                </a:cubicBezTo>
                <a:lnTo>
                  <a:pt x="5005" y="11096"/>
                </a:lnTo>
                <a:lnTo>
                  <a:pt x="5005" y="21399"/>
                </a:lnTo>
                <a:lnTo>
                  <a:pt x="1156" y="16781"/>
                </a:lnTo>
                <a:cubicBezTo>
                  <a:pt x="1058" y="16653"/>
                  <a:pt x="909" y="16585"/>
                  <a:pt x="759" y="16585"/>
                </a:cubicBezTo>
                <a:cubicBezTo>
                  <a:pt x="647" y="16585"/>
                  <a:pt x="535" y="16622"/>
                  <a:pt x="442" y="16700"/>
                </a:cubicBezTo>
                <a:cubicBezTo>
                  <a:pt x="224" y="16881"/>
                  <a:pt x="203" y="17205"/>
                  <a:pt x="391" y="17416"/>
                </a:cubicBezTo>
                <a:lnTo>
                  <a:pt x="5005" y="22953"/>
                </a:lnTo>
                <a:lnTo>
                  <a:pt x="5005" y="50969"/>
                </a:lnTo>
                <a:cubicBezTo>
                  <a:pt x="5005" y="51347"/>
                  <a:pt x="5311" y="51652"/>
                  <a:pt x="5689" y="51652"/>
                </a:cubicBezTo>
                <a:cubicBezTo>
                  <a:pt x="6064" y="51652"/>
                  <a:pt x="6369" y="51347"/>
                  <a:pt x="6369" y="50969"/>
                </a:cubicBezTo>
                <a:lnTo>
                  <a:pt x="6369" y="21689"/>
                </a:lnTo>
                <a:lnTo>
                  <a:pt x="10730" y="16660"/>
                </a:lnTo>
                <a:cubicBezTo>
                  <a:pt x="10905" y="16461"/>
                  <a:pt x="10881" y="16158"/>
                  <a:pt x="10682" y="15986"/>
                </a:cubicBezTo>
                <a:cubicBezTo>
                  <a:pt x="10593" y="15908"/>
                  <a:pt x="10482" y="15869"/>
                  <a:pt x="10371" y="15869"/>
                </a:cubicBezTo>
                <a:cubicBezTo>
                  <a:pt x="10238" y="15869"/>
                  <a:pt x="10105" y="15925"/>
                  <a:pt x="10010" y="16034"/>
                </a:cubicBezTo>
                <a:lnTo>
                  <a:pt x="6372" y="20232"/>
                </a:lnTo>
                <a:lnTo>
                  <a:pt x="6372" y="11162"/>
                </a:lnTo>
                <a:lnTo>
                  <a:pt x="10733" y="6136"/>
                </a:lnTo>
                <a:cubicBezTo>
                  <a:pt x="10905" y="5937"/>
                  <a:pt x="10884" y="5634"/>
                  <a:pt x="10685" y="5462"/>
                </a:cubicBezTo>
                <a:cubicBezTo>
                  <a:pt x="10594" y="5384"/>
                  <a:pt x="10483" y="5345"/>
                  <a:pt x="10372" y="5345"/>
                </a:cubicBezTo>
                <a:cubicBezTo>
                  <a:pt x="10238" y="5345"/>
                  <a:pt x="10105" y="5401"/>
                  <a:pt x="10010" y="5510"/>
                </a:cubicBezTo>
                <a:lnTo>
                  <a:pt x="6372" y="9705"/>
                </a:lnTo>
                <a:lnTo>
                  <a:pt x="6372" y="684"/>
                </a:lnTo>
                <a:cubicBezTo>
                  <a:pt x="6372" y="306"/>
                  <a:pt x="6064" y="0"/>
                  <a:pt x="5689"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2"/>
          <p:cNvSpPr/>
          <p:nvPr/>
        </p:nvSpPr>
        <p:spPr>
          <a:xfrm>
            <a:off x="2438860" y="3453301"/>
            <a:ext cx="1081101" cy="1399756"/>
          </a:xfrm>
          <a:custGeom>
            <a:avLst/>
            <a:gdLst/>
            <a:ahLst/>
            <a:cxnLst/>
            <a:rect l="l" t="t" r="r" b="b"/>
            <a:pathLst>
              <a:path w="50643" h="65570" extrusionOk="0">
                <a:moveTo>
                  <a:pt x="25739" y="0"/>
                </a:moveTo>
                <a:cubicBezTo>
                  <a:pt x="25667" y="0"/>
                  <a:pt x="25596" y="1"/>
                  <a:pt x="25524" y="2"/>
                </a:cubicBezTo>
                <a:cubicBezTo>
                  <a:pt x="16739" y="108"/>
                  <a:pt x="9629" y="6736"/>
                  <a:pt x="9590" y="14932"/>
                </a:cubicBezTo>
                <a:cubicBezTo>
                  <a:pt x="9587" y="15255"/>
                  <a:pt x="9596" y="15576"/>
                  <a:pt x="9617" y="15893"/>
                </a:cubicBezTo>
                <a:cubicBezTo>
                  <a:pt x="9901" y="20378"/>
                  <a:pt x="8519" y="24796"/>
                  <a:pt x="5613" y="28386"/>
                </a:cubicBezTo>
                <a:cubicBezTo>
                  <a:pt x="1930" y="32928"/>
                  <a:pt x="0" y="38765"/>
                  <a:pt x="759" y="45037"/>
                </a:cubicBezTo>
                <a:cubicBezTo>
                  <a:pt x="2044" y="55682"/>
                  <a:pt x="11153" y="64170"/>
                  <a:pt x="22612" y="65407"/>
                </a:cubicBezTo>
                <a:cubicBezTo>
                  <a:pt x="23621" y="65516"/>
                  <a:pt x="24620" y="65569"/>
                  <a:pt x="25606" y="65569"/>
                </a:cubicBezTo>
                <a:cubicBezTo>
                  <a:pt x="39363" y="65569"/>
                  <a:pt x="50550" y="55243"/>
                  <a:pt x="50615" y="42451"/>
                </a:cubicBezTo>
                <a:cubicBezTo>
                  <a:pt x="50642" y="36969"/>
                  <a:pt x="48622" y="31921"/>
                  <a:pt x="45220" y="27935"/>
                </a:cubicBezTo>
                <a:cubicBezTo>
                  <a:pt x="42550" y="24799"/>
                  <a:pt x="41240" y="20838"/>
                  <a:pt x="41772" y="16870"/>
                </a:cubicBezTo>
                <a:cubicBezTo>
                  <a:pt x="41872" y="16132"/>
                  <a:pt x="41912" y="15388"/>
                  <a:pt x="41893" y="14644"/>
                </a:cubicBezTo>
                <a:cubicBezTo>
                  <a:pt x="41689" y="6537"/>
                  <a:pt x="34447" y="0"/>
                  <a:pt x="25739" y="0"/>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2"/>
          <p:cNvSpPr/>
          <p:nvPr/>
        </p:nvSpPr>
        <p:spPr>
          <a:xfrm>
            <a:off x="2767000" y="3991678"/>
            <a:ext cx="433141" cy="1320556"/>
          </a:xfrm>
          <a:custGeom>
            <a:avLst/>
            <a:gdLst/>
            <a:ahLst/>
            <a:cxnLst/>
            <a:rect l="l" t="t" r="r" b="b"/>
            <a:pathLst>
              <a:path w="20290" h="61860" extrusionOk="0">
                <a:moveTo>
                  <a:pt x="10419" y="1"/>
                </a:moveTo>
                <a:cubicBezTo>
                  <a:pt x="9684" y="1"/>
                  <a:pt x="9082" y="595"/>
                  <a:pt x="9079" y="1334"/>
                </a:cubicBezTo>
                <a:lnTo>
                  <a:pt x="8973" y="23985"/>
                </a:lnTo>
                <a:lnTo>
                  <a:pt x="2520" y="16237"/>
                </a:lnTo>
                <a:cubicBezTo>
                  <a:pt x="2255" y="15928"/>
                  <a:pt x="1879" y="15770"/>
                  <a:pt x="1502" y="15770"/>
                </a:cubicBezTo>
                <a:cubicBezTo>
                  <a:pt x="1199" y="15770"/>
                  <a:pt x="895" y="15872"/>
                  <a:pt x="645" y="16080"/>
                </a:cubicBezTo>
                <a:cubicBezTo>
                  <a:pt x="82" y="16549"/>
                  <a:pt x="1" y="17380"/>
                  <a:pt x="460" y="17952"/>
                </a:cubicBezTo>
                <a:lnTo>
                  <a:pt x="8952" y="28149"/>
                </a:lnTo>
                <a:lnTo>
                  <a:pt x="8801" y="60513"/>
                </a:lnTo>
                <a:cubicBezTo>
                  <a:pt x="8798" y="61254"/>
                  <a:pt x="9397" y="61856"/>
                  <a:pt x="10135" y="61859"/>
                </a:cubicBezTo>
                <a:cubicBezTo>
                  <a:pt x="10138" y="61859"/>
                  <a:pt x="10142" y="61859"/>
                  <a:pt x="10146" y="61859"/>
                </a:cubicBezTo>
                <a:cubicBezTo>
                  <a:pt x="10882" y="61859"/>
                  <a:pt x="11477" y="61263"/>
                  <a:pt x="11480" y="60529"/>
                </a:cubicBezTo>
                <a:lnTo>
                  <a:pt x="11683" y="17846"/>
                </a:lnTo>
                <a:cubicBezTo>
                  <a:pt x="11864" y="17752"/>
                  <a:pt x="12025" y="17616"/>
                  <a:pt x="12146" y="17453"/>
                </a:cubicBezTo>
                <a:lnTo>
                  <a:pt x="19854" y="6959"/>
                </a:lnTo>
                <a:cubicBezTo>
                  <a:pt x="20290" y="6364"/>
                  <a:pt x="20163" y="5526"/>
                  <a:pt x="19567" y="5087"/>
                </a:cubicBezTo>
                <a:cubicBezTo>
                  <a:pt x="19328" y="4912"/>
                  <a:pt x="19050" y="4827"/>
                  <a:pt x="18774" y="4827"/>
                </a:cubicBezTo>
                <a:cubicBezTo>
                  <a:pt x="18362" y="4827"/>
                  <a:pt x="17956" y="5016"/>
                  <a:pt x="17695" y="5375"/>
                </a:cubicBezTo>
                <a:lnTo>
                  <a:pt x="11701" y="13531"/>
                </a:lnTo>
                <a:lnTo>
                  <a:pt x="11759" y="1347"/>
                </a:lnTo>
                <a:cubicBezTo>
                  <a:pt x="11762" y="609"/>
                  <a:pt x="11166" y="4"/>
                  <a:pt x="10425" y="1"/>
                </a:cubicBezTo>
                <a:cubicBezTo>
                  <a:pt x="10423" y="1"/>
                  <a:pt x="10421" y="1"/>
                  <a:pt x="10419"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2"/>
          <p:cNvSpPr/>
          <p:nvPr/>
        </p:nvSpPr>
        <p:spPr>
          <a:xfrm>
            <a:off x="3527790" y="4198961"/>
            <a:ext cx="751500" cy="1104411"/>
          </a:xfrm>
          <a:custGeom>
            <a:avLst/>
            <a:gdLst/>
            <a:ahLst/>
            <a:cxnLst/>
            <a:rect l="l" t="t" r="r" b="b"/>
            <a:pathLst>
              <a:path w="27968" h="41102" extrusionOk="0">
                <a:moveTo>
                  <a:pt x="12339" y="1"/>
                </a:moveTo>
                <a:lnTo>
                  <a:pt x="1" y="17510"/>
                </a:lnTo>
                <a:lnTo>
                  <a:pt x="1" y="41102"/>
                </a:lnTo>
                <a:lnTo>
                  <a:pt x="27968" y="41102"/>
                </a:lnTo>
                <a:lnTo>
                  <a:pt x="27968" y="17510"/>
                </a:lnTo>
                <a:lnTo>
                  <a:pt x="12339" y="1"/>
                </a:lnTo>
                <a:close/>
              </a:path>
            </a:pathLst>
          </a:custGeom>
          <a:solidFill>
            <a:srgbClr val="56A4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2"/>
          <p:cNvSpPr/>
          <p:nvPr/>
        </p:nvSpPr>
        <p:spPr>
          <a:xfrm>
            <a:off x="4265210" y="4669454"/>
            <a:ext cx="1092964" cy="633917"/>
          </a:xfrm>
          <a:custGeom>
            <a:avLst/>
            <a:gdLst/>
            <a:ahLst/>
            <a:cxnLst/>
            <a:rect l="l" t="t" r="r" b="b"/>
            <a:pathLst>
              <a:path w="40676" h="23592" extrusionOk="0">
                <a:moveTo>
                  <a:pt x="1" y="0"/>
                </a:moveTo>
                <a:lnTo>
                  <a:pt x="1" y="23592"/>
                </a:lnTo>
                <a:lnTo>
                  <a:pt x="40675" y="23592"/>
                </a:lnTo>
                <a:lnTo>
                  <a:pt x="4067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2"/>
          <p:cNvSpPr/>
          <p:nvPr/>
        </p:nvSpPr>
        <p:spPr>
          <a:xfrm>
            <a:off x="4380187" y="4844324"/>
            <a:ext cx="174897" cy="306049"/>
          </a:xfrm>
          <a:custGeom>
            <a:avLst/>
            <a:gdLst/>
            <a:ahLst/>
            <a:cxnLst/>
            <a:rect l="l" t="t" r="r" b="b"/>
            <a:pathLst>
              <a:path w="6509" h="11390" extrusionOk="0">
                <a:moveTo>
                  <a:pt x="654" y="0"/>
                </a:moveTo>
                <a:cubicBezTo>
                  <a:pt x="294" y="0"/>
                  <a:pt x="1" y="294"/>
                  <a:pt x="1" y="654"/>
                </a:cubicBezTo>
                <a:lnTo>
                  <a:pt x="1" y="10736"/>
                </a:lnTo>
                <a:cubicBezTo>
                  <a:pt x="1" y="11099"/>
                  <a:pt x="294" y="11389"/>
                  <a:pt x="654" y="11389"/>
                </a:cubicBezTo>
                <a:lnTo>
                  <a:pt x="5859" y="11389"/>
                </a:lnTo>
                <a:cubicBezTo>
                  <a:pt x="6218" y="11389"/>
                  <a:pt x="6509" y="11099"/>
                  <a:pt x="6509" y="10736"/>
                </a:cubicBezTo>
                <a:lnTo>
                  <a:pt x="6509" y="654"/>
                </a:lnTo>
                <a:cubicBezTo>
                  <a:pt x="6509" y="294"/>
                  <a:pt x="6218" y="0"/>
                  <a:pt x="5859"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2"/>
          <p:cNvSpPr/>
          <p:nvPr/>
        </p:nvSpPr>
        <p:spPr>
          <a:xfrm>
            <a:off x="3741272" y="4695545"/>
            <a:ext cx="259967" cy="454828"/>
          </a:xfrm>
          <a:custGeom>
            <a:avLst/>
            <a:gdLst/>
            <a:ahLst/>
            <a:cxnLst/>
            <a:rect l="l" t="t" r="r" b="b"/>
            <a:pathLst>
              <a:path w="9675" h="16927" extrusionOk="0">
                <a:moveTo>
                  <a:pt x="653" y="0"/>
                </a:moveTo>
                <a:cubicBezTo>
                  <a:pt x="293" y="0"/>
                  <a:pt x="0" y="290"/>
                  <a:pt x="0" y="650"/>
                </a:cubicBezTo>
                <a:lnTo>
                  <a:pt x="0" y="16273"/>
                </a:lnTo>
                <a:cubicBezTo>
                  <a:pt x="0" y="16636"/>
                  <a:pt x="293" y="16926"/>
                  <a:pt x="653" y="16926"/>
                </a:cubicBezTo>
                <a:lnTo>
                  <a:pt x="9021" y="16926"/>
                </a:lnTo>
                <a:cubicBezTo>
                  <a:pt x="9384" y="16926"/>
                  <a:pt x="9674" y="16636"/>
                  <a:pt x="9674" y="16273"/>
                </a:cubicBezTo>
                <a:lnTo>
                  <a:pt x="9674" y="650"/>
                </a:lnTo>
                <a:cubicBezTo>
                  <a:pt x="9674" y="290"/>
                  <a:pt x="9384" y="0"/>
                  <a:pt x="902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2"/>
          <p:cNvSpPr/>
          <p:nvPr/>
        </p:nvSpPr>
        <p:spPr>
          <a:xfrm>
            <a:off x="4686290" y="4882829"/>
            <a:ext cx="284204" cy="415356"/>
          </a:xfrm>
          <a:custGeom>
            <a:avLst/>
            <a:gdLst/>
            <a:ahLst/>
            <a:cxnLst/>
            <a:rect l="l" t="t" r="r" b="b"/>
            <a:pathLst>
              <a:path w="10577" h="15458" extrusionOk="0">
                <a:moveTo>
                  <a:pt x="5287" y="1"/>
                </a:moveTo>
                <a:cubicBezTo>
                  <a:pt x="2366" y="1"/>
                  <a:pt x="1" y="2369"/>
                  <a:pt x="1" y="5290"/>
                </a:cubicBezTo>
                <a:lnTo>
                  <a:pt x="1" y="15457"/>
                </a:lnTo>
                <a:lnTo>
                  <a:pt x="10573" y="15457"/>
                </a:lnTo>
                <a:lnTo>
                  <a:pt x="10576" y="5290"/>
                </a:lnTo>
                <a:cubicBezTo>
                  <a:pt x="10576" y="2369"/>
                  <a:pt x="8208" y="1"/>
                  <a:pt x="5287"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2"/>
          <p:cNvSpPr/>
          <p:nvPr/>
        </p:nvSpPr>
        <p:spPr>
          <a:xfrm>
            <a:off x="5052609" y="4844324"/>
            <a:ext cx="174897" cy="306049"/>
          </a:xfrm>
          <a:custGeom>
            <a:avLst/>
            <a:gdLst/>
            <a:ahLst/>
            <a:cxnLst/>
            <a:rect l="l" t="t" r="r" b="b"/>
            <a:pathLst>
              <a:path w="6509" h="11390" extrusionOk="0">
                <a:moveTo>
                  <a:pt x="654" y="0"/>
                </a:moveTo>
                <a:cubicBezTo>
                  <a:pt x="294" y="0"/>
                  <a:pt x="1" y="294"/>
                  <a:pt x="1" y="654"/>
                </a:cubicBezTo>
                <a:lnTo>
                  <a:pt x="1" y="10736"/>
                </a:lnTo>
                <a:cubicBezTo>
                  <a:pt x="1" y="11099"/>
                  <a:pt x="294" y="11389"/>
                  <a:pt x="654" y="11389"/>
                </a:cubicBezTo>
                <a:lnTo>
                  <a:pt x="5858" y="11389"/>
                </a:lnTo>
                <a:cubicBezTo>
                  <a:pt x="6218" y="11389"/>
                  <a:pt x="6508" y="11099"/>
                  <a:pt x="6508" y="10736"/>
                </a:cubicBezTo>
                <a:lnTo>
                  <a:pt x="6508" y="654"/>
                </a:lnTo>
                <a:cubicBezTo>
                  <a:pt x="6508" y="294"/>
                  <a:pt x="6218" y="0"/>
                  <a:pt x="585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2"/>
          <p:cNvSpPr/>
          <p:nvPr/>
        </p:nvSpPr>
        <p:spPr>
          <a:xfrm>
            <a:off x="3413297" y="4166717"/>
            <a:ext cx="2081780" cy="502765"/>
          </a:xfrm>
          <a:custGeom>
            <a:avLst/>
            <a:gdLst/>
            <a:ahLst/>
            <a:cxnLst/>
            <a:rect l="l" t="t" r="r" b="b"/>
            <a:pathLst>
              <a:path w="77476" h="18711" extrusionOk="0">
                <a:moveTo>
                  <a:pt x="14837" y="0"/>
                </a:moveTo>
                <a:lnTo>
                  <a:pt x="1" y="18710"/>
                </a:lnTo>
                <a:lnTo>
                  <a:pt x="4455" y="18710"/>
                </a:lnTo>
                <a:lnTo>
                  <a:pt x="16416" y="2507"/>
                </a:lnTo>
                <a:lnTo>
                  <a:pt x="28666" y="18710"/>
                </a:lnTo>
                <a:lnTo>
                  <a:pt x="77476" y="18710"/>
                </a:lnTo>
                <a:lnTo>
                  <a:pt x="62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2"/>
          <p:cNvSpPr/>
          <p:nvPr/>
        </p:nvSpPr>
        <p:spPr>
          <a:xfrm>
            <a:off x="5733451" y="3476738"/>
            <a:ext cx="1403087" cy="1442450"/>
          </a:xfrm>
          <a:custGeom>
            <a:avLst/>
            <a:gdLst/>
            <a:ahLst/>
            <a:cxnLst/>
            <a:rect l="l" t="t" r="r" b="b"/>
            <a:pathLst>
              <a:path w="59277" h="60940" extrusionOk="0">
                <a:moveTo>
                  <a:pt x="29640" y="1"/>
                </a:moveTo>
                <a:cubicBezTo>
                  <a:pt x="29123" y="1"/>
                  <a:pt x="28607" y="58"/>
                  <a:pt x="28101" y="173"/>
                </a:cubicBezTo>
                <a:cubicBezTo>
                  <a:pt x="23244" y="1174"/>
                  <a:pt x="21952" y="8220"/>
                  <a:pt x="21608" y="11889"/>
                </a:cubicBezTo>
                <a:cubicBezTo>
                  <a:pt x="21535" y="12662"/>
                  <a:pt x="20893" y="13258"/>
                  <a:pt x="20125" y="13258"/>
                </a:cubicBezTo>
                <a:cubicBezTo>
                  <a:pt x="20097" y="13258"/>
                  <a:pt x="20069" y="13257"/>
                  <a:pt x="20041" y="13256"/>
                </a:cubicBezTo>
                <a:cubicBezTo>
                  <a:pt x="19950" y="13250"/>
                  <a:pt x="19855" y="13248"/>
                  <a:pt x="19758" y="13248"/>
                </a:cubicBezTo>
                <a:cubicBezTo>
                  <a:pt x="17978" y="13248"/>
                  <a:pt x="15247" y="14083"/>
                  <a:pt x="13675" y="15654"/>
                </a:cubicBezTo>
                <a:cubicBezTo>
                  <a:pt x="11377" y="17952"/>
                  <a:pt x="11613" y="24475"/>
                  <a:pt x="11900" y="27762"/>
                </a:cubicBezTo>
                <a:cubicBezTo>
                  <a:pt x="11978" y="28661"/>
                  <a:pt x="11253" y="29389"/>
                  <a:pt x="10353" y="29389"/>
                </a:cubicBezTo>
                <a:cubicBezTo>
                  <a:pt x="10348" y="29389"/>
                  <a:pt x="10342" y="29389"/>
                  <a:pt x="10337" y="29389"/>
                </a:cubicBezTo>
                <a:cubicBezTo>
                  <a:pt x="10321" y="29389"/>
                  <a:pt x="10305" y="29389"/>
                  <a:pt x="10290" y="29389"/>
                </a:cubicBezTo>
                <a:cubicBezTo>
                  <a:pt x="7014" y="29389"/>
                  <a:pt x="5867" y="32831"/>
                  <a:pt x="5867" y="32831"/>
                </a:cubicBezTo>
                <a:cubicBezTo>
                  <a:pt x="0" y="46025"/>
                  <a:pt x="25796" y="59222"/>
                  <a:pt x="28975" y="60786"/>
                </a:cubicBezTo>
                <a:cubicBezTo>
                  <a:pt x="29180" y="60888"/>
                  <a:pt x="29407" y="60940"/>
                  <a:pt x="29640" y="60940"/>
                </a:cubicBezTo>
                <a:cubicBezTo>
                  <a:pt x="29870" y="60940"/>
                  <a:pt x="30099" y="60888"/>
                  <a:pt x="30305" y="60786"/>
                </a:cubicBezTo>
                <a:cubicBezTo>
                  <a:pt x="33480" y="59222"/>
                  <a:pt x="59276" y="46025"/>
                  <a:pt x="53412" y="32831"/>
                </a:cubicBezTo>
                <a:cubicBezTo>
                  <a:pt x="53412" y="32831"/>
                  <a:pt x="52264" y="29389"/>
                  <a:pt x="48986" y="29389"/>
                </a:cubicBezTo>
                <a:cubicBezTo>
                  <a:pt x="48972" y="29389"/>
                  <a:pt x="48957" y="29389"/>
                  <a:pt x="48943" y="29389"/>
                </a:cubicBezTo>
                <a:cubicBezTo>
                  <a:pt x="48937" y="29389"/>
                  <a:pt x="48932" y="29389"/>
                  <a:pt x="48926" y="29389"/>
                </a:cubicBezTo>
                <a:cubicBezTo>
                  <a:pt x="48027" y="29389"/>
                  <a:pt x="47301" y="28661"/>
                  <a:pt x="47379" y="27762"/>
                </a:cubicBezTo>
                <a:cubicBezTo>
                  <a:pt x="47664" y="24475"/>
                  <a:pt x="47903" y="17952"/>
                  <a:pt x="45604" y="15654"/>
                </a:cubicBezTo>
                <a:cubicBezTo>
                  <a:pt x="44033" y="14083"/>
                  <a:pt x="41301" y="13248"/>
                  <a:pt x="39519" y="13248"/>
                </a:cubicBezTo>
                <a:cubicBezTo>
                  <a:pt x="39422" y="13248"/>
                  <a:pt x="39327" y="13250"/>
                  <a:pt x="39235" y="13256"/>
                </a:cubicBezTo>
                <a:cubicBezTo>
                  <a:pt x="39207" y="13257"/>
                  <a:pt x="39179" y="13258"/>
                  <a:pt x="39152" y="13258"/>
                </a:cubicBezTo>
                <a:cubicBezTo>
                  <a:pt x="38387" y="13258"/>
                  <a:pt x="37745" y="12662"/>
                  <a:pt x="37672" y="11889"/>
                </a:cubicBezTo>
                <a:cubicBezTo>
                  <a:pt x="37327" y="8223"/>
                  <a:pt x="36036" y="1174"/>
                  <a:pt x="31179" y="173"/>
                </a:cubicBezTo>
                <a:cubicBezTo>
                  <a:pt x="30673" y="58"/>
                  <a:pt x="30156" y="1"/>
                  <a:pt x="296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2"/>
          <p:cNvSpPr/>
          <p:nvPr/>
        </p:nvSpPr>
        <p:spPr>
          <a:xfrm>
            <a:off x="6240050" y="3921130"/>
            <a:ext cx="410248" cy="1367653"/>
          </a:xfrm>
          <a:custGeom>
            <a:avLst/>
            <a:gdLst/>
            <a:ahLst/>
            <a:cxnLst/>
            <a:rect l="l" t="t" r="r" b="b"/>
            <a:pathLst>
              <a:path w="17332" h="57780" extrusionOk="0">
                <a:moveTo>
                  <a:pt x="8670" y="1"/>
                </a:moveTo>
                <a:cubicBezTo>
                  <a:pt x="8241" y="1"/>
                  <a:pt x="7896" y="351"/>
                  <a:pt x="7908" y="781"/>
                </a:cubicBezTo>
                <a:lnTo>
                  <a:pt x="7908" y="23658"/>
                </a:lnTo>
                <a:lnTo>
                  <a:pt x="1449" y="15907"/>
                </a:lnTo>
                <a:cubicBezTo>
                  <a:pt x="1297" y="15722"/>
                  <a:pt x="1077" y="15626"/>
                  <a:pt x="855" y="15626"/>
                </a:cubicBezTo>
                <a:cubicBezTo>
                  <a:pt x="682" y="15626"/>
                  <a:pt x="509" y="15684"/>
                  <a:pt x="366" y="15802"/>
                </a:cubicBezTo>
                <a:cubicBezTo>
                  <a:pt x="39" y="16074"/>
                  <a:pt x="0" y="16561"/>
                  <a:pt x="275" y="16884"/>
                </a:cubicBezTo>
                <a:lnTo>
                  <a:pt x="7908" y="26041"/>
                </a:lnTo>
                <a:lnTo>
                  <a:pt x="7908" y="56999"/>
                </a:lnTo>
                <a:cubicBezTo>
                  <a:pt x="7896" y="57426"/>
                  <a:pt x="8241" y="57779"/>
                  <a:pt x="8670" y="57779"/>
                </a:cubicBezTo>
                <a:cubicBezTo>
                  <a:pt x="9097" y="57779"/>
                  <a:pt x="9441" y="57426"/>
                  <a:pt x="9432" y="56999"/>
                </a:cubicBezTo>
                <a:lnTo>
                  <a:pt x="9432" y="19440"/>
                </a:lnTo>
                <a:lnTo>
                  <a:pt x="17053" y="10651"/>
                </a:lnTo>
                <a:cubicBezTo>
                  <a:pt x="17331" y="10334"/>
                  <a:pt x="17295" y="9853"/>
                  <a:pt x="16978" y="9575"/>
                </a:cubicBezTo>
                <a:cubicBezTo>
                  <a:pt x="16833" y="9450"/>
                  <a:pt x="16655" y="9389"/>
                  <a:pt x="16477" y="9389"/>
                </a:cubicBezTo>
                <a:cubicBezTo>
                  <a:pt x="16264" y="9389"/>
                  <a:pt x="16051" y="9477"/>
                  <a:pt x="15901" y="9651"/>
                </a:cubicBezTo>
                <a:lnTo>
                  <a:pt x="9432" y="17111"/>
                </a:lnTo>
                <a:lnTo>
                  <a:pt x="9432" y="781"/>
                </a:lnTo>
                <a:cubicBezTo>
                  <a:pt x="9441" y="351"/>
                  <a:pt x="9097" y="1"/>
                  <a:pt x="8670"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2"/>
          <p:cNvSpPr/>
          <p:nvPr/>
        </p:nvSpPr>
        <p:spPr>
          <a:xfrm>
            <a:off x="5209084" y="4820708"/>
            <a:ext cx="524368" cy="387385"/>
          </a:xfrm>
          <a:custGeom>
            <a:avLst/>
            <a:gdLst/>
            <a:ahLst/>
            <a:cxnLst/>
            <a:rect l="l" t="t" r="r" b="b"/>
            <a:pathLst>
              <a:path w="19515" h="14417" extrusionOk="0">
                <a:moveTo>
                  <a:pt x="8420" y="1"/>
                </a:moveTo>
                <a:cubicBezTo>
                  <a:pt x="8024" y="1"/>
                  <a:pt x="7625" y="45"/>
                  <a:pt x="7231" y="137"/>
                </a:cubicBezTo>
                <a:cubicBezTo>
                  <a:pt x="5456" y="551"/>
                  <a:pt x="4022" y="1854"/>
                  <a:pt x="3442" y="3581"/>
                </a:cubicBezTo>
                <a:cubicBezTo>
                  <a:pt x="3321" y="3950"/>
                  <a:pt x="2985" y="4201"/>
                  <a:pt x="2598" y="4219"/>
                </a:cubicBezTo>
                <a:cubicBezTo>
                  <a:pt x="2453" y="4225"/>
                  <a:pt x="2308" y="4244"/>
                  <a:pt x="2162" y="4277"/>
                </a:cubicBezTo>
                <a:cubicBezTo>
                  <a:pt x="1037" y="4516"/>
                  <a:pt x="176" y="5480"/>
                  <a:pt x="70" y="6627"/>
                </a:cubicBezTo>
                <a:cubicBezTo>
                  <a:pt x="0" y="7331"/>
                  <a:pt x="215" y="8033"/>
                  <a:pt x="666" y="8577"/>
                </a:cubicBezTo>
                <a:cubicBezTo>
                  <a:pt x="929" y="8892"/>
                  <a:pt x="1022" y="9318"/>
                  <a:pt x="907" y="9711"/>
                </a:cubicBezTo>
                <a:cubicBezTo>
                  <a:pt x="690" y="10452"/>
                  <a:pt x="620" y="11229"/>
                  <a:pt x="705" y="11997"/>
                </a:cubicBezTo>
                <a:cubicBezTo>
                  <a:pt x="759" y="12511"/>
                  <a:pt x="886" y="13017"/>
                  <a:pt x="1077" y="13497"/>
                </a:cubicBezTo>
                <a:lnTo>
                  <a:pt x="18236" y="14417"/>
                </a:lnTo>
                <a:cubicBezTo>
                  <a:pt x="19445" y="12705"/>
                  <a:pt x="19515" y="10434"/>
                  <a:pt x="18408" y="8653"/>
                </a:cubicBezTo>
                <a:cubicBezTo>
                  <a:pt x="18127" y="8193"/>
                  <a:pt x="18036" y="7640"/>
                  <a:pt x="18163" y="7113"/>
                </a:cubicBezTo>
                <a:cubicBezTo>
                  <a:pt x="18284" y="6599"/>
                  <a:pt x="18308" y="6067"/>
                  <a:pt x="18236" y="5544"/>
                </a:cubicBezTo>
                <a:cubicBezTo>
                  <a:pt x="17964" y="3551"/>
                  <a:pt x="16291" y="1997"/>
                  <a:pt x="14286" y="1864"/>
                </a:cubicBezTo>
                <a:cubicBezTo>
                  <a:pt x="14187" y="1857"/>
                  <a:pt x="14087" y="1853"/>
                  <a:pt x="13988" y="1853"/>
                </a:cubicBezTo>
                <a:cubicBezTo>
                  <a:pt x="13740" y="1853"/>
                  <a:pt x="13493" y="1875"/>
                  <a:pt x="13249" y="1918"/>
                </a:cubicBezTo>
                <a:cubicBezTo>
                  <a:pt x="13181" y="1930"/>
                  <a:pt x="13112" y="1936"/>
                  <a:pt x="13045" y="1936"/>
                </a:cubicBezTo>
                <a:cubicBezTo>
                  <a:pt x="12713" y="1936"/>
                  <a:pt x="12392" y="1793"/>
                  <a:pt x="12151" y="1552"/>
                </a:cubicBezTo>
                <a:cubicBezTo>
                  <a:pt x="11154" y="548"/>
                  <a:pt x="9805" y="1"/>
                  <a:pt x="8420" y="1"/>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2"/>
          <p:cNvSpPr/>
          <p:nvPr/>
        </p:nvSpPr>
        <p:spPr>
          <a:xfrm>
            <a:off x="1058330" y="2330676"/>
            <a:ext cx="1339065" cy="2243750"/>
          </a:xfrm>
          <a:custGeom>
            <a:avLst/>
            <a:gdLst/>
            <a:ahLst/>
            <a:cxnLst/>
            <a:rect l="l" t="t" r="r" b="b"/>
            <a:pathLst>
              <a:path w="62727" h="105106" extrusionOk="0">
                <a:moveTo>
                  <a:pt x="31083" y="0"/>
                </a:moveTo>
                <a:cubicBezTo>
                  <a:pt x="30660" y="0"/>
                  <a:pt x="30078" y="77"/>
                  <a:pt x="29410" y="366"/>
                </a:cubicBezTo>
                <a:cubicBezTo>
                  <a:pt x="23250" y="2407"/>
                  <a:pt x="21611" y="16772"/>
                  <a:pt x="21172" y="24241"/>
                </a:cubicBezTo>
                <a:cubicBezTo>
                  <a:pt x="21082" y="25817"/>
                  <a:pt x="20271" y="27035"/>
                  <a:pt x="19296" y="27035"/>
                </a:cubicBezTo>
                <a:cubicBezTo>
                  <a:pt x="19260" y="27035"/>
                  <a:pt x="19224" y="27033"/>
                  <a:pt x="19188" y="27030"/>
                </a:cubicBezTo>
                <a:cubicBezTo>
                  <a:pt x="19071" y="27019"/>
                  <a:pt x="18950" y="27014"/>
                  <a:pt x="18825" y="27014"/>
                </a:cubicBezTo>
                <a:cubicBezTo>
                  <a:pt x="16566" y="27014"/>
                  <a:pt x="13102" y="28718"/>
                  <a:pt x="11108" y="31917"/>
                </a:cubicBezTo>
                <a:cubicBezTo>
                  <a:pt x="8196" y="36601"/>
                  <a:pt x="8495" y="49895"/>
                  <a:pt x="8858" y="56599"/>
                </a:cubicBezTo>
                <a:cubicBezTo>
                  <a:pt x="8957" y="58430"/>
                  <a:pt x="8037" y="59917"/>
                  <a:pt x="6895" y="59917"/>
                </a:cubicBezTo>
                <a:cubicBezTo>
                  <a:pt x="6888" y="59917"/>
                  <a:pt x="6881" y="59917"/>
                  <a:pt x="6874" y="59917"/>
                </a:cubicBezTo>
                <a:cubicBezTo>
                  <a:pt x="6854" y="59917"/>
                  <a:pt x="6835" y="59916"/>
                  <a:pt x="6815" y="59916"/>
                </a:cubicBezTo>
                <a:cubicBezTo>
                  <a:pt x="2657" y="59916"/>
                  <a:pt x="1204" y="66933"/>
                  <a:pt x="1204" y="66933"/>
                </a:cubicBezTo>
                <a:cubicBezTo>
                  <a:pt x="170" y="70668"/>
                  <a:pt x="0" y="74469"/>
                  <a:pt x="472" y="78249"/>
                </a:cubicBezTo>
                <a:cubicBezTo>
                  <a:pt x="2716" y="96150"/>
                  <a:pt x="17018" y="105106"/>
                  <a:pt x="31329" y="105106"/>
                </a:cubicBezTo>
                <a:cubicBezTo>
                  <a:pt x="45614" y="105106"/>
                  <a:pt x="59909" y="96183"/>
                  <a:pt x="62231" y="78325"/>
                </a:cubicBezTo>
                <a:cubicBezTo>
                  <a:pt x="62727" y="74520"/>
                  <a:pt x="62566" y="70692"/>
                  <a:pt x="61526" y="66933"/>
                </a:cubicBezTo>
                <a:cubicBezTo>
                  <a:pt x="61526" y="66933"/>
                  <a:pt x="60070" y="59916"/>
                  <a:pt x="55912" y="59916"/>
                </a:cubicBezTo>
                <a:cubicBezTo>
                  <a:pt x="55892" y="59916"/>
                  <a:pt x="55872" y="59917"/>
                  <a:pt x="55853" y="59917"/>
                </a:cubicBezTo>
                <a:cubicBezTo>
                  <a:pt x="55846" y="59917"/>
                  <a:pt x="55839" y="59917"/>
                  <a:pt x="55832" y="59917"/>
                </a:cubicBezTo>
                <a:cubicBezTo>
                  <a:pt x="54689" y="59917"/>
                  <a:pt x="53770" y="58430"/>
                  <a:pt x="53869" y="56599"/>
                </a:cubicBezTo>
                <a:cubicBezTo>
                  <a:pt x="54232" y="49895"/>
                  <a:pt x="54534" y="36601"/>
                  <a:pt x="51619" y="31917"/>
                </a:cubicBezTo>
                <a:cubicBezTo>
                  <a:pt x="49627" y="28718"/>
                  <a:pt x="46161" y="27014"/>
                  <a:pt x="43904" y="27014"/>
                </a:cubicBezTo>
                <a:cubicBezTo>
                  <a:pt x="43780" y="27014"/>
                  <a:pt x="43659" y="27019"/>
                  <a:pt x="43542" y="27030"/>
                </a:cubicBezTo>
                <a:cubicBezTo>
                  <a:pt x="43505" y="27033"/>
                  <a:pt x="43470" y="27035"/>
                  <a:pt x="43434" y="27035"/>
                </a:cubicBezTo>
                <a:cubicBezTo>
                  <a:pt x="42459" y="27035"/>
                  <a:pt x="41648" y="25817"/>
                  <a:pt x="41555" y="24241"/>
                </a:cubicBezTo>
                <a:cubicBezTo>
                  <a:pt x="41119" y="16772"/>
                  <a:pt x="39480" y="2407"/>
                  <a:pt x="33317" y="366"/>
                </a:cubicBezTo>
                <a:cubicBezTo>
                  <a:pt x="32649" y="77"/>
                  <a:pt x="32066" y="0"/>
                  <a:pt x="31644" y="0"/>
                </a:cubicBezTo>
                <a:cubicBezTo>
                  <a:pt x="31540" y="0"/>
                  <a:pt x="31447" y="5"/>
                  <a:pt x="31363" y="12"/>
                </a:cubicBezTo>
                <a:cubicBezTo>
                  <a:pt x="31280" y="5"/>
                  <a:pt x="31186" y="0"/>
                  <a:pt x="3108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2"/>
          <p:cNvSpPr/>
          <p:nvPr/>
        </p:nvSpPr>
        <p:spPr>
          <a:xfrm>
            <a:off x="1484864" y="3039133"/>
            <a:ext cx="475943" cy="2300727"/>
          </a:xfrm>
          <a:custGeom>
            <a:avLst/>
            <a:gdLst/>
            <a:ahLst/>
            <a:cxnLst/>
            <a:rect l="l" t="t" r="r" b="b"/>
            <a:pathLst>
              <a:path w="22295" h="107775" extrusionOk="0">
                <a:moveTo>
                  <a:pt x="11420" y="1"/>
                </a:moveTo>
                <a:cubicBezTo>
                  <a:pt x="10633" y="1"/>
                  <a:pt x="9998" y="639"/>
                  <a:pt x="9998" y="1425"/>
                </a:cubicBezTo>
                <a:lnTo>
                  <a:pt x="9998" y="44649"/>
                </a:lnTo>
                <a:lnTo>
                  <a:pt x="1966" y="35011"/>
                </a:lnTo>
                <a:cubicBezTo>
                  <a:pt x="1760" y="34764"/>
                  <a:pt x="1464" y="34636"/>
                  <a:pt x="1167" y="34636"/>
                </a:cubicBezTo>
                <a:cubicBezTo>
                  <a:pt x="933" y="34636"/>
                  <a:pt x="697" y="34715"/>
                  <a:pt x="503" y="34878"/>
                </a:cubicBezTo>
                <a:cubicBezTo>
                  <a:pt x="61" y="35244"/>
                  <a:pt x="1" y="35900"/>
                  <a:pt x="370" y="36342"/>
                </a:cubicBezTo>
                <a:lnTo>
                  <a:pt x="9998" y="47894"/>
                </a:lnTo>
                <a:lnTo>
                  <a:pt x="9998" y="106350"/>
                </a:lnTo>
                <a:cubicBezTo>
                  <a:pt x="9998" y="107136"/>
                  <a:pt x="10633" y="107774"/>
                  <a:pt x="11420" y="107774"/>
                </a:cubicBezTo>
                <a:cubicBezTo>
                  <a:pt x="12206" y="107774"/>
                  <a:pt x="12844" y="107136"/>
                  <a:pt x="12844" y="106350"/>
                </a:cubicBezTo>
                <a:lnTo>
                  <a:pt x="12844" y="34905"/>
                </a:lnTo>
                <a:lnTo>
                  <a:pt x="21944" y="24414"/>
                </a:lnTo>
                <a:cubicBezTo>
                  <a:pt x="22294" y="23997"/>
                  <a:pt x="22246" y="23377"/>
                  <a:pt x="21835" y="23020"/>
                </a:cubicBezTo>
                <a:cubicBezTo>
                  <a:pt x="21646" y="22857"/>
                  <a:pt x="21414" y="22776"/>
                  <a:pt x="21183" y="22776"/>
                </a:cubicBezTo>
                <a:cubicBezTo>
                  <a:pt x="20909" y="22776"/>
                  <a:pt x="20637" y="22889"/>
                  <a:pt x="20441" y="23108"/>
                </a:cubicBezTo>
                <a:lnTo>
                  <a:pt x="20441" y="23111"/>
                </a:lnTo>
                <a:lnTo>
                  <a:pt x="12844" y="31866"/>
                </a:lnTo>
                <a:lnTo>
                  <a:pt x="12844" y="19413"/>
                </a:lnTo>
                <a:lnTo>
                  <a:pt x="21944" y="8922"/>
                </a:lnTo>
                <a:cubicBezTo>
                  <a:pt x="22294" y="8505"/>
                  <a:pt x="22246" y="7885"/>
                  <a:pt x="21835" y="7528"/>
                </a:cubicBezTo>
                <a:cubicBezTo>
                  <a:pt x="21646" y="7364"/>
                  <a:pt x="21414" y="7284"/>
                  <a:pt x="21183" y="7284"/>
                </a:cubicBezTo>
                <a:cubicBezTo>
                  <a:pt x="20909" y="7284"/>
                  <a:pt x="20637" y="7396"/>
                  <a:pt x="20441" y="7615"/>
                </a:cubicBezTo>
                <a:lnTo>
                  <a:pt x="12844" y="16373"/>
                </a:lnTo>
                <a:lnTo>
                  <a:pt x="12844" y="1425"/>
                </a:lnTo>
                <a:cubicBezTo>
                  <a:pt x="12844" y="639"/>
                  <a:pt x="12206" y="1"/>
                  <a:pt x="11420"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2"/>
          <p:cNvSpPr/>
          <p:nvPr/>
        </p:nvSpPr>
        <p:spPr>
          <a:xfrm>
            <a:off x="-7" y="2864687"/>
            <a:ext cx="1851853" cy="1904112"/>
          </a:xfrm>
          <a:custGeom>
            <a:avLst/>
            <a:gdLst/>
            <a:ahLst/>
            <a:cxnLst/>
            <a:rect l="l" t="t" r="r" b="b"/>
            <a:pathLst>
              <a:path w="86748" h="89196" extrusionOk="0">
                <a:moveTo>
                  <a:pt x="43054" y="1"/>
                </a:moveTo>
                <a:cubicBezTo>
                  <a:pt x="42402" y="1"/>
                  <a:pt x="41751" y="88"/>
                  <a:pt x="41123" y="262"/>
                </a:cubicBezTo>
                <a:cubicBezTo>
                  <a:pt x="34016" y="1728"/>
                  <a:pt x="32123" y="12041"/>
                  <a:pt x="31621" y="17405"/>
                </a:cubicBezTo>
                <a:cubicBezTo>
                  <a:pt x="31513" y="18538"/>
                  <a:pt x="30574" y="19411"/>
                  <a:pt x="29452" y="19411"/>
                </a:cubicBezTo>
                <a:cubicBezTo>
                  <a:pt x="29411" y="19411"/>
                  <a:pt x="29370" y="19410"/>
                  <a:pt x="29329" y="19407"/>
                </a:cubicBezTo>
                <a:cubicBezTo>
                  <a:pt x="29192" y="19400"/>
                  <a:pt x="29051" y="19396"/>
                  <a:pt x="28905" y="19396"/>
                </a:cubicBezTo>
                <a:cubicBezTo>
                  <a:pt x="26301" y="19396"/>
                  <a:pt x="22308" y="20621"/>
                  <a:pt x="20011" y="22918"/>
                </a:cubicBezTo>
                <a:cubicBezTo>
                  <a:pt x="16648" y="26278"/>
                  <a:pt x="16996" y="35825"/>
                  <a:pt x="17414" y="40637"/>
                </a:cubicBezTo>
                <a:cubicBezTo>
                  <a:pt x="17531" y="41954"/>
                  <a:pt x="16467" y="43020"/>
                  <a:pt x="15150" y="43020"/>
                </a:cubicBezTo>
                <a:cubicBezTo>
                  <a:pt x="15142" y="43020"/>
                  <a:pt x="15135" y="43020"/>
                  <a:pt x="15127" y="43020"/>
                </a:cubicBezTo>
                <a:cubicBezTo>
                  <a:pt x="15104" y="43020"/>
                  <a:pt x="15081" y="43019"/>
                  <a:pt x="15059" y="43019"/>
                </a:cubicBezTo>
                <a:cubicBezTo>
                  <a:pt x="10264" y="43019"/>
                  <a:pt x="8583" y="48058"/>
                  <a:pt x="8583" y="48058"/>
                </a:cubicBezTo>
                <a:cubicBezTo>
                  <a:pt x="1" y="67367"/>
                  <a:pt x="37751" y="86679"/>
                  <a:pt x="42399" y="88968"/>
                </a:cubicBezTo>
                <a:cubicBezTo>
                  <a:pt x="42704" y="89116"/>
                  <a:pt x="43037" y="89195"/>
                  <a:pt x="43376" y="89195"/>
                </a:cubicBezTo>
                <a:cubicBezTo>
                  <a:pt x="43714" y="89195"/>
                  <a:pt x="44047" y="89116"/>
                  <a:pt x="44349" y="88968"/>
                </a:cubicBezTo>
                <a:cubicBezTo>
                  <a:pt x="48998" y="86679"/>
                  <a:pt x="86748" y="67367"/>
                  <a:pt x="78165" y="48058"/>
                </a:cubicBezTo>
                <a:cubicBezTo>
                  <a:pt x="78165" y="48058"/>
                  <a:pt x="76488" y="43019"/>
                  <a:pt x="71693" y="43019"/>
                </a:cubicBezTo>
                <a:cubicBezTo>
                  <a:pt x="71670" y="43019"/>
                  <a:pt x="71647" y="43020"/>
                  <a:pt x="71624" y="43020"/>
                </a:cubicBezTo>
                <a:cubicBezTo>
                  <a:pt x="71617" y="43020"/>
                  <a:pt x="71609" y="43020"/>
                  <a:pt x="71602" y="43020"/>
                </a:cubicBezTo>
                <a:cubicBezTo>
                  <a:pt x="70282" y="43020"/>
                  <a:pt x="69224" y="41954"/>
                  <a:pt x="69335" y="40637"/>
                </a:cubicBezTo>
                <a:cubicBezTo>
                  <a:pt x="69755" y="35825"/>
                  <a:pt x="70103" y="26278"/>
                  <a:pt x="66740" y="22918"/>
                </a:cubicBezTo>
                <a:cubicBezTo>
                  <a:pt x="64443" y="20621"/>
                  <a:pt x="60448" y="19396"/>
                  <a:pt x="57843" y="19396"/>
                </a:cubicBezTo>
                <a:cubicBezTo>
                  <a:pt x="57697" y="19396"/>
                  <a:pt x="57556" y="19400"/>
                  <a:pt x="57420" y="19407"/>
                </a:cubicBezTo>
                <a:cubicBezTo>
                  <a:pt x="57379" y="19410"/>
                  <a:pt x="57338" y="19411"/>
                  <a:pt x="57297" y="19411"/>
                </a:cubicBezTo>
                <a:cubicBezTo>
                  <a:pt x="56174" y="19411"/>
                  <a:pt x="55236" y="18535"/>
                  <a:pt x="55130" y="17405"/>
                </a:cubicBezTo>
                <a:cubicBezTo>
                  <a:pt x="54625" y="12041"/>
                  <a:pt x="52735" y="1728"/>
                  <a:pt x="45629" y="262"/>
                </a:cubicBezTo>
                <a:cubicBezTo>
                  <a:pt x="44997" y="88"/>
                  <a:pt x="44348" y="1"/>
                  <a:pt x="43697" y="1"/>
                </a:cubicBezTo>
                <a:cubicBezTo>
                  <a:pt x="43590" y="1"/>
                  <a:pt x="43483" y="3"/>
                  <a:pt x="43376" y="8"/>
                </a:cubicBezTo>
                <a:cubicBezTo>
                  <a:pt x="43269" y="3"/>
                  <a:pt x="43162" y="1"/>
                  <a:pt x="430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2"/>
          <p:cNvSpPr/>
          <p:nvPr/>
        </p:nvSpPr>
        <p:spPr>
          <a:xfrm>
            <a:off x="668763" y="3518238"/>
            <a:ext cx="541266" cy="1804013"/>
          </a:xfrm>
          <a:custGeom>
            <a:avLst/>
            <a:gdLst/>
            <a:ahLst/>
            <a:cxnLst/>
            <a:rect l="l" t="t" r="r" b="b"/>
            <a:pathLst>
              <a:path w="25355" h="84507" extrusionOk="0">
                <a:moveTo>
                  <a:pt x="12681" y="1"/>
                </a:moveTo>
                <a:cubicBezTo>
                  <a:pt x="12064" y="1"/>
                  <a:pt x="11565" y="500"/>
                  <a:pt x="11565" y="1117"/>
                </a:cubicBezTo>
                <a:lnTo>
                  <a:pt x="11565" y="34600"/>
                </a:lnTo>
                <a:lnTo>
                  <a:pt x="2111" y="23256"/>
                </a:lnTo>
                <a:cubicBezTo>
                  <a:pt x="1890" y="22990"/>
                  <a:pt x="1571" y="22854"/>
                  <a:pt x="1251" y="22854"/>
                </a:cubicBezTo>
                <a:cubicBezTo>
                  <a:pt x="999" y="22854"/>
                  <a:pt x="746" y="22938"/>
                  <a:pt x="539" y="23111"/>
                </a:cubicBezTo>
                <a:cubicBezTo>
                  <a:pt x="64" y="23507"/>
                  <a:pt x="1" y="24212"/>
                  <a:pt x="397" y="24687"/>
                </a:cubicBezTo>
                <a:lnTo>
                  <a:pt x="11565" y="38087"/>
                </a:lnTo>
                <a:lnTo>
                  <a:pt x="11565" y="83391"/>
                </a:lnTo>
                <a:cubicBezTo>
                  <a:pt x="11565" y="84008"/>
                  <a:pt x="12064" y="84507"/>
                  <a:pt x="12681" y="84507"/>
                </a:cubicBezTo>
                <a:cubicBezTo>
                  <a:pt x="13295" y="84507"/>
                  <a:pt x="13797" y="84008"/>
                  <a:pt x="13797" y="83391"/>
                </a:cubicBezTo>
                <a:lnTo>
                  <a:pt x="13797" y="28419"/>
                </a:lnTo>
                <a:lnTo>
                  <a:pt x="24950" y="15560"/>
                </a:lnTo>
                <a:cubicBezTo>
                  <a:pt x="25355" y="15094"/>
                  <a:pt x="25303" y="14390"/>
                  <a:pt x="24838" y="13984"/>
                </a:cubicBezTo>
                <a:cubicBezTo>
                  <a:pt x="24627" y="13801"/>
                  <a:pt x="24367" y="13711"/>
                  <a:pt x="24109" y="13711"/>
                </a:cubicBezTo>
                <a:cubicBezTo>
                  <a:pt x="23796" y="13711"/>
                  <a:pt x="23485" y="13843"/>
                  <a:pt x="23265" y="14099"/>
                </a:cubicBezTo>
                <a:lnTo>
                  <a:pt x="13797" y="25013"/>
                </a:lnTo>
                <a:lnTo>
                  <a:pt x="13797" y="1117"/>
                </a:lnTo>
                <a:cubicBezTo>
                  <a:pt x="13797" y="500"/>
                  <a:pt x="13298" y="1"/>
                  <a:pt x="1268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itle 4">
            <a:extLst>
              <a:ext uri="{FF2B5EF4-FFF2-40B4-BE49-F238E27FC236}">
                <a16:creationId xmlns:a16="http://schemas.microsoft.com/office/drawing/2014/main" id="{E57C95B4-3C60-AF01-3F36-595EFB5B4327}"/>
              </a:ext>
            </a:extLst>
          </p:cNvPr>
          <p:cNvSpPr>
            <a:spLocks noGrp="1"/>
          </p:cNvSpPr>
          <p:nvPr>
            <p:ph type="ctrTitle"/>
          </p:nvPr>
        </p:nvSpPr>
        <p:spPr>
          <a:xfrm>
            <a:off x="2979410" y="-102576"/>
            <a:ext cx="3092700" cy="540600"/>
          </a:xfrm>
        </p:spPr>
        <p:txBody>
          <a:bodyPr/>
          <a:lstStyle/>
          <a:p>
            <a:r>
              <a:rPr lang="en-US" dirty="0"/>
              <a:t>House Price Index vs Rent Index</a:t>
            </a:r>
          </a:p>
        </p:txBody>
      </p:sp>
      <p:pic>
        <p:nvPicPr>
          <p:cNvPr id="7" name="Picture 6">
            <a:extLst>
              <a:ext uri="{FF2B5EF4-FFF2-40B4-BE49-F238E27FC236}">
                <a16:creationId xmlns:a16="http://schemas.microsoft.com/office/drawing/2014/main" id="{15EC54E1-9880-68FE-7B6B-F6165021DA3B}"/>
              </a:ext>
            </a:extLst>
          </p:cNvPr>
          <p:cNvPicPr>
            <a:picLocks noChangeAspect="1"/>
          </p:cNvPicPr>
          <p:nvPr/>
        </p:nvPicPr>
        <p:blipFill>
          <a:blip r:embed="rId3"/>
          <a:stretch>
            <a:fillRect/>
          </a:stretch>
        </p:blipFill>
        <p:spPr>
          <a:xfrm>
            <a:off x="2007462" y="446926"/>
            <a:ext cx="5114830" cy="38361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34"/>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Affordability Ratio</a:t>
            </a:r>
            <a:endParaRPr dirty="0"/>
          </a:p>
        </p:txBody>
      </p:sp>
      <p:sp>
        <p:nvSpPr>
          <p:cNvPr id="1726" name="Google Shape;1726;p34"/>
          <p:cNvSpPr txBox="1"/>
          <p:nvPr/>
        </p:nvSpPr>
        <p:spPr>
          <a:xfrm>
            <a:off x="1113951" y="3470106"/>
            <a:ext cx="879000" cy="29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434343"/>
                </a:solidFill>
                <a:latin typeface="Montserrat ExtraBold"/>
                <a:ea typeface="Montserrat ExtraBold"/>
                <a:cs typeface="Montserrat ExtraBold"/>
                <a:sym typeface="Montserrat ExtraBold"/>
              </a:rPr>
              <a:t>BRANDING</a:t>
            </a:r>
            <a:endParaRPr sz="800">
              <a:solidFill>
                <a:srgbClr val="434343"/>
              </a:solidFill>
              <a:latin typeface="Montserrat ExtraBold"/>
              <a:ea typeface="Montserrat ExtraBold"/>
              <a:cs typeface="Montserrat ExtraBold"/>
              <a:sym typeface="Montserrat ExtraBold"/>
            </a:endParaRPr>
          </a:p>
        </p:txBody>
      </p:sp>
      <p:sp>
        <p:nvSpPr>
          <p:cNvPr id="1727" name="Google Shape;1727;p34"/>
          <p:cNvSpPr txBox="1"/>
          <p:nvPr/>
        </p:nvSpPr>
        <p:spPr>
          <a:xfrm>
            <a:off x="2591259" y="3470106"/>
            <a:ext cx="1006800" cy="29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434343"/>
                </a:solidFill>
                <a:latin typeface="Montserrat ExtraBold"/>
                <a:ea typeface="Montserrat ExtraBold"/>
                <a:cs typeface="Montserrat ExtraBold"/>
                <a:sym typeface="Montserrat ExtraBold"/>
              </a:rPr>
              <a:t>ENGAGEMENT</a:t>
            </a:r>
            <a:endParaRPr sz="800">
              <a:solidFill>
                <a:srgbClr val="434343"/>
              </a:solidFill>
              <a:latin typeface="Montserrat ExtraBold"/>
              <a:ea typeface="Montserrat ExtraBold"/>
              <a:cs typeface="Montserrat ExtraBold"/>
              <a:sym typeface="Montserrat ExtraBold"/>
            </a:endParaRPr>
          </a:p>
        </p:txBody>
      </p:sp>
      <p:sp>
        <p:nvSpPr>
          <p:cNvPr id="1728" name="Google Shape;1728;p34"/>
          <p:cNvSpPr txBox="1"/>
          <p:nvPr/>
        </p:nvSpPr>
        <p:spPr>
          <a:xfrm>
            <a:off x="4112161" y="3470106"/>
            <a:ext cx="1006800" cy="29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rgbClr val="434343"/>
                </a:solidFill>
                <a:latin typeface="Montserrat ExtraBold"/>
                <a:ea typeface="Montserrat ExtraBold"/>
                <a:cs typeface="Montserrat ExtraBold"/>
                <a:sym typeface="Montserrat ExtraBold"/>
              </a:rPr>
              <a:t>CONVERSIONS</a:t>
            </a:r>
            <a:endParaRPr sz="800">
              <a:solidFill>
                <a:srgbClr val="434343"/>
              </a:solidFill>
              <a:latin typeface="Montserrat ExtraBold"/>
              <a:ea typeface="Montserrat ExtraBold"/>
              <a:cs typeface="Montserrat ExtraBold"/>
              <a:sym typeface="Montserrat ExtraBold"/>
            </a:endParaRPr>
          </a:p>
        </p:txBody>
      </p:sp>
      <p:pic>
        <p:nvPicPr>
          <p:cNvPr id="7" name="Picture 6">
            <a:extLst>
              <a:ext uri="{FF2B5EF4-FFF2-40B4-BE49-F238E27FC236}">
                <a16:creationId xmlns:a16="http://schemas.microsoft.com/office/drawing/2014/main" id="{E404917E-CE8F-DAF4-0728-A34C32EBA4A2}"/>
              </a:ext>
            </a:extLst>
          </p:cNvPr>
          <p:cNvPicPr>
            <a:picLocks noChangeAspect="1"/>
          </p:cNvPicPr>
          <p:nvPr/>
        </p:nvPicPr>
        <p:blipFill>
          <a:blip r:embed="rId3"/>
          <a:stretch>
            <a:fillRect/>
          </a:stretch>
        </p:blipFill>
        <p:spPr>
          <a:xfrm>
            <a:off x="109330" y="1034100"/>
            <a:ext cx="5144922" cy="3086953"/>
          </a:xfrm>
          <a:prstGeom prst="rect">
            <a:avLst/>
          </a:prstGeom>
        </p:spPr>
      </p:pic>
      <p:sp>
        <p:nvSpPr>
          <p:cNvPr id="9" name="TextBox 8">
            <a:extLst>
              <a:ext uri="{FF2B5EF4-FFF2-40B4-BE49-F238E27FC236}">
                <a16:creationId xmlns:a16="http://schemas.microsoft.com/office/drawing/2014/main" id="{FA907618-489C-BD14-542C-F11DD9C8AA2E}"/>
              </a:ext>
            </a:extLst>
          </p:cNvPr>
          <p:cNvSpPr txBox="1"/>
          <p:nvPr/>
        </p:nvSpPr>
        <p:spPr>
          <a:xfrm>
            <a:off x="4969565" y="1348200"/>
            <a:ext cx="4065105" cy="3477875"/>
          </a:xfrm>
          <a:prstGeom prst="rect">
            <a:avLst/>
          </a:prstGeom>
          <a:noFill/>
        </p:spPr>
        <p:txBody>
          <a:bodyPr wrap="square" rtlCol="0">
            <a:spAutoFit/>
          </a:bodyPr>
          <a:lstStyle/>
          <a:p>
            <a:r>
              <a:rPr lang="en-US" sz="1100" b="0" i="0" dirty="0">
                <a:effectLst/>
                <a:latin typeface="Garamond" panose="02020404030301010803" pitchFamily="18" charset="0"/>
              </a:rPr>
              <a:t>The Affordability Ratio is a metric used to measure a household's ability to afford things relating to goods, services, and housing. A high Affordability Ratio meaning means that housing is less affordable. Whereas a low affordability ratio means it is easier to afford things. It is notable that the lowest the Affordability Ratio was, was in 2024 being at 6.5 for Affordability Ratio. It makes one wonder what was lowering prices globally during 2024. The year 2019 was the most expensive just slightly below 8. But after 2019 there is a steady decline of the Affordability Ratio until 2024. The year 2024 was a drop compared to 2023. The global event that comes to mind that may have impacted </a:t>
            </a:r>
            <a:r>
              <a:rPr lang="en-US" sz="1100" dirty="0">
                <a:latin typeface="Garamond" panose="02020404030301010803" pitchFamily="18" charset="0"/>
              </a:rPr>
              <a:t>Affordability</a:t>
            </a:r>
            <a:r>
              <a:rPr lang="en-US" sz="1100" b="0" i="0" dirty="0">
                <a:effectLst/>
                <a:latin typeface="Garamond" panose="02020404030301010803" pitchFamily="18" charset="0"/>
              </a:rPr>
              <a:t> Ratio around 2019 and 2020 was the Covid-19 Pandemic. However using this dataset there is no way to investigate the connection only forming a hypothesis really. Another aspect to consider is the incline from 2018 to 2019, it goes from just under 6.8 to just under 8. To summarize the line plot 2015 to 2017 declines from under 7.6 to around 6.7. Then there is an incline 2017 to 2019, from around 6.7 to slightly under 8. Then there's a drop from 2019 to 2024, from under 8 to 6.5. This entire line plot implies that the pendulum swings both ways. Houses may be affordable for a couple of years then get expensive for some time then go back to being cheaper.</a:t>
            </a:r>
            <a:endParaRPr lang="en-US" sz="1100" dirty="0">
              <a:latin typeface="Garamond" panose="020204040303010108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34"/>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Geo Map</a:t>
            </a:r>
            <a:endParaRPr dirty="0"/>
          </a:p>
        </p:txBody>
      </p:sp>
      <p:grpSp>
        <p:nvGrpSpPr>
          <p:cNvPr id="2" name="Google Shape;2168;p37">
            <a:extLst>
              <a:ext uri="{FF2B5EF4-FFF2-40B4-BE49-F238E27FC236}">
                <a16:creationId xmlns:a16="http://schemas.microsoft.com/office/drawing/2014/main" id="{61F3BBE7-04E5-83FD-97B8-EC6B8B0B9513}"/>
              </a:ext>
            </a:extLst>
          </p:cNvPr>
          <p:cNvGrpSpPr/>
          <p:nvPr/>
        </p:nvGrpSpPr>
        <p:grpSpPr>
          <a:xfrm>
            <a:off x="7429282" y="4134261"/>
            <a:ext cx="1206390" cy="750922"/>
            <a:chOff x="829400" y="238125"/>
            <a:chExt cx="5960425" cy="3710090"/>
          </a:xfrm>
        </p:grpSpPr>
        <p:sp>
          <p:nvSpPr>
            <p:cNvPr id="3" name="Google Shape;2169;p37">
              <a:extLst>
                <a:ext uri="{FF2B5EF4-FFF2-40B4-BE49-F238E27FC236}">
                  <a16:creationId xmlns:a16="http://schemas.microsoft.com/office/drawing/2014/main" id="{EF2B4FF6-5D54-9767-AD59-8AE359F2EB85}"/>
                </a:ext>
              </a:extLst>
            </p:cNvPr>
            <p:cNvSpPr/>
            <p:nvPr/>
          </p:nvSpPr>
          <p:spPr>
            <a:xfrm>
              <a:off x="4757200" y="1494400"/>
              <a:ext cx="913150" cy="1510450"/>
            </a:xfrm>
            <a:custGeom>
              <a:avLst/>
              <a:gdLst/>
              <a:ahLst/>
              <a:cxnLst/>
              <a:rect l="l" t="t" r="r" b="b"/>
              <a:pathLst>
                <a:path w="36526" h="60418" extrusionOk="0">
                  <a:moveTo>
                    <a:pt x="0" y="0"/>
                  </a:moveTo>
                  <a:lnTo>
                    <a:pt x="0" y="30209"/>
                  </a:lnTo>
                  <a:lnTo>
                    <a:pt x="0" y="60418"/>
                  </a:lnTo>
                  <a:lnTo>
                    <a:pt x="36526" y="60418"/>
                  </a:lnTo>
                  <a:lnTo>
                    <a:pt x="36526" y="30209"/>
                  </a:lnTo>
                  <a:lnTo>
                    <a:pt x="365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170;p37">
              <a:extLst>
                <a:ext uri="{FF2B5EF4-FFF2-40B4-BE49-F238E27FC236}">
                  <a16:creationId xmlns:a16="http://schemas.microsoft.com/office/drawing/2014/main" id="{74F850DC-F577-F34C-1493-A12EA9CC0049}"/>
                </a:ext>
              </a:extLst>
            </p:cNvPr>
            <p:cNvSpPr/>
            <p:nvPr/>
          </p:nvSpPr>
          <p:spPr>
            <a:xfrm>
              <a:off x="2706225" y="2836925"/>
              <a:ext cx="3129100" cy="167925"/>
            </a:xfrm>
            <a:custGeom>
              <a:avLst/>
              <a:gdLst/>
              <a:ahLst/>
              <a:cxnLst/>
              <a:rect l="l" t="t" r="r" b="b"/>
              <a:pathLst>
                <a:path w="125164" h="6717" extrusionOk="0">
                  <a:moveTo>
                    <a:pt x="6718" y="0"/>
                  </a:moveTo>
                  <a:cubicBezTo>
                    <a:pt x="3008" y="0"/>
                    <a:pt x="0" y="3007"/>
                    <a:pt x="2" y="6717"/>
                  </a:cubicBezTo>
                  <a:lnTo>
                    <a:pt x="125164" y="6717"/>
                  </a:lnTo>
                  <a:cubicBezTo>
                    <a:pt x="125164" y="3007"/>
                    <a:pt x="122157" y="0"/>
                    <a:pt x="118447" y="0"/>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71;p37">
              <a:extLst>
                <a:ext uri="{FF2B5EF4-FFF2-40B4-BE49-F238E27FC236}">
                  <a16:creationId xmlns:a16="http://schemas.microsoft.com/office/drawing/2014/main" id="{CC569C49-B81B-01E4-2052-9603841C05CC}"/>
                </a:ext>
              </a:extLst>
            </p:cNvPr>
            <p:cNvSpPr/>
            <p:nvPr/>
          </p:nvSpPr>
          <p:spPr>
            <a:xfrm>
              <a:off x="3941600" y="312075"/>
              <a:ext cx="385300" cy="488925"/>
            </a:xfrm>
            <a:custGeom>
              <a:avLst/>
              <a:gdLst/>
              <a:ahLst/>
              <a:cxnLst/>
              <a:rect l="l" t="t" r="r" b="b"/>
              <a:pathLst>
                <a:path w="15412" h="19557" extrusionOk="0">
                  <a:moveTo>
                    <a:pt x="1" y="1"/>
                  </a:moveTo>
                  <a:lnTo>
                    <a:pt x="1" y="9778"/>
                  </a:lnTo>
                  <a:lnTo>
                    <a:pt x="1" y="19556"/>
                  </a:lnTo>
                  <a:lnTo>
                    <a:pt x="15411" y="19556"/>
                  </a:lnTo>
                  <a:lnTo>
                    <a:pt x="15411" y="9778"/>
                  </a:lnTo>
                  <a:lnTo>
                    <a:pt x="1541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72;p37">
              <a:extLst>
                <a:ext uri="{FF2B5EF4-FFF2-40B4-BE49-F238E27FC236}">
                  <a16:creationId xmlns:a16="http://schemas.microsoft.com/office/drawing/2014/main" id="{185FCFF1-2FF5-24CC-EF35-2D9618D3DC5A}"/>
                </a:ext>
              </a:extLst>
            </p:cNvPr>
            <p:cNvSpPr/>
            <p:nvPr/>
          </p:nvSpPr>
          <p:spPr>
            <a:xfrm>
              <a:off x="3941600" y="386050"/>
              <a:ext cx="385300" cy="152900"/>
            </a:xfrm>
            <a:custGeom>
              <a:avLst/>
              <a:gdLst/>
              <a:ahLst/>
              <a:cxnLst/>
              <a:rect l="l" t="t" r="r" b="b"/>
              <a:pathLst>
                <a:path w="15412" h="6116" extrusionOk="0">
                  <a:moveTo>
                    <a:pt x="1" y="0"/>
                  </a:moveTo>
                  <a:lnTo>
                    <a:pt x="1" y="3058"/>
                  </a:lnTo>
                  <a:lnTo>
                    <a:pt x="1" y="6115"/>
                  </a:lnTo>
                  <a:lnTo>
                    <a:pt x="15411" y="6115"/>
                  </a:lnTo>
                  <a:lnTo>
                    <a:pt x="15411" y="3058"/>
                  </a:lnTo>
                  <a:lnTo>
                    <a:pt x="154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73;p37">
              <a:extLst>
                <a:ext uri="{FF2B5EF4-FFF2-40B4-BE49-F238E27FC236}">
                  <a16:creationId xmlns:a16="http://schemas.microsoft.com/office/drawing/2014/main" id="{E9453460-7896-6017-2195-6CF0D55C9845}"/>
                </a:ext>
              </a:extLst>
            </p:cNvPr>
            <p:cNvSpPr/>
            <p:nvPr/>
          </p:nvSpPr>
          <p:spPr>
            <a:xfrm>
              <a:off x="4101475" y="952450"/>
              <a:ext cx="1671000" cy="648600"/>
            </a:xfrm>
            <a:custGeom>
              <a:avLst/>
              <a:gdLst/>
              <a:ahLst/>
              <a:cxnLst/>
              <a:rect l="l" t="t" r="r" b="b"/>
              <a:pathLst>
                <a:path w="66840" h="25944" extrusionOk="0">
                  <a:moveTo>
                    <a:pt x="9803" y="1"/>
                  </a:moveTo>
                  <a:cubicBezTo>
                    <a:pt x="8849" y="1"/>
                    <a:pt x="8006" y="619"/>
                    <a:pt x="7719" y="1528"/>
                  </a:cubicBezTo>
                  <a:lnTo>
                    <a:pt x="3861" y="13736"/>
                  </a:lnTo>
                  <a:lnTo>
                    <a:pt x="1" y="25944"/>
                  </a:lnTo>
                  <a:lnTo>
                    <a:pt x="64550" y="25944"/>
                  </a:lnTo>
                  <a:cubicBezTo>
                    <a:pt x="65887" y="25944"/>
                    <a:pt x="66840" y="24646"/>
                    <a:pt x="66437" y="23370"/>
                  </a:cubicBezTo>
                  <a:lnTo>
                    <a:pt x="62984" y="12450"/>
                  </a:lnTo>
                  <a:lnTo>
                    <a:pt x="59532" y="1529"/>
                  </a:lnTo>
                  <a:cubicBezTo>
                    <a:pt x="59245" y="620"/>
                    <a:pt x="58402" y="1"/>
                    <a:pt x="574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74;p37">
              <a:extLst>
                <a:ext uri="{FF2B5EF4-FFF2-40B4-BE49-F238E27FC236}">
                  <a16:creationId xmlns:a16="http://schemas.microsoft.com/office/drawing/2014/main" id="{3F9CBF18-CEAC-B7FD-B2C2-C53FBFDC0BA8}"/>
                </a:ext>
              </a:extLst>
            </p:cNvPr>
            <p:cNvSpPr/>
            <p:nvPr/>
          </p:nvSpPr>
          <p:spPr>
            <a:xfrm>
              <a:off x="1852850" y="761150"/>
              <a:ext cx="3038050" cy="1171975"/>
            </a:xfrm>
            <a:custGeom>
              <a:avLst/>
              <a:gdLst/>
              <a:ahLst/>
              <a:cxnLst/>
              <a:rect l="l" t="t" r="r" b="b"/>
              <a:pathLst>
                <a:path w="121522" h="46879" extrusionOk="0">
                  <a:moveTo>
                    <a:pt x="19898" y="0"/>
                  </a:moveTo>
                  <a:cubicBezTo>
                    <a:pt x="16873" y="0"/>
                    <a:pt x="14201" y="1961"/>
                    <a:pt x="13289" y="4845"/>
                  </a:cubicBezTo>
                  <a:lnTo>
                    <a:pt x="6645" y="25861"/>
                  </a:lnTo>
                  <a:lnTo>
                    <a:pt x="0" y="46879"/>
                  </a:lnTo>
                  <a:lnTo>
                    <a:pt x="121522" y="46879"/>
                  </a:lnTo>
                  <a:lnTo>
                    <a:pt x="114879" y="25861"/>
                  </a:lnTo>
                  <a:lnTo>
                    <a:pt x="108235" y="4845"/>
                  </a:lnTo>
                  <a:cubicBezTo>
                    <a:pt x="107323" y="1961"/>
                    <a:pt x="104649" y="0"/>
                    <a:pt x="101626" y="0"/>
                  </a:cubicBezTo>
                  <a:cubicBezTo>
                    <a:pt x="101624" y="0"/>
                    <a:pt x="101623" y="0"/>
                    <a:pt x="101622" y="0"/>
                  </a:cubicBezTo>
                  <a:lnTo>
                    <a:pt x="19902" y="0"/>
                  </a:lnTo>
                  <a:cubicBezTo>
                    <a:pt x="19900" y="0"/>
                    <a:pt x="19899" y="0"/>
                    <a:pt x="198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75;p37">
              <a:extLst>
                <a:ext uri="{FF2B5EF4-FFF2-40B4-BE49-F238E27FC236}">
                  <a16:creationId xmlns:a16="http://schemas.microsoft.com/office/drawing/2014/main" id="{077CC2F5-BEB9-4966-43F0-02832B7A6139}"/>
                </a:ext>
              </a:extLst>
            </p:cNvPr>
            <p:cNvSpPr/>
            <p:nvPr/>
          </p:nvSpPr>
          <p:spPr>
            <a:xfrm>
              <a:off x="1972325" y="414100"/>
              <a:ext cx="2799125" cy="2422850"/>
            </a:xfrm>
            <a:custGeom>
              <a:avLst/>
              <a:gdLst/>
              <a:ahLst/>
              <a:cxnLst/>
              <a:rect l="l" t="t" r="r" b="b"/>
              <a:pathLst>
                <a:path w="111965" h="96914" extrusionOk="0">
                  <a:moveTo>
                    <a:pt x="55983" y="0"/>
                  </a:moveTo>
                  <a:lnTo>
                    <a:pt x="27992" y="27991"/>
                  </a:lnTo>
                  <a:lnTo>
                    <a:pt x="1" y="55982"/>
                  </a:lnTo>
                  <a:lnTo>
                    <a:pt x="1" y="76447"/>
                  </a:lnTo>
                  <a:lnTo>
                    <a:pt x="1" y="96913"/>
                  </a:lnTo>
                  <a:lnTo>
                    <a:pt x="111965" y="96913"/>
                  </a:lnTo>
                  <a:lnTo>
                    <a:pt x="111965" y="76447"/>
                  </a:lnTo>
                  <a:lnTo>
                    <a:pt x="111965" y="55982"/>
                  </a:lnTo>
                  <a:lnTo>
                    <a:pt x="83974" y="27991"/>
                  </a:lnTo>
                  <a:lnTo>
                    <a:pt x="559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76;p37">
              <a:extLst>
                <a:ext uri="{FF2B5EF4-FFF2-40B4-BE49-F238E27FC236}">
                  <a16:creationId xmlns:a16="http://schemas.microsoft.com/office/drawing/2014/main" id="{8407659C-A83B-21CA-72BE-25CCF7BDC4C1}"/>
                </a:ext>
              </a:extLst>
            </p:cNvPr>
            <p:cNvSpPr/>
            <p:nvPr/>
          </p:nvSpPr>
          <p:spPr>
            <a:xfrm>
              <a:off x="1972325" y="515875"/>
              <a:ext cx="2799125" cy="1572325"/>
            </a:xfrm>
            <a:custGeom>
              <a:avLst/>
              <a:gdLst/>
              <a:ahLst/>
              <a:cxnLst/>
              <a:rect l="l" t="t" r="r" b="b"/>
              <a:pathLst>
                <a:path w="111965" h="62893" extrusionOk="0">
                  <a:moveTo>
                    <a:pt x="55990" y="0"/>
                  </a:moveTo>
                  <a:cubicBezTo>
                    <a:pt x="55395" y="0"/>
                    <a:pt x="54800" y="227"/>
                    <a:pt x="54345" y="682"/>
                  </a:cubicBezTo>
                  <a:lnTo>
                    <a:pt x="27173" y="27847"/>
                  </a:lnTo>
                  <a:lnTo>
                    <a:pt x="1" y="55013"/>
                  </a:lnTo>
                  <a:lnTo>
                    <a:pt x="1" y="62892"/>
                  </a:lnTo>
                  <a:lnTo>
                    <a:pt x="27992" y="34900"/>
                  </a:lnTo>
                  <a:lnTo>
                    <a:pt x="55983" y="6910"/>
                  </a:lnTo>
                  <a:lnTo>
                    <a:pt x="83974" y="34900"/>
                  </a:lnTo>
                  <a:lnTo>
                    <a:pt x="111965" y="62892"/>
                  </a:lnTo>
                  <a:lnTo>
                    <a:pt x="111965" y="55011"/>
                  </a:lnTo>
                  <a:lnTo>
                    <a:pt x="84800" y="27847"/>
                  </a:lnTo>
                  <a:lnTo>
                    <a:pt x="57636" y="682"/>
                  </a:lnTo>
                  <a:cubicBezTo>
                    <a:pt x="57181" y="227"/>
                    <a:pt x="56586" y="0"/>
                    <a:pt x="559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77;p37">
              <a:extLst>
                <a:ext uri="{FF2B5EF4-FFF2-40B4-BE49-F238E27FC236}">
                  <a16:creationId xmlns:a16="http://schemas.microsoft.com/office/drawing/2014/main" id="{93D719A4-0957-4A60-9162-FEE530236AF3}"/>
                </a:ext>
              </a:extLst>
            </p:cNvPr>
            <p:cNvSpPr/>
            <p:nvPr/>
          </p:nvSpPr>
          <p:spPr>
            <a:xfrm>
              <a:off x="1776775" y="388600"/>
              <a:ext cx="3190225" cy="1662550"/>
            </a:xfrm>
            <a:custGeom>
              <a:avLst/>
              <a:gdLst/>
              <a:ahLst/>
              <a:cxnLst/>
              <a:rect l="l" t="t" r="r" b="b"/>
              <a:pathLst>
                <a:path w="127609" h="66502" extrusionOk="0">
                  <a:moveTo>
                    <a:pt x="63812" y="1"/>
                  </a:moveTo>
                  <a:cubicBezTo>
                    <a:pt x="63217" y="1"/>
                    <a:pt x="62622" y="228"/>
                    <a:pt x="62167" y="682"/>
                  </a:cubicBezTo>
                  <a:lnTo>
                    <a:pt x="31628" y="31214"/>
                  </a:lnTo>
                  <a:lnTo>
                    <a:pt x="1089" y="61744"/>
                  </a:lnTo>
                  <a:cubicBezTo>
                    <a:pt x="1" y="62834"/>
                    <a:pt x="1" y="64598"/>
                    <a:pt x="1089" y="65686"/>
                  </a:cubicBezTo>
                  <a:cubicBezTo>
                    <a:pt x="1632" y="66230"/>
                    <a:pt x="2345" y="66502"/>
                    <a:pt x="3058" y="66502"/>
                  </a:cubicBezTo>
                  <a:cubicBezTo>
                    <a:pt x="3771" y="66502"/>
                    <a:pt x="4484" y="66230"/>
                    <a:pt x="5028" y="65686"/>
                  </a:cubicBezTo>
                  <a:lnTo>
                    <a:pt x="34417" y="36297"/>
                  </a:lnTo>
                  <a:lnTo>
                    <a:pt x="63805" y="6910"/>
                  </a:lnTo>
                  <a:lnTo>
                    <a:pt x="93192" y="36297"/>
                  </a:lnTo>
                  <a:lnTo>
                    <a:pt x="122580" y="65686"/>
                  </a:lnTo>
                  <a:cubicBezTo>
                    <a:pt x="123124" y="66230"/>
                    <a:pt x="123837" y="66502"/>
                    <a:pt x="124550" y="66502"/>
                  </a:cubicBezTo>
                  <a:cubicBezTo>
                    <a:pt x="125263" y="66502"/>
                    <a:pt x="125976" y="66230"/>
                    <a:pt x="126520" y="65686"/>
                  </a:cubicBezTo>
                  <a:lnTo>
                    <a:pt x="126521" y="65686"/>
                  </a:lnTo>
                  <a:cubicBezTo>
                    <a:pt x="127609" y="64598"/>
                    <a:pt x="127609" y="62832"/>
                    <a:pt x="126521" y="61744"/>
                  </a:cubicBezTo>
                  <a:lnTo>
                    <a:pt x="95989" y="31214"/>
                  </a:lnTo>
                  <a:lnTo>
                    <a:pt x="65458" y="682"/>
                  </a:lnTo>
                  <a:cubicBezTo>
                    <a:pt x="65003" y="228"/>
                    <a:pt x="64408" y="1"/>
                    <a:pt x="6381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78;p37">
              <a:extLst>
                <a:ext uri="{FF2B5EF4-FFF2-40B4-BE49-F238E27FC236}">
                  <a16:creationId xmlns:a16="http://schemas.microsoft.com/office/drawing/2014/main" id="{6A4F5D59-2BAA-894B-911B-8840F0090539}"/>
                </a:ext>
              </a:extLst>
            </p:cNvPr>
            <p:cNvSpPr/>
            <p:nvPr/>
          </p:nvSpPr>
          <p:spPr>
            <a:xfrm>
              <a:off x="1807350" y="2836925"/>
              <a:ext cx="3129075" cy="167925"/>
            </a:xfrm>
            <a:custGeom>
              <a:avLst/>
              <a:gdLst/>
              <a:ahLst/>
              <a:cxnLst/>
              <a:rect l="l" t="t" r="r" b="b"/>
              <a:pathLst>
                <a:path w="125163" h="6717" extrusionOk="0">
                  <a:moveTo>
                    <a:pt x="6717" y="0"/>
                  </a:moveTo>
                  <a:cubicBezTo>
                    <a:pt x="3007" y="0"/>
                    <a:pt x="1" y="3007"/>
                    <a:pt x="1" y="6717"/>
                  </a:cubicBezTo>
                  <a:lnTo>
                    <a:pt x="125163" y="6717"/>
                  </a:lnTo>
                  <a:cubicBezTo>
                    <a:pt x="125163" y="3007"/>
                    <a:pt x="122156" y="0"/>
                    <a:pt x="1184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79;p37">
              <a:extLst>
                <a:ext uri="{FF2B5EF4-FFF2-40B4-BE49-F238E27FC236}">
                  <a16:creationId xmlns:a16="http://schemas.microsoft.com/office/drawing/2014/main" id="{FA2EBA37-FD5D-FCED-997F-BEDF129F5DB6}"/>
                </a:ext>
              </a:extLst>
            </p:cNvPr>
            <p:cNvSpPr/>
            <p:nvPr/>
          </p:nvSpPr>
          <p:spPr>
            <a:xfrm>
              <a:off x="3158525" y="1859250"/>
              <a:ext cx="426750" cy="1145600"/>
            </a:xfrm>
            <a:custGeom>
              <a:avLst/>
              <a:gdLst/>
              <a:ahLst/>
              <a:cxnLst/>
              <a:rect l="l" t="t" r="r" b="b"/>
              <a:pathLst>
                <a:path w="17070" h="45824" extrusionOk="0">
                  <a:moveTo>
                    <a:pt x="5402" y="1"/>
                  </a:moveTo>
                  <a:cubicBezTo>
                    <a:pt x="2419" y="1"/>
                    <a:pt x="0" y="2418"/>
                    <a:pt x="0" y="5401"/>
                  </a:cubicBezTo>
                  <a:lnTo>
                    <a:pt x="0" y="45824"/>
                  </a:lnTo>
                  <a:lnTo>
                    <a:pt x="17069" y="45824"/>
                  </a:lnTo>
                  <a:lnTo>
                    <a:pt x="17069" y="5401"/>
                  </a:lnTo>
                  <a:cubicBezTo>
                    <a:pt x="17069" y="2418"/>
                    <a:pt x="14650" y="1"/>
                    <a:pt x="1166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80;p37">
              <a:extLst>
                <a:ext uri="{FF2B5EF4-FFF2-40B4-BE49-F238E27FC236}">
                  <a16:creationId xmlns:a16="http://schemas.microsoft.com/office/drawing/2014/main" id="{C72C34AC-2801-6457-6678-94E773CACB26}"/>
                </a:ext>
              </a:extLst>
            </p:cNvPr>
            <p:cNvSpPr/>
            <p:nvPr/>
          </p:nvSpPr>
          <p:spPr>
            <a:xfrm>
              <a:off x="2335025" y="1859225"/>
              <a:ext cx="432400" cy="787225"/>
            </a:xfrm>
            <a:custGeom>
              <a:avLst/>
              <a:gdLst/>
              <a:ahLst/>
              <a:cxnLst/>
              <a:rect l="l" t="t" r="r" b="b"/>
              <a:pathLst>
                <a:path w="17296" h="31489" extrusionOk="0">
                  <a:moveTo>
                    <a:pt x="2864" y="0"/>
                  </a:moveTo>
                  <a:cubicBezTo>
                    <a:pt x="1282" y="0"/>
                    <a:pt x="0" y="1283"/>
                    <a:pt x="0" y="2865"/>
                  </a:cubicBezTo>
                  <a:lnTo>
                    <a:pt x="0" y="28624"/>
                  </a:lnTo>
                  <a:cubicBezTo>
                    <a:pt x="0" y="30206"/>
                    <a:pt x="1282" y="31487"/>
                    <a:pt x="2864" y="31487"/>
                  </a:cubicBezTo>
                  <a:lnTo>
                    <a:pt x="2864" y="31489"/>
                  </a:lnTo>
                  <a:lnTo>
                    <a:pt x="14430" y="31489"/>
                  </a:lnTo>
                  <a:cubicBezTo>
                    <a:pt x="16013" y="31487"/>
                    <a:pt x="17296" y="30206"/>
                    <a:pt x="17296" y="28624"/>
                  </a:cubicBezTo>
                  <a:lnTo>
                    <a:pt x="17296" y="2865"/>
                  </a:lnTo>
                  <a:cubicBezTo>
                    <a:pt x="17296" y="1283"/>
                    <a:pt x="16013" y="0"/>
                    <a:pt x="14430"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81;p37">
              <a:extLst>
                <a:ext uri="{FF2B5EF4-FFF2-40B4-BE49-F238E27FC236}">
                  <a16:creationId xmlns:a16="http://schemas.microsoft.com/office/drawing/2014/main" id="{E576EF07-75F3-1498-F9B5-0C479B93FC32}"/>
                </a:ext>
              </a:extLst>
            </p:cNvPr>
            <p:cNvSpPr/>
            <p:nvPr/>
          </p:nvSpPr>
          <p:spPr>
            <a:xfrm>
              <a:off x="3976350" y="1859225"/>
              <a:ext cx="432425" cy="787225"/>
            </a:xfrm>
            <a:custGeom>
              <a:avLst/>
              <a:gdLst/>
              <a:ahLst/>
              <a:cxnLst/>
              <a:rect l="l" t="t" r="r" b="b"/>
              <a:pathLst>
                <a:path w="17297" h="31489" extrusionOk="0">
                  <a:moveTo>
                    <a:pt x="2865" y="0"/>
                  </a:moveTo>
                  <a:cubicBezTo>
                    <a:pt x="1282" y="0"/>
                    <a:pt x="1" y="1283"/>
                    <a:pt x="1" y="2865"/>
                  </a:cubicBezTo>
                  <a:lnTo>
                    <a:pt x="1" y="28624"/>
                  </a:lnTo>
                  <a:cubicBezTo>
                    <a:pt x="1" y="30206"/>
                    <a:pt x="1282" y="31487"/>
                    <a:pt x="2865" y="31487"/>
                  </a:cubicBezTo>
                  <a:lnTo>
                    <a:pt x="2865" y="31489"/>
                  </a:lnTo>
                  <a:lnTo>
                    <a:pt x="14431" y="31489"/>
                  </a:lnTo>
                  <a:cubicBezTo>
                    <a:pt x="16013" y="31487"/>
                    <a:pt x="17297" y="30206"/>
                    <a:pt x="17297" y="28624"/>
                  </a:cubicBezTo>
                  <a:lnTo>
                    <a:pt x="17297" y="2865"/>
                  </a:lnTo>
                  <a:cubicBezTo>
                    <a:pt x="17297" y="1283"/>
                    <a:pt x="16013" y="0"/>
                    <a:pt x="1443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82;p37">
              <a:extLst>
                <a:ext uri="{FF2B5EF4-FFF2-40B4-BE49-F238E27FC236}">
                  <a16:creationId xmlns:a16="http://schemas.microsoft.com/office/drawing/2014/main" id="{526750AF-0465-0BA7-38A7-7418E77D90A7}"/>
                </a:ext>
              </a:extLst>
            </p:cNvPr>
            <p:cNvSpPr/>
            <p:nvPr/>
          </p:nvSpPr>
          <p:spPr>
            <a:xfrm>
              <a:off x="3135875" y="1063400"/>
              <a:ext cx="449425" cy="426725"/>
            </a:xfrm>
            <a:custGeom>
              <a:avLst/>
              <a:gdLst/>
              <a:ahLst/>
              <a:cxnLst/>
              <a:rect l="l" t="t" r="r" b="b"/>
              <a:pathLst>
                <a:path w="17977" h="17069" extrusionOk="0">
                  <a:moveTo>
                    <a:pt x="9437" y="0"/>
                  </a:moveTo>
                  <a:cubicBezTo>
                    <a:pt x="7796" y="0"/>
                    <a:pt x="6145" y="472"/>
                    <a:pt x="4700" y="1438"/>
                  </a:cubicBezTo>
                  <a:cubicBezTo>
                    <a:pt x="1315" y="3701"/>
                    <a:pt x="0" y="8037"/>
                    <a:pt x="1558" y="11800"/>
                  </a:cubicBezTo>
                  <a:cubicBezTo>
                    <a:pt x="2899" y="15034"/>
                    <a:pt x="6043" y="17069"/>
                    <a:pt x="9437" y="17069"/>
                  </a:cubicBezTo>
                  <a:cubicBezTo>
                    <a:pt x="9989" y="17069"/>
                    <a:pt x="10547" y="17015"/>
                    <a:pt x="11106" y="16904"/>
                  </a:cubicBezTo>
                  <a:cubicBezTo>
                    <a:pt x="15098" y="16110"/>
                    <a:pt x="17974" y="12606"/>
                    <a:pt x="17974" y="8534"/>
                  </a:cubicBezTo>
                  <a:cubicBezTo>
                    <a:pt x="17977" y="6270"/>
                    <a:pt x="17078" y="4099"/>
                    <a:pt x="15475" y="2500"/>
                  </a:cubicBezTo>
                  <a:cubicBezTo>
                    <a:pt x="13825" y="851"/>
                    <a:pt x="11639" y="0"/>
                    <a:pt x="9437"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83;p37">
              <a:extLst>
                <a:ext uri="{FF2B5EF4-FFF2-40B4-BE49-F238E27FC236}">
                  <a16:creationId xmlns:a16="http://schemas.microsoft.com/office/drawing/2014/main" id="{CBF4998B-D670-BEAA-B9BE-7B2DC36D61BF}"/>
                </a:ext>
              </a:extLst>
            </p:cNvPr>
            <p:cNvSpPr/>
            <p:nvPr/>
          </p:nvSpPr>
          <p:spPr>
            <a:xfrm>
              <a:off x="4989025" y="1859225"/>
              <a:ext cx="432425" cy="787225"/>
            </a:xfrm>
            <a:custGeom>
              <a:avLst/>
              <a:gdLst/>
              <a:ahLst/>
              <a:cxnLst/>
              <a:rect l="l" t="t" r="r" b="b"/>
              <a:pathLst>
                <a:path w="17297" h="31489" extrusionOk="0">
                  <a:moveTo>
                    <a:pt x="2865" y="0"/>
                  </a:moveTo>
                  <a:cubicBezTo>
                    <a:pt x="1284" y="0"/>
                    <a:pt x="1" y="1283"/>
                    <a:pt x="1" y="2865"/>
                  </a:cubicBezTo>
                  <a:lnTo>
                    <a:pt x="1" y="28624"/>
                  </a:lnTo>
                  <a:cubicBezTo>
                    <a:pt x="1" y="30206"/>
                    <a:pt x="1284" y="31487"/>
                    <a:pt x="2865" y="31487"/>
                  </a:cubicBezTo>
                  <a:lnTo>
                    <a:pt x="2865" y="31489"/>
                  </a:lnTo>
                  <a:lnTo>
                    <a:pt x="14433" y="31489"/>
                  </a:lnTo>
                  <a:cubicBezTo>
                    <a:pt x="16014" y="31487"/>
                    <a:pt x="17297" y="30206"/>
                    <a:pt x="17297" y="28624"/>
                  </a:cubicBezTo>
                  <a:lnTo>
                    <a:pt x="17297" y="2865"/>
                  </a:lnTo>
                  <a:cubicBezTo>
                    <a:pt x="17297" y="1283"/>
                    <a:pt x="16014" y="0"/>
                    <a:pt x="1443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84;p37">
              <a:extLst>
                <a:ext uri="{FF2B5EF4-FFF2-40B4-BE49-F238E27FC236}">
                  <a16:creationId xmlns:a16="http://schemas.microsoft.com/office/drawing/2014/main" id="{0EB18EF4-91AF-EC1D-6B7A-832B0AC7D4EF}"/>
                </a:ext>
              </a:extLst>
            </p:cNvPr>
            <p:cNvSpPr/>
            <p:nvPr/>
          </p:nvSpPr>
          <p:spPr>
            <a:xfrm>
              <a:off x="1275450" y="3004825"/>
              <a:ext cx="5180325" cy="892350"/>
            </a:xfrm>
            <a:custGeom>
              <a:avLst/>
              <a:gdLst/>
              <a:ahLst/>
              <a:cxnLst/>
              <a:rect l="l" t="t" r="r" b="b"/>
              <a:pathLst>
                <a:path w="207213" h="35694" extrusionOk="0">
                  <a:moveTo>
                    <a:pt x="21401" y="1"/>
                  </a:moveTo>
                  <a:cubicBezTo>
                    <a:pt x="15492" y="1"/>
                    <a:pt x="10141" y="2396"/>
                    <a:pt x="6269" y="6268"/>
                  </a:cubicBezTo>
                  <a:cubicBezTo>
                    <a:pt x="2396" y="10141"/>
                    <a:pt x="1" y="15491"/>
                    <a:pt x="1" y="21400"/>
                  </a:cubicBezTo>
                  <a:lnTo>
                    <a:pt x="1" y="35694"/>
                  </a:lnTo>
                  <a:lnTo>
                    <a:pt x="207211" y="35694"/>
                  </a:lnTo>
                  <a:lnTo>
                    <a:pt x="207212" y="21400"/>
                  </a:lnTo>
                  <a:cubicBezTo>
                    <a:pt x="207212" y="15491"/>
                    <a:pt x="204816" y="10141"/>
                    <a:pt x="200944" y="6268"/>
                  </a:cubicBezTo>
                  <a:cubicBezTo>
                    <a:pt x="197072" y="2396"/>
                    <a:pt x="191721" y="1"/>
                    <a:pt x="1858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85;p37">
              <a:extLst>
                <a:ext uri="{FF2B5EF4-FFF2-40B4-BE49-F238E27FC236}">
                  <a16:creationId xmlns:a16="http://schemas.microsoft.com/office/drawing/2014/main" id="{272EBD9C-5735-2B01-8A48-98CDAB1B1EA6}"/>
                </a:ext>
              </a:extLst>
            </p:cNvPr>
            <p:cNvSpPr/>
            <p:nvPr/>
          </p:nvSpPr>
          <p:spPr>
            <a:xfrm>
              <a:off x="5176925" y="1859250"/>
              <a:ext cx="56625" cy="787175"/>
            </a:xfrm>
            <a:custGeom>
              <a:avLst/>
              <a:gdLst/>
              <a:ahLst/>
              <a:cxnLst/>
              <a:rect l="l" t="t" r="r" b="b"/>
              <a:pathLst>
                <a:path w="2265" h="31487" extrusionOk="0">
                  <a:moveTo>
                    <a:pt x="1" y="1"/>
                  </a:moveTo>
                  <a:lnTo>
                    <a:pt x="1" y="31486"/>
                  </a:lnTo>
                  <a:lnTo>
                    <a:pt x="2265" y="31486"/>
                  </a:lnTo>
                  <a:lnTo>
                    <a:pt x="2265" y="1"/>
                  </a:ln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86;p37">
              <a:extLst>
                <a:ext uri="{FF2B5EF4-FFF2-40B4-BE49-F238E27FC236}">
                  <a16:creationId xmlns:a16="http://schemas.microsoft.com/office/drawing/2014/main" id="{75F20EC9-A1BF-AEA5-D8A4-40F68C45C4CE}"/>
                </a:ext>
              </a:extLst>
            </p:cNvPr>
            <p:cNvSpPr/>
            <p:nvPr/>
          </p:nvSpPr>
          <p:spPr>
            <a:xfrm>
              <a:off x="4989025" y="2224525"/>
              <a:ext cx="473600" cy="56625"/>
            </a:xfrm>
            <a:custGeom>
              <a:avLst/>
              <a:gdLst/>
              <a:ahLst/>
              <a:cxnLst/>
              <a:rect l="l" t="t" r="r" b="b"/>
              <a:pathLst>
                <a:path w="18944" h="2265" extrusionOk="0">
                  <a:moveTo>
                    <a:pt x="1" y="0"/>
                  </a:moveTo>
                  <a:lnTo>
                    <a:pt x="1" y="2265"/>
                  </a:lnTo>
                  <a:lnTo>
                    <a:pt x="17812" y="2265"/>
                  </a:lnTo>
                  <a:cubicBezTo>
                    <a:pt x="18437" y="2265"/>
                    <a:pt x="18944" y="1758"/>
                    <a:pt x="18944" y="1133"/>
                  </a:cubicBezTo>
                  <a:cubicBezTo>
                    <a:pt x="18944" y="507"/>
                    <a:pt x="18437" y="0"/>
                    <a:pt x="17812" y="0"/>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87;p37">
              <a:extLst>
                <a:ext uri="{FF2B5EF4-FFF2-40B4-BE49-F238E27FC236}">
                  <a16:creationId xmlns:a16="http://schemas.microsoft.com/office/drawing/2014/main" id="{174205EA-FDAB-DA6A-AB34-BE8F70A0CA25}"/>
                </a:ext>
              </a:extLst>
            </p:cNvPr>
            <p:cNvSpPr/>
            <p:nvPr/>
          </p:nvSpPr>
          <p:spPr>
            <a:xfrm>
              <a:off x="4164250" y="1859250"/>
              <a:ext cx="56625" cy="787175"/>
            </a:xfrm>
            <a:custGeom>
              <a:avLst/>
              <a:gdLst/>
              <a:ahLst/>
              <a:cxnLst/>
              <a:rect l="l" t="t" r="r" b="b"/>
              <a:pathLst>
                <a:path w="2265" h="31487" extrusionOk="0">
                  <a:moveTo>
                    <a:pt x="1" y="1"/>
                  </a:moveTo>
                  <a:lnTo>
                    <a:pt x="1" y="31486"/>
                  </a:lnTo>
                  <a:lnTo>
                    <a:pt x="2265" y="31486"/>
                  </a:lnTo>
                  <a:lnTo>
                    <a:pt x="2265" y="1"/>
                  </a:ln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88;p37">
              <a:extLst>
                <a:ext uri="{FF2B5EF4-FFF2-40B4-BE49-F238E27FC236}">
                  <a16:creationId xmlns:a16="http://schemas.microsoft.com/office/drawing/2014/main" id="{A1F07999-B41D-5035-1541-3AF0FE5ADD9F}"/>
                </a:ext>
              </a:extLst>
            </p:cNvPr>
            <p:cNvSpPr/>
            <p:nvPr/>
          </p:nvSpPr>
          <p:spPr>
            <a:xfrm>
              <a:off x="3976350" y="2224525"/>
              <a:ext cx="432425" cy="56625"/>
            </a:xfrm>
            <a:custGeom>
              <a:avLst/>
              <a:gdLst/>
              <a:ahLst/>
              <a:cxnLst/>
              <a:rect l="l" t="t" r="r" b="b"/>
              <a:pathLst>
                <a:path w="17297" h="2265" extrusionOk="0">
                  <a:moveTo>
                    <a:pt x="1" y="0"/>
                  </a:moveTo>
                  <a:lnTo>
                    <a:pt x="1" y="2265"/>
                  </a:lnTo>
                  <a:lnTo>
                    <a:pt x="17297" y="2265"/>
                  </a:lnTo>
                  <a:lnTo>
                    <a:pt x="17297" y="0"/>
                  </a:ln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89;p37">
              <a:extLst>
                <a:ext uri="{FF2B5EF4-FFF2-40B4-BE49-F238E27FC236}">
                  <a16:creationId xmlns:a16="http://schemas.microsoft.com/office/drawing/2014/main" id="{40F7347D-3A00-A4EC-E2D7-81098D446142}"/>
                </a:ext>
              </a:extLst>
            </p:cNvPr>
            <p:cNvSpPr/>
            <p:nvPr/>
          </p:nvSpPr>
          <p:spPr>
            <a:xfrm>
              <a:off x="2522900" y="1859250"/>
              <a:ext cx="56650" cy="787175"/>
            </a:xfrm>
            <a:custGeom>
              <a:avLst/>
              <a:gdLst/>
              <a:ahLst/>
              <a:cxnLst/>
              <a:rect l="l" t="t" r="r" b="b"/>
              <a:pathLst>
                <a:path w="2266" h="31487" extrusionOk="0">
                  <a:moveTo>
                    <a:pt x="1" y="1"/>
                  </a:moveTo>
                  <a:lnTo>
                    <a:pt x="1" y="31486"/>
                  </a:lnTo>
                  <a:lnTo>
                    <a:pt x="2265" y="31486"/>
                  </a:lnTo>
                  <a:lnTo>
                    <a:pt x="2265" y="1"/>
                  </a:ln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90;p37">
              <a:extLst>
                <a:ext uri="{FF2B5EF4-FFF2-40B4-BE49-F238E27FC236}">
                  <a16:creationId xmlns:a16="http://schemas.microsoft.com/office/drawing/2014/main" id="{A41B7A7A-E1C5-308F-6E0D-3177BC69FCC8}"/>
                </a:ext>
              </a:extLst>
            </p:cNvPr>
            <p:cNvSpPr/>
            <p:nvPr/>
          </p:nvSpPr>
          <p:spPr>
            <a:xfrm>
              <a:off x="2335025" y="2224525"/>
              <a:ext cx="432400" cy="56625"/>
            </a:xfrm>
            <a:custGeom>
              <a:avLst/>
              <a:gdLst/>
              <a:ahLst/>
              <a:cxnLst/>
              <a:rect l="l" t="t" r="r" b="b"/>
              <a:pathLst>
                <a:path w="17296" h="2265" extrusionOk="0">
                  <a:moveTo>
                    <a:pt x="0" y="0"/>
                  </a:moveTo>
                  <a:lnTo>
                    <a:pt x="0" y="2265"/>
                  </a:lnTo>
                  <a:lnTo>
                    <a:pt x="17296" y="2265"/>
                  </a:lnTo>
                  <a:lnTo>
                    <a:pt x="17296" y="0"/>
                  </a:ln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91;p37">
              <a:extLst>
                <a:ext uri="{FF2B5EF4-FFF2-40B4-BE49-F238E27FC236}">
                  <a16:creationId xmlns:a16="http://schemas.microsoft.com/office/drawing/2014/main" id="{79FA7813-8423-C34A-F6CD-86A11C4C967A}"/>
                </a:ext>
              </a:extLst>
            </p:cNvPr>
            <p:cNvSpPr/>
            <p:nvPr/>
          </p:nvSpPr>
          <p:spPr>
            <a:xfrm>
              <a:off x="3846925" y="238125"/>
              <a:ext cx="574625" cy="147950"/>
            </a:xfrm>
            <a:custGeom>
              <a:avLst/>
              <a:gdLst/>
              <a:ahLst/>
              <a:cxnLst/>
              <a:rect l="l" t="t" r="r" b="b"/>
              <a:pathLst>
                <a:path w="22985" h="5918" extrusionOk="0">
                  <a:moveTo>
                    <a:pt x="2959" y="0"/>
                  </a:moveTo>
                  <a:cubicBezTo>
                    <a:pt x="1325" y="0"/>
                    <a:pt x="0" y="1324"/>
                    <a:pt x="0" y="2957"/>
                  </a:cubicBezTo>
                  <a:cubicBezTo>
                    <a:pt x="0" y="4592"/>
                    <a:pt x="1325" y="5916"/>
                    <a:pt x="2959" y="5917"/>
                  </a:cubicBezTo>
                  <a:lnTo>
                    <a:pt x="20027" y="5917"/>
                  </a:lnTo>
                  <a:cubicBezTo>
                    <a:pt x="21661" y="5916"/>
                    <a:pt x="22984" y="4592"/>
                    <a:pt x="22984" y="2959"/>
                  </a:cubicBezTo>
                  <a:cubicBezTo>
                    <a:pt x="22984" y="1324"/>
                    <a:pt x="21661" y="0"/>
                    <a:pt x="200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92;p37">
              <a:extLst>
                <a:ext uri="{FF2B5EF4-FFF2-40B4-BE49-F238E27FC236}">
                  <a16:creationId xmlns:a16="http://schemas.microsoft.com/office/drawing/2014/main" id="{2A1489CB-7AEC-32B3-794D-A590114731E7}"/>
                </a:ext>
              </a:extLst>
            </p:cNvPr>
            <p:cNvSpPr/>
            <p:nvPr/>
          </p:nvSpPr>
          <p:spPr>
            <a:xfrm>
              <a:off x="5907850" y="2281138"/>
              <a:ext cx="175825" cy="1385250"/>
            </a:xfrm>
            <a:custGeom>
              <a:avLst/>
              <a:gdLst/>
              <a:ahLst/>
              <a:cxnLst/>
              <a:rect l="l" t="t" r="r" b="b"/>
              <a:pathLst>
                <a:path w="7033" h="55410" extrusionOk="0">
                  <a:moveTo>
                    <a:pt x="50" y="0"/>
                  </a:moveTo>
                  <a:cubicBezTo>
                    <a:pt x="23" y="0"/>
                    <a:pt x="0" y="23"/>
                    <a:pt x="0" y="51"/>
                  </a:cubicBezTo>
                  <a:lnTo>
                    <a:pt x="0" y="55359"/>
                  </a:lnTo>
                  <a:cubicBezTo>
                    <a:pt x="0" y="55387"/>
                    <a:pt x="23" y="55410"/>
                    <a:pt x="50" y="55410"/>
                  </a:cubicBezTo>
                  <a:lnTo>
                    <a:pt x="6983" y="55410"/>
                  </a:lnTo>
                  <a:cubicBezTo>
                    <a:pt x="7010" y="55410"/>
                    <a:pt x="7032" y="55387"/>
                    <a:pt x="7032" y="55359"/>
                  </a:cubicBezTo>
                  <a:lnTo>
                    <a:pt x="7032" y="51"/>
                  </a:lnTo>
                  <a:cubicBezTo>
                    <a:pt x="7032" y="23"/>
                    <a:pt x="7010" y="0"/>
                    <a:pt x="698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93;p37">
              <a:extLst>
                <a:ext uri="{FF2B5EF4-FFF2-40B4-BE49-F238E27FC236}">
                  <a16:creationId xmlns:a16="http://schemas.microsoft.com/office/drawing/2014/main" id="{0CC3A579-F306-4132-46F8-B4F78CA7ED08}"/>
                </a:ext>
              </a:extLst>
            </p:cNvPr>
            <p:cNvSpPr/>
            <p:nvPr/>
          </p:nvSpPr>
          <p:spPr>
            <a:xfrm>
              <a:off x="5907850" y="3515500"/>
              <a:ext cx="457825" cy="250375"/>
            </a:xfrm>
            <a:custGeom>
              <a:avLst/>
              <a:gdLst/>
              <a:ahLst/>
              <a:cxnLst/>
              <a:rect l="l" t="t" r="r" b="b"/>
              <a:pathLst>
                <a:path w="18313" h="10015" extrusionOk="0">
                  <a:moveTo>
                    <a:pt x="9629" y="0"/>
                  </a:moveTo>
                  <a:cubicBezTo>
                    <a:pt x="7231" y="0"/>
                    <a:pt x="5228" y="1689"/>
                    <a:pt x="4740" y="3941"/>
                  </a:cubicBezTo>
                  <a:cubicBezTo>
                    <a:pt x="4230" y="3322"/>
                    <a:pt x="3481" y="2985"/>
                    <a:pt x="2714" y="2985"/>
                  </a:cubicBezTo>
                  <a:cubicBezTo>
                    <a:pt x="2381" y="2985"/>
                    <a:pt x="2044" y="3048"/>
                    <a:pt x="1723" y="3179"/>
                  </a:cubicBezTo>
                  <a:cubicBezTo>
                    <a:pt x="657" y="3614"/>
                    <a:pt x="1" y="4690"/>
                    <a:pt x="100" y="5836"/>
                  </a:cubicBezTo>
                  <a:cubicBezTo>
                    <a:pt x="199" y="6981"/>
                    <a:pt x="1033" y="7928"/>
                    <a:pt x="2155" y="8172"/>
                  </a:cubicBezTo>
                  <a:cubicBezTo>
                    <a:pt x="2341" y="8213"/>
                    <a:pt x="2528" y="8232"/>
                    <a:pt x="2713" y="8232"/>
                  </a:cubicBezTo>
                  <a:cubicBezTo>
                    <a:pt x="3643" y="8232"/>
                    <a:pt x="4524" y="7736"/>
                    <a:pt x="4997" y="6901"/>
                  </a:cubicBezTo>
                  <a:cubicBezTo>
                    <a:pt x="5743" y="8727"/>
                    <a:pt x="7534" y="10015"/>
                    <a:pt x="9629" y="10015"/>
                  </a:cubicBezTo>
                  <a:cubicBezTo>
                    <a:pt x="11805" y="10015"/>
                    <a:pt x="13650" y="8625"/>
                    <a:pt x="14341" y="6688"/>
                  </a:cubicBezTo>
                  <a:cubicBezTo>
                    <a:pt x="14714" y="7324"/>
                    <a:pt x="15396" y="7755"/>
                    <a:pt x="16186" y="7755"/>
                  </a:cubicBezTo>
                  <a:cubicBezTo>
                    <a:pt x="17363" y="7744"/>
                    <a:pt x="18312" y="6787"/>
                    <a:pt x="18312" y="5609"/>
                  </a:cubicBezTo>
                  <a:cubicBezTo>
                    <a:pt x="18312" y="4433"/>
                    <a:pt x="17363" y="3475"/>
                    <a:pt x="16186" y="3463"/>
                  </a:cubicBezTo>
                  <a:cubicBezTo>
                    <a:pt x="15537" y="3463"/>
                    <a:pt x="14962" y="3758"/>
                    <a:pt x="14568" y="4215"/>
                  </a:cubicBezTo>
                  <a:cubicBezTo>
                    <a:pt x="14188" y="1827"/>
                    <a:pt x="12125" y="0"/>
                    <a:pt x="96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94;p37">
              <a:extLst>
                <a:ext uri="{FF2B5EF4-FFF2-40B4-BE49-F238E27FC236}">
                  <a16:creationId xmlns:a16="http://schemas.microsoft.com/office/drawing/2014/main" id="{D94AD0ED-A083-9196-AAA2-E83EE13678E7}"/>
                </a:ext>
              </a:extLst>
            </p:cNvPr>
            <p:cNvSpPr/>
            <p:nvPr/>
          </p:nvSpPr>
          <p:spPr>
            <a:xfrm>
              <a:off x="5128075" y="3375325"/>
              <a:ext cx="865750" cy="390550"/>
            </a:xfrm>
            <a:custGeom>
              <a:avLst/>
              <a:gdLst/>
              <a:ahLst/>
              <a:cxnLst/>
              <a:rect l="l" t="t" r="r" b="b"/>
              <a:pathLst>
                <a:path w="34630" h="15622" extrusionOk="0">
                  <a:moveTo>
                    <a:pt x="21394" y="1"/>
                  </a:moveTo>
                  <a:cubicBezTo>
                    <a:pt x="18309" y="1"/>
                    <a:pt x="15693" y="1981"/>
                    <a:pt x="14731" y="4738"/>
                  </a:cubicBezTo>
                  <a:cubicBezTo>
                    <a:pt x="13748" y="4070"/>
                    <a:pt x="12586" y="3712"/>
                    <a:pt x="11397" y="3712"/>
                  </a:cubicBezTo>
                  <a:cubicBezTo>
                    <a:pt x="11395" y="3712"/>
                    <a:pt x="11392" y="3712"/>
                    <a:pt x="11390" y="3712"/>
                  </a:cubicBezTo>
                  <a:cubicBezTo>
                    <a:pt x="9145" y="3712"/>
                    <a:pt x="7190" y="4956"/>
                    <a:pt x="6176" y="6792"/>
                  </a:cubicBezTo>
                  <a:cubicBezTo>
                    <a:pt x="5500" y="6221"/>
                    <a:pt x="4643" y="5909"/>
                    <a:pt x="3758" y="5909"/>
                  </a:cubicBezTo>
                  <a:cubicBezTo>
                    <a:pt x="1683" y="5909"/>
                    <a:pt x="1" y="7592"/>
                    <a:pt x="1" y="9667"/>
                  </a:cubicBezTo>
                  <a:cubicBezTo>
                    <a:pt x="1" y="11743"/>
                    <a:pt x="1683" y="13425"/>
                    <a:pt x="3758" y="13425"/>
                  </a:cubicBezTo>
                  <a:cubicBezTo>
                    <a:pt x="4643" y="13425"/>
                    <a:pt x="5500" y="13112"/>
                    <a:pt x="6176" y="12541"/>
                  </a:cubicBezTo>
                  <a:cubicBezTo>
                    <a:pt x="7190" y="14377"/>
                    <a:pt x="9144" y="15621"/>
                    <a:pt x="11390" y="15621"/>
                  </a:cubicBezTo>
                  <a:cubicBezTo>
                    <a:pt x="13717" y="15621"/>
                    <a:pt x="15729" y="14283"/>
                    <a:pt x="16707" y="12335"/>
                  </a:cubicBezTo>
                  <a:cubicBezTo>
                    <a:pt x="17954" y="13446"/>
                    <a:pt x="19594" y="14125"/>
                    <a:pt x="21394" y="14125"/>
                  </a:cubicBezTo>
                  <a:cubicBezTo>
                    <a:pt x="23850" y="14125"/>
                    <a:pt x="26011" y="12870"/>
                    <a:pt x="27276" y="10968"/>
                  </a:cubicBezTo>
                  <a:cubicBezTo>
                    <a:pt x="27808" y="12421"/>
                    <a:pt x="29199" y="13461"/>
                    <a:pt x="30836" y="13461"/>
                  </a:cubicBezTo>
                  <a:cubicBezTo>
                    <a:pt x="32932" y="13461"/>
                    <a:pt x="34630" y="11761"/>
                    <a:pt x="34630" y="9667"/>
                  </a:cubicBezTo>
                  <a:cubicBezTo>
                    <a:pt x="34630" y="7572"/>
                    <a:pt x="32932" y="5873"/>
                    <a:pt x="30836" y="5873"/>
                  </a:cubicBezTo>
                  <a:cubicBezTo>
                    <a:pt x="30834" y="5873"/>
                    <a:pt x="30831" y="5873"/>
                    <a:pt x="30829" y="5873"/>
                  </a:cubicBezTo>
                  <a:cubicBezTo>
                    <a:pt x="29959" y="5873"/>
                    <a:pt x="29114" y="6175"/>
                    <a:pt x="28439" y="6726"/>
                  </a:cubicBezTo>
                  <a:cubicBezTo>
                    <a:pt x="28262" y="2983"/>
                    <a:pt x="25180" y="1"/>
                    <a:pt x="213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95;p37">
              <a:extLst>
                <a:ext uri="{FF2B5EF4-FFF2-40B4-BE49-F238E27FC236}">
                  <a16:creationId xmlns:a16="http://schemas.microsoft.com/office/drawing/2014/main" id="{4E1AB15E-D19C-25EC-3CD0-13AAA7B96181}"/>
                </a:ext>
              </a:extLst>
            </p:cNvPr>
            <p:cNvSpPr/>
            <p:nvPr/>
          </p:nvSpPr>
          <p:spPr>
            <a:xfrm>
              <a:off x="2247375" y="3535788"/>
              <a:ext cx="458850" cy="250375"/>
            </a:xfrm>
            <a:custGeom>
              <a:avLst/>
              <a:gdLst/>
              <a:ahLst/>
              <a:cxnLst/>
              <a:rect l="l" t="t" r="r" b="b"/>
              <a:pathLst>
                <a:path w="18354" h="10015" extrusionOk="0">
                  <a:moveTo>
                    <a:pt x="9631" y="0"/>
                  </a:moveTo>
                  <a:cubicBezTo>
                    <a:pt x="7231" y="0"/>
                    <a:pt x="5228" y="1689"/>
                    <a:pt x="4740" y="3941"/>
                  </a:cubicBezTo>
                  <a:cubicBezTo>
                    <a:pt x="4231" y="3322"/>
                    <a:pt x="3482" y="2985"/>
                    <a:pt x="2714" y="2985"/>
                  </a:cubicBezTo>
                  <a:cubicBezTo>
                    <a:pt x="2381" y="2985"/>
                    <a:pt x="2045" y="3048"/>
                    <a:pt x="1723" y="3179"/>
                  </a:cubicBezTo>
                  <a:cubicBezTo>
                    <a:pt x="658" y="3614"/>
                    <a:pt x="1" y="4690"/>
                    <a:pt x="100" y="5836"/>
                  </a:cubicBezTo>
                  <a:cubicBezTo>
                    <a:pt x="199" y="6981"/>
                    <a:pt x="1033" y="7928"/>
                    <a:pt x="2156" y="8172"/>
                  </a:cubicBezTo>
                  <a:cubicBezTo>
                    <a:pt x="2342" y="8213"/>
                    <a:pt x="2529" y="8232"/>
                    <a:pt x="2713" y="8232"/>
                  </a:cubicBezTo>
                  <a:cubicBezTo>
                    <a:pt x="3645" y="8232"/>
                    <a:pt x="4524" y="7736"/>
                    <a:pt x="4997" y="6901"/>
                  </a:cubicBezTo>
                  <a:cubicBezTo>
                    <a:pt x="5744" y="8727"/>
                    <a:pt x="7536" y="10015"/>
                    <a:pt x="9631" y="10015"/>
                  </a:cubicBezTo>
                  <a:cubicBezTo>
                    <a:pt x="11805" y="10015"/>
                    <a:pt x="13650" y="8625"/>
                    <a:pt x="14341" y="6688"/>
                  </a:cubicBezTo>
                  <a:cubicBezTo>
                    <a:pt x="14714" y="7324"/>
                    <a:pt x="15396" y="7755"/>
                    <a:pt x="16186" y="7755"/>
                  </a:cubicBezTo>
                  <a:cubicBezTo>
                    <a:pt x="16194" y="7755"/>
                    <a:pt x="16201" y="7755"/>
                    <a:pt x="16208" y="7755"/>
                  </a:cubicBezTo>
                  <a:cubicBezTo>
                    <a:pt x="17391" y="7755"/>
                    <a:pt x="18353" y="6795"/>
                    <a:pt x="18353" y="5609"/>
                  </a:cubicBezTo>
                  <a:cubicBezTo>
                    <a:pt x="18353" y="4423"/>
                    <a:pt x="17390" y="3463"/>
                    <a:pt x="16206" y="3463"/>
                  </a:cubicBezTo>
                  <a:cubicBezTo>
                    <a:pt x="16199" y="3463"/>
                    <a:pt x="16193" y="3463"/>
                    <a:pt x="16186" y="3463"/>
                  </a:cubicBezTo>
                  <a:cubicBezTo>
                    <a:pt x="15537" y="3463"/>
                    <a:pt x="14962" y="3758"/>
                    <a:pt x="14568" y="4215"/>
                  </a:cubicBezTo>
                  <a:cubicBezTo>
                    <a:pt x="14188" y="1827"/>
                    <a:pt x="12125" y="0"/>
                    <a:pt x="96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196;p37">
              <a:extLst>
                <a:ext uri="{FF2B5EF4-FFF2-40B4-BE49-F238E27FC236}">
                  <a16:creationId xmlns:a16="http://schemas.microsoft.com/office/drawing/2014/main" id="{8A94C87C-24BD-5F06-6407-450CEE7943F2}"/>
                </a:ext>
              </a:extLst>
            </p:cNvPr>
            <p:cNvSpPr/>
            <p:nvPr/>
          </p:nvSpPr>
          <p:spPr>
            <a:xfrm>
              <a:off x="2579550" y="3535788"/>
              <a:ext cx="457825" cy="250375"/>
            </a:xfrm>
            <a:custGeom>
              <a:avLst/>
              <a:gdLst/>
              <a:ahLst/>
              <a:cxnLst/>
              <a:rect l="l" t="t" r="r" b="b"/>
              <a:pathLst>
                <a:path w="18313" h="10015" extrusionOk="0">
                  <a:moveTo>
                    <a:pt x="16186" y="3463"/>
                  </a:moveTo>
                  <a:cubicBezTo>
                    <a:pt x="16186" y="3463"/>
                    <a:pt x="16186" y="3463"/>
                    <a:pt x="16186" y="3463"/>
                  </a:cubicBezTo>
                  <a:lnTo>
                    <a:pt x="16186" y="3463"/>
                  </a:lnTo>
                  <a:cubicBezTo>
                    <a:pt x="16187" y="3463"/>
                    <a:pt x="16187" y="3463"/>
                    <a:pt x="16187" y="3463"/>
                  </a:cubicBezTo>
                  <a:close/>
                  <a:moveTo>
                    <a:pt x="9630" y="0"/>
                  </a:moveTo>
                  <a:cubicBezTo>
                    <a:pt x="7231" y="0"/>
                    <a:pt x="5229" y="1689"/>
                    <a:pt x="4740" y="3941"/>
                  </a:cubicBezTo>
                  <a:cubicBezTo>
                    <a:pt x="4230" y="3322"/>
                    <a:pt x="3481" y="2985"/>
                    <a:pt x="2714" y="2985"/>
                  </a:cubicBezTo>
                  <a:cubicBezTo>
                    <a:pt x="2381" y="2985"/>
                    <a:pt x="2044" y="3048"/>
                    <a:pt x="1722" y="3179"/>
                  </a:cubicBezTo>
                  <a:cubicBezTo>
                    <a:pt x="659" y="3614"/>
                    <a:pt x="1" y="4690"/>
                    <a:pt x="101" y="5836"/>
                  </a:cubicBezTo>
                  <a:cubicBezTo>
                    <a:pt x="200" y="6981"/>
                    <a:pt x="1033" y="7928"/>
                    <a:pt x="2155" y="8172"/>
                  </a:cubicBezTo>
                  <a:cubicBezTo>
                    <a:pt x="2341" y="8213"/>
                    <a:pt x="2528" y="8232"/>
                    <a:pt x="2713" y="8232"/>
                  </a:cubicBezTo>
                  <a:cubicBezTo>
                    <a:pt x="3644" y="8232"/>
                    <a:pt x="4524" y="7736"/>
                    <a:pt x="4997" y="6901"/>
                  </a:cubicBezTo>
                  <a:cubicBezTo>
                    <a:pt x="5743" y="8727"/>
                    <a:pt x="7536" y="10015"/>
                    <a:pt x="9630" y="10015"/>
                  </a:cubicBezTo>
                  <a:cubicBezTo>
                    <a:pt x="11805" y="10015"/>
                    <a:pt x="13650" y="8625"/>
                    <a:pt x="14342" y="6688"/>
                  </a:cubicBezTo>
                  <a:cubicBezTo>
                    <a:pt x="14713" y="7324"/>
                    <a:pt x="15397" y="7755"/>
                    <a:pt x="16186" y="7755"/>
                  </a:cubicBezTo>
                  <a:cubicBezTo>
                    <a:pt x="17364" y="7744"/>
                    <a:pt x="18312" y="6787"/>
                    <a:pt x="18312" y="5609"/>
                  </a:cubicBezTo>
                  <a:cubicBezTo>
                    <a:pt x="18312" y="4433"/>
                    <a:pt x="17364" y="3476"/>
                    <a:pt x="16186" y="3463"/>
                  </a:cubicBezTo>
                  <a:lnTo>
                    <a:pt x="16186" y="3463"/>
                  </a:lnTo>
                  <a:cubicBezTo>
                    <a:pt x="15536" y="3464"/>
                    <a:pt x="14961" y="3758"/>
                    <a:pt x="14568" y="4215"/>
                  </a:cubicBezTo>
                  <a:cubicBezTo>
                    <a:pt x="14188" y="1827"/>
                    <a:pt x="12125" y="0"/>
                    <a:pt x="96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197;p37">
              <a:extLst>
                <a:ext uri="{FF2B5EF4-FFF2-40B4-BE49-F238E27FC236}">
                  <a16:creationId xmlns:a16="http://schemas.microsoft.com/office/drawing/2014/main" id="{1B4E66FB-9AEE-5956-DD9A-854A73568A79}"/>
                </a:ext>
              </a:extLst>
            </p:cNvPr>
            <p:cNvSpPr/>
            <p:nvPr/>
          </p:nvSpPr>
          <p:spPr>
            <a:xfrm>
              <a:off x="1545700" y="3375325"/>
              <a:ext cx="865800" cy="390550"/>
            </a:xfrm>
            <a:custGeom>
              <a:avLst/>
              <a:gdLst/>
              <a:ahLst/>
              <a:cxnLst/>
              <a:rect l="l" t="t" r="r" b="b"/>
              <a:pathLst>
                <a:path w="34632" h="15622" extrusionOk="0">
                  <a:moveTo>
                    <a:pt x="21395" y="1"/>
                  </a:moveTo>
                  <a:cubicBezTo>
                    <a:pt x="18310" y="1"/>
                    <a:pt x="15695" y="1981"/>
                    <a:pt x="14733" y="4738"/>
                  </a:cubicBezTo>
                  <a:cubicBezTo>
                    <a:pt x="13749" y="4070"/>
                    <a:pt x="12588" y="3712"/>
                    <a:pt x="11399" y="3712"/>
                  </a:cubicBezTo>
                  <a:cubicBezTo>
                    <a:pt x="11396" y="3712"/>
                    <a:pt x="11394" y="3712"/>
                    <a:pt x="11391" y="3712"/>
                  </a:cubicBezTo>
                  <a:cubicBezTo>
                    <a:pt x="9145" y="3712"/>
                    <a:pt x="7192" y="4956"/>
                    <a:pt x="6177" y="6792"/>
                  </a:cubicBezTo>
                  <a:cubicBezTo>
                    <a:pt x="5501" y="6221"/>
                    <a:pt x="4645" y="5909"/>
                    <a:pt x="3758" y="5909"/>
                  </a:cubicBezTo>
                  <a:cubicBezTo>
                    <a:pt x="1683" y="5909"/>
                    <a:pt x="0" y="7592"/>
                    <a:pt x="0" y="9667"/>
                  </a:cubicBezTo>
                  <a:cubicBezTo>
                    <a:pt x="0" y="11743"/>
                    <a:pt x="1683" y="13425"/>
                    <a:pt x="3758" y="13425"/>
                  </a:cubicBezTo>
                  <a:cubicBezTo>
                    <a:pt x="4645" y="13425"/>
                    <a:pt x="5501" y="13112"/>
                    <a:pt x="6177" y="12541"/>
                  </a:cubicBezTo>
                  <a:cubicBezTo>
                    <a:pt x="7192" y="14377"/>
                    <a:pt x="9145" y="15621"/>
                    <a:pt x="11391" y="15621"/>
                  </a:cubicBezTo>
                  <a:cubicBezTo>
                    <a:pt x="13719" y="15621"/>
                    <a:pt x="15729" y="14283"/>
                    <a:pt x="16709" y="12335"/>
                  </a:cubicBezTo>
                  <a:cubicBezTo>
                    <a:pt x="17956" y="13446"/>
                    <a:pt x="19594" y="14125"/>
                    <a:pt x="21395" y="14125"/>
                  </a:cubicBezTo>
                  <a:cubicBezTo>
                    <a:pt x="23850" y="14125"/>
                    <a:pt x="26013" y="12870"/>
                    <a:pt x="27278" y="10968"/>
                  </a:cubicBezTo>
                  <a:cubicBezTo>
                    <a:pt x="27808" y="12421"/>
                    <a:pt x="29199" y="13461"/>
                    <a:pt x="30837" y="13461"/>
                  </a:cubicBezTo>
                  <a:cubicBezTo>
                    <a:pt x="32932" y="13461"/>
                    <a:pt x="34631" y="11761"/>
                    <a:pt x="34631" y="9667"/>
                  </a:cubicBezTo>
                  <a:cubicBezTo>
                    <a:pt x="34631" y="7572"/>
                    <a:pt x="32933" y="5873"/>
                    <a:pt x="30837" y="5873"/>
                  </a:cubicBezTo>
                  <a:cubicBezTo>
                    <a:pt x="30835" y="5873"/>
                    <a:pt x="30833" y="5873"/>
                    <a:pt x="30831" y="5873"/>
                  </a:cubicBezTo>
                  <a:cubicBezTo>
                    <a:pt x="29959" y="5873"/>
                    <a:pt x="29115" y="6175"/>
                    <a:pt x="28441" y="6726"/>
                  </a:cubicBezTo>
                  <a:cubicBezTo>
                    <a:pt x="28263" y="2983"/>
                    <a:pt x="25182" y="1"/>
                    <a:pt x="213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198;p37">
              <a:extLst>
                <a:ext uri="{FF2B5EF4-FFF2-40B4-BE49-F238E27FC236}">
                  <a16:creationId xmlns:a16="http://schemas.microsoft.com/office/drawing/2014/main" id="{538EA97A-D6A5-287A-8995-5E1FD563D4AB}"/>
                </a:ext>
              </a:extLst>
            </p:cNvPr>
            <p:cNvSpPr/>
            <p:nvPr/>
          </p:nvSpPr>
          <p:spPr>
            <a:xfrm>
              <a:off x="829400" y="3645325"/>
              <a:ext cx="5960425" cy="302890"/>
            </a:xfrm>
            <a:custGeom>
              <a:avLst/>
              <a:gdLst/>
              <a:ahLst/>
              <a:cxnLst/>
              <a:rect l="l" t="t" r="r" b="b"/>
              <a:pathLst>
                <a:path w="238417" h="7853" extrusionOk="0">
                  <a:moveTo>
                    <a:pt x="0" y="0"/>
                  </a:moveTo>
                  <a:lnTo>
                    <a:pt x="0" y="7852"/>
                  </a:lnTo>
                  <a:lnTo>
                    <a:pt x="238416" y="7852"/>
                  </a:lnTo>
                  <a:lnTo>
                    <a:pt x="23841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199;p37">
              <a:extLst>
                <a:ext uri="{FF2B5EF4-FFF2-40B4-BE49-F238E27FC236}">
                  <a16:creationId xmlns:a16="http://schemas.microsoft.com/office/drawing/2014/main" id="{C77E2366-E4CE-ED65-417E-BDCE27CBBD02}"/>
                </a:ext>
              </a:extLst>
            </p:cNvPr>
            <p:cNvSpPr/>
            <p:nvPr/>
          </p:nvSpPr>
          <p:spPr>
            <a:xfrm>
              <a:off x="5421450" y="2376663"/>
              <a:ext cx="1148625" cy="629475"/>
            </a:xfrm>
            <a:custGeom>
              <a:avLst/>
              <a:gdLst/>
              <a:ahLst/>
              <a:cxnLst/>
              <a:rect l="l" t="t" r="r" b="b"/>
              <a:pathLst>
                <a:path w="45945" h="25179" extrusionOk="0">
                  <a:moveTo>
                    <a:pt x="84" y="0"/>
                  </a:moveTo>
                  <a:cubicBezTo>
                    <a:pt x="38" y="0"/>
                    <a:pt x="0" y="38"/>
                    <a:pt x="0" y="84"/>
                  </a:cubicBezTo>
                  <a:lnTo>
                    <a:pt x="0" y="25094"/>
                  </a:lnTo>
                  <a:cubicBezTo>
                    <a:pt x="0" y="25141"/>
                    <a:pt x="38" y="25178"/>
                    <a:pt x="84" y="25178"/>
                  </a:cubicBezTo>
                  <a:lnTo>
                    <a:pt x="45861" y="25178"/>
                  </a:lnTo>
                  <a:cubicBezTo>
                    <a:pt x="45907" y="25178"/>
                    <a:pt x="45945" y="25141"/>
                    <a:pt x="45945" y="25094"/>
                  </a:cubicBezTo>
                  <a:lnTo>
                    <a:pt x="45945" y="84"/>
                  </a:lnTo>
                  <a:cubicBezTo>
                    <a:pt x="45945" y="38"/>
                    <a:pt x="45907" y="0"/>
                    <a:pt x="45861" y="0"/>
                  </a:cubicBez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200;p37">
              <a:extLst>
                <a:ext uri="{FF2B5EF4-FFF2-40B4-BE49-F238E27FC236}">
                  <a16:creationId xmlns:a16="http://schemas.microsoft.com/office/drawing/2014/main" id="{BD8D03D9-2627-C51C-B148-7AC4A0A47C0E}"/>
                </a:ext>
              </a:extLst>
            </p:cNvPr>
            <p:cNvSpPr/>
            <p:nvPr/>
          </p:nvSpPr>
          <p:spPr>
            <a:xfrm>
              <a:off x="5479725" y="2434963"/>
              <a:ext cx="1032050" cy="512875"/>
            </a:xfrm>
            <a:custGeom>
              <a:avLst/>
              <a:gdLst/>
              <a:ahLst/>
              <a:cxnLst/>
              <a:rect l="l" t="t" r="r" b="b"/>
              <a:pathLst>
                <a:path w="41282" h="20515" extrusionOk="0">
                  <a:moveTo>
                    <a:pt x="1" y="0"/>
                  </a:moveTo>
                  <a:lnTo>
                    <a:pt x="1" y="20514"/>
                  </a:lnTo>
                  <a:lnTo>
                    <a:pt x="41282" y="20514"/>
                  </a:lnTo>
                  <a:lnTo>
                    <a:pt x="412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201;p37">
              <a:extLst>
                <a:ext uri="{FF2B5EF4-FFF2-40B4-BE49-F238E27FC236}">
                  <a16:creationId xmlns:a16="http://schemas.microsoft.com/office/drawing/2014/main" id="{634C2EFC-FFF4-F7AD-D6B5-8F4A2E52A055}"/>
                </a:ext>
              </a:extLst>
            </p:cNvPr>
            <p:cNvSpPr/>
            <p:nvPr/>
          </p:nvSpPr>
          <p:spPr>
            <a:xfrm>
              <a:off x="5593850" y="2519288"/>
              <a:ext cx="56750" cy="90775"/>
            </a:xfrm>
            <a:custGeom>
              <a:avLst/>
              <a:gdLst/>
              <a:ahLst/>
              <a:cxnLst/>
              <a:rect l="l" t="t" r="r" b="b"/>
              <a:pathLst>
                <a:path w="2270" h="3631" extrusionOk="0">
                  <a:moveTo>
                    <a:pt x="286" y="0"/>
                  </a:moveTo>
                  <a:cubicBezTo>
                    <a:pt x="128" y="0"/>
                    <a:pt x="1" y="128"/>
                    <a:pt x="1" y="286"/>
                  </a:cubicBezTo>
                  <a:lnTo>
                    <a:pt x="1" y="3345"/>
                  </a:lnTo>
                  <a:cubicBezTo>
                    <a:pt x="1" y="3503"/>
                    <a:pt x="128" y="3631"/>
                    <a:pt x="286" y="3631"/>
                  </a:cubicBezTo>
                  <a:cubicBezTo>
                    <a:pt x="445" y="3631"/>
                    <a:pt x="575" y="3503"/>
                    <a:pt x="576" y="3345"/>
                  </a:cubicBezTo>
                  <a:lnTo>
                    <a:pt x="576" y="2101"/>
                  </a:lnTo>
                  <a:lnTo>
                    <a:pt x="1784" y="2101"/>
                  </a:lnTo>
                  <a:cubicBezTo>
                    <a:pt x="1940" y="2096"/>
                    <a:pt x="2065" y="1969"/>
                    <a:pt x="2065" y="1812"/>
                  </a:cubicBezTo>
                  <a:cubicBezTo>
                    <a:pt x="2065" y="1656"/>
                    <a:pt x="1940" y="1528"/>
                    <a:pt x="1784" y="1525"/>
                  </a:cubicBezTo>
                  <a:lnTo>
                    <a:pt x="576" y="1525"/>
                  </a:lnTo>
                  <a:lnTo>
                    <a:pt x="576" y="576"/>
                  </a:lnTo>
                  <a:lnTo>
                    <a:pt x="1983" y="576"/>
                  </a:lnTo>
                  <a:cubicBezTo>
                    <a:pt x="2140" y="576"/>
                    <a:pt x="2270" y="447"/>
                    <a:pt x="2270" y="287"/>
                  </a:cubicBezTo>
                  <a:cubicBezTo>
                    <a:pt x="2270" y="130"/>
                    <a:pt x="2140" y="0"/>
                    <a:pt x="19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202;p37">
              <a:extLst>
                <a:ext uri="{FF2B5EF4-FFF2-40B4-BE49-F238E27FC236}">
                  <a16:creationId xmlns:a16="http://schemas.microsoft.com/office/drawing/2014/main" id="{E4FD8446-BA5E-5E7A-F6CA-AB8F19763A52}"/>
                </a:ext>
              </a:extLst>
            </p:cNvPr>
            <p:cNvSpPr/>
            <p:nvPr/>
          </p:nvSpPr>
          <p:spPr>
            <a:xfrm>
              <a:off x="5665650" y="2516688"/>
              <a:ext cx="93125" cy="93400"/>
            </a:xfrm>
            <a:custGeom>
              <a:avLst/>
              <a:gdLst/>
              <a:ahLst/>
              <a:cxnLst/>
              <a:rect l="l" t="t" r="r" b="b"/>
              <a:pathLst>
                <a:path w="3725" h="3736" extrusionOk="0">
                  <a:moveTo>
                    <a:pt x="1778" y="593"/>
                  </a:moveTo>
                  <a:cubicBezTo>
                    <a:pt x="1781" y="593"/>
                    <a:pt x="1785" y="593"/>
                    <a:pt x="1788" y="593"/>
                  </a:cubicBezTo>
                  <a:cubicBezTo>
                    <a:pt x="2099" y="593"/>
                    <a:pt x="2389" y="726"/>
                    <a:pt x="2607" y="961"/>
                  </a:cubicBezTo>
                  <a:cubicBezTo>
                    <a:pt x="2834" y="1207"/>
                    <a:pt x="2960" y="1532"/>
                    <a:pt x="2960" y="1868"/>
                  </a:cubicBezTo>
                  <a:cubicBezTo>
                    <a:pt x="2960" y="2220"/>
                    <a:pt x="2819" y="2547"/>
                    <a:pt x="2607" y="2770"/>
                  </a:cubicBezTo>
                  <a:cubicBezTo>
                    <a:pt x="2389" y="3003"/>
                    <a:pt x="2099" y="3143"/>
                    <a:pt x="1788" y="3143"/>
                  </a:cubicBezTo>
                  <a:cubicBezTo>
                    <a:pt x="1455" y="3143"/>
                    <a:pt x="1166" y="3003"/>
                    <a:pt x="948" y="2770"/>
                  </a:cubicBezTo>
                  <a:cubicBezTo>
                    <a:pt x="730" y="2547"/>
                    <a:pt x="595" y="2220"/>
                    <a:pt x="595" y="1868"/>
                  </a:cubicBezTo>
                  <a:cubicBezTo>
                    <a:pt x="595" y="1515"/>
                    <a:pt x="730" y="1188"/>
                    <a:pt x="948" y="961"/>
                  </a:cubicBezTo>
                  <a:cubicBezTo>
                    <a:pt x="1161" y="726"/>
                    <a:pt x="1461" y="593"/>
                    <a:pt x="1778" y="593"/>
                  </a:cubicBezTo>
                  <a:close/>
                  <a:moveTo>
                    <a:pt x="1787" y="1"/>
                  </a:moveTo>
                  <a:cubicBezTo>
                    <a:pt x="1304" y="1"/>
                    <a:pt x="844" y="202"/>
                    <a:pt x="517" y="557"/>
                  </a:cubicBezTo>
                  <a:cubicBezTo>
                    <a:pt x="183" y="911"/>
                    <a:pt x="0" y="1382"/>
                    <a:pt x="3" y="1868"/>
                  </a:cubicBezTo>
                  <a:cubicBezTo>
                    <a:pt x="3" y="2382"/>
                    <a:pt x="195" y="2843"/>
                    <a:pt x="517" y="3180"/>
                  </a:cubicBezTo>
                  <a:cubicBezTo>
                    <a:pt x="846" y="3532"/>
                    <a:pt x="1306" y="3733"/>
                    <a:pt x="1787" y="3736"/>
                  </a:cubicBezTo>
                  <a:cubicBezTo>
                    <a:pt x="2264" y="3736"/>
                    <a:pt x="2721" y="3518"/>
                    <a:pt x="3026" y="3180"/>
                  </a:cubicBezTo>
                  <a:cubicBezTo>
                    <a:pt x="3725" y="2445"/>
                    <a:pt x="3725" y="1291"/>
                    <a:pt x="3026" y="557"/>
                  </a:cubicBezTo>
                  <a:cubicBezTo>
                    <a:pt x="2711" y="205"/>
                    <a:pt x="2260" y="4"/>
                    <a:pt x="17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203;p37">
              <a:extLst>
                <a:ext uri="{FF2B5EF4-FFF2-40B4-BE49-F238E27FC236}">
                  <a16:creationId xmlns:a16="http://schemas.microsoft.com/office/drawing/2014/main" id="{8A35B2ED-1305-2BFF-14A1-2D1ABBF1B6E0}"/>
                </a:ext>
              </a:extLst>
            </p:cNvPr>
            <p:cNvSpPr/>
            <p:nvPr/>
          </p:nvSpPr>
          <p:spPr>
            <a:xfrm>
              <a:off x="5778150" y="2519288"/>
              <a:ext cx="63150" cy="90775"/>
            </a:xfrm>
            <a:custGeom>
              <a:avLst/>
              <a:gdLst/>
              <a:ahLst/>
              <a:cxnLst/>
              <a:rect l="l" t="t" r="r" b="b"/>
              <a:pathLst>
                <a:path w="2526" h="3631" extrusionOk="0">
                  <a:moveTo>
                    <a:pt x="1216" y="576"/>
                  </a:moveTo>
                  <a:cubicBezTo>
                    <a:pt x="1512" y="576"/>
                    <a:pt x="1752" y="818"/>
                    <a:pt x="1749" y="1115"/>
                  </a:cubicBezTo>
                  <a:cubicBezTo>
                    <a:pt x="1748" y="1408"/>
                    <a:pt x="1509" y="1644"/>
                    <a:pt x="1216" y="1644"/>
                  </a:cubicBezTo>
                  <a:lnTo>
                    <a:pt x="577" y="1644"/>
                  </a:lnTo>
                  <a:lnTo>
                    <a:pt x="577" y="576"/>
                  </a:lnTo>
                  <a:close/>
                  <a:moveTo>
                    <a:pt x="284" y="0"/>
                  </a:moveTo>
                  <a:cubicBezTo>
                    <a:pt x="126" y="0"/>
                    <a:pt x="0" y="127"/>
                    <a:pt x="2" y="286"/>
                  </a:cubicBezTo>
                  <a:lnTo>
                    <a:pt x="2" y="3345"/>
                  </a:lnTo>
                  <a:cubicBezTo>
                    <a:pt x="2" y="3503"/>
                    <a:pt x="129" y="3631"/>
                    <a:pt x="287" y="3631"/>
                  </a:cubicBezTo>
                  <a:cubicBezTo>
                    <a:pt x="446" y="3631"/>
                    <a:pt x="576" y="3504"/>
                    <a:pt x="577" y="3345"/>
                  </a:cubicBezTo>
                  <a:lnTo>
                    <a:pt x="577" y="2220"/>
                  </a:lnTo>
                  <a:lnTo>
                    <a:pt x="1190" y="2220"/>
                  </a:lnTo>
                  <a:cubicBezTo>
                    <a:pt x="1292" y="2245"/>
                    <a:pt x="1390" y="2287"/>
                    <a:pt x="1480" y="2344"/>
                  </a:cubicBezTo>
                  <a:cubicBezTo>
                    <a:pt x="1542" y="2386"/>
                    <a:pt x="1603" y="2439"/>
                    <a:pt x="1635" y="2495"/>
                  </a:cubicBezTo>
                  <a:cubicBezTo>
                    <a:pt x="1671" y="2552"/>
                    <a:pt x="1692" y="2619"/>
                    <a:pt x="1698" y="2718"/>
                  </a:cubicBezTo>
                  <a:cubicBezTo>
                    <a:pt x="1698" y="3004"/>
                    <a:pt x="1734" y="3190"/>
                    <a:pt x="1806" y="3341"/>
                  </a:cubicBezTo>
                  <a:cubicBezTo>
                    <a:pt x="1845" y="3414"/>
                    <a:pt x="1902" y="3476"/>
                    <a:pt x="1973" y="3522"/>
                  </a:cubicBezTo>
                  <a:cubicBezTo>
                    <a:pt x="2031" y="3559"/>
                    <a:pt x="2099" y="3578"/>
                    <a:pt x="2167" y="3578"/>
                  </a:cubicBezTo>
                  <a:cubicBezTo>
                    <a:pt x="2169" y="3578"/>
                    <a:pt x="2172" y="3578"/>
                    <a:pt x="2174" y="3578"/>
                  </a:cubicBezTo>
                  <a:lnTo>
                    <a:pt x="2180" y="3578"/>
                  </a:lnTo>
                  <a:cubicBezTo>
                    <a:pt x="2218" y="3578"/>
                    <a:pt x="2257" y="3573"/>
                    <a:pt x="2295" y="3563"/>
                  </a:cubicBezTo>
                  <a:cubicBezTo>
                    <a:pt x="2445" y="3513"/>
                    <a:pt x="2526" y="3350"/>
                    <a:pt x="2475" y="3201"/>
                  </a:cubicBezTo>
                  <a:cubicBezTo>
                    <a:pt x="2446" y="3115"/>
                    <a:pt x="2379" y="3051"/>
                    <a:pt x="2295" y="3023"/>
                  </a:cubicBezTo>
                  <a:cubicBezTo>
                    <a:pt x="2275" y="2923"/>
                    <a:pt x="2268" y="2821"/>
                    <a:pt x="2274" y="2717"/>
                  </a:cubicBezTo>
                  <a:cubicBezTo>
                    <a:pt x="2274" y="2517"/>
                    <a:pt x="2215" y="2322"/>
                    <a:pt x="2102" y="2158"/>
                  </a:cubicBezTo>
                  <a:cubicBezTo>
                    <a:pt x="2053" y="2084"/>
                    <a:pt x="1991" y="2020"/>
                    <a:pt x="1920" y="1966"/>
                  </a:cubicBezTo>
                  <a:cubicBezTo>
                    <a:pt x="2170" y="1758"/>
                    <a:pt x="2325" y="1458"/>
                    <a:pt x="2325" y="1115"/>
                  </a:cubicBezTo>
                  <a:cubicBezTo>
                    <a:pt x="2329" y="500"/>
                    <a:pt x="1832" y="0"/>
                    <a:pt x="1219" y="0"/>
                  </a:cubicBezTo>
                  <a:cubicBezTo>
                    <a:pt x="1218" y="0"/>
                    <a:pt x="1217" y="0"/>
                    <a:pt x="1216" y="0"/>
                  </a:cubicBezTo>
                  <a:lnTo>
                    <a:pt x="287" y="0"/>
                  </a:lnTo>
                  <a:cubicBezTo>
                    <a:pt x="286" y="0"/>
                    <a:pt x="285" y="0"/>
                    <a:pt x="2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204;p37">
              <a:extLst>
                <a:ext uri="{FF2B5EF4-FFF2-40B4-BE49-F238E27FC236}">
                  <a16:creationId xmlns:a16="http://schemas.microsoft.com/office/drawing/2014/main" id="{988FF35A-4CED-1428-5A04-7C82AF508BE6}"/>
                </a:ext>
              </a:extLst>
            </p:cNvPr>
            <p:cNvSpPr/>
            <p:nvPr/>
          </p:nvSpPr>
          <p:spPr>
            <a:xfrm>
              <a:off x="5593750" y="2638813"/>
              <a:ext cx="158275" cy="227275"/>
            </a:xfrm>
            <a:custGeom>
              <a:avLst/>
              <a:gdLst/>
              <a:ahLst/>
              <a:cxnLst/>
              <a:rect l="l" t="t" r="r" b="b"/>
              <a:pathLst>
                <a:path w="6331" h="9091" extrusionOk="0">
                  <a:moveTo>
                    <a:pt x="3044" y="1441"/>
                  </a:moveTo>
                  <a:cubicBezTo>
                    <a:pt x="3785" y="1441"/>
                    <a:pt x="4382" y="2039"/>
                    <a:pt x="4382" y="2792"/>
                  </a:cubicBezTo>
                  <a:cubicBezTo>
                    <a:pt x="4382" y="3519"/>
                    <a:pt x="3785" y="4117"/>
                    <a:pt x="3044" y="4117"/>
                  </a:cubicBezTo>
                  <a:lnTo>
                    <a:pt x="1447" y="4117"/>
                  </a:lnTo>
                  <a:lnTo>
                    <a:pt x="1447" y="1441"/>
                  </a:lnTo>
                  <a:close/>
                  <a:moveTo>
                    <a:pt x="708" y="0"/>
                  </a:moveTo>
                  <a:cubicBezTo>
                    <a:pt x="316" y="0"/>
                    <a:pt x="0" y="321"/>
                    <a:pt x="5" y="714"/>
                  </a:cubicBezTo>
                  <a:lnTo>
                    <a:pt x="5" y="8377"/>
                  </a:lnTo>
                  <a:cubicBezTo>
                    <a:pt x="5" y="8771"/>
                    <a:pt x="325" y="9091"/>
                    <a:pt x="718" y="9091"/>
                  </a:cubicBezTo>
                  <a:cubicBezTo>
                    <a:pt x="1121" y="9091"/>
                    <a:pt x="1446" y="8766"/>
                    <a:pt x="1446" y="8377"/>
                  </a:cubicBezTo>
                  <a:lnTo>
                    <a:pt x="1446" y="5558"/>
                  </a:lnTo>
                  <a:lnTo>
                    <a:pt x="2978" y="5558"/>
                  </a:lnTo>
                  <a:cubicBezTo>
                    <a:pt x="3095" y="5584"/>
                    <a:pt x="3434" y="5689"/>
                    <a:pt x="3705" y="5871"/>
                  </a:cubicBezTo>
                  <a:cubicBezTo>
                    <a:pt x="3862" y="5975"/>
                    <a:pt x="4018" y="6104"/>
                    <a:pt x="4096" y="6247"/>
                  </a:cubicBezTo>
                  <a:cubicBezTo>
                    <a:pt x="4186" y="6389"/>
                    <a:pt x="4239" y="6559"/>
                    <a:pt x="4251" y="6806"/>
                  </a:cubicBezTo>
                  <a:cubicBezTo>
                    <a:pt x="4251" y="7519"/>
                    <a:pt x="4343" y="7988"/>
                    <a:pt x="4524" y="8364"/>
                  </a:cubicBezTo>
                  <a:cubicBezTo>
                    <a:pt x="4628" y="8545"/>
                    <a:pt x="4771" y="8715"/>
                    <a:pt x="4941" y="8819"/>
                  </a:cubicBezTo>
                  <a:cubicBezTo>
                    <a:pt x="5090" y="8912"/>
                    <a:pt x="5263" y="8962"/>
                    <a:pt x="5439" y="8962"/>
                  </a:cubicBezTo>
                  <a:cubicBezTo>
                    <a:pt x="5442" y="8962"/>
                    <a:pt x="5444" y="8962"/>
                    <a:pt x="5447" y="8962"/>
                  </a:cubicBezTo>
                  <a:lnTo>
                    <a:pt x="5460" y="8962"/>
                  </a:lnTo>
                  <a:cubicBezTo>
                    <a:pt x="5557" y="8960"/>
                    <a:pt x="5653" y="8948"/>
                    <a:pt x="5746" y="8923"/>
                  </a:cubicBezTo>
                  <a:cubicBezTo>
                    <a:pt x="6123" y="8793"/>
                    <a:pt x="6330" y="8391"/>
                    <a:pt x="6201" y="8014"/>
                  </a:cubicBezTo>
                  <a:cubicBezTo>
                    <a:pt x="6128" y="7802"/>
                    <a:pt x="5959" y="7638"/>
                    <a:pt x="5746" y="7572"/>
                  </a:cubicBezTo>
                  <a:cubicBezTo>
                    <a:pt x="5719" y="7443"/>
                    <a:pt x="5680" y="7196"/>
                    <a:pt x="5693" y="6806"/>
                  </a:cubicBezTo>
                  <a:cubicBezTo>
                    <a:pt x="5696" y="6305"/>
                    <a:pt x="5548" y="5817"/>
                    <a:pt x="5265" y="5404"/>
                  </a:cubicBezTo>
                  <a:cubicBezTo>
                    <a:pt x="5140" y="5219"/>
                    <a:pt x="4987" y="5057"/>
                    <a:pt x="4810" y="4923"/>
                  </a:cubicBezTo>
                  <a:cubicBezTo>
                    <a:pt x="5433" y="4403"/>
                    <a:pt x="5823" y="3650"/>
                    <a:pt x="5823" y="2792"/>
                  </a:cubicBezTo>
                  <a:cubicBezTo>
                    <a:pt x="5823" y="1248"/>
                    <a:pt x="4589" y="0"/>
                    <a:pt x="3043" y="0"/>
                  </a:cubicBezTo>
                  <a:lnTo>
                    <a:pt x="718" y="0"/>
                  </a:lnTo>
                  <a:cubicBezTo>
                    <a:pt x="715" y="0"/>
                    <a:pt x="711"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205;p37">
              <a:extLst>
                <a:ext uri="{FF2B5EF4-FFF2-40B4-BE49-F238E27FC236}">
                  <a16:creationId xmlns:a16="http://schemas.microsoft.com/office/drawing/2014/main" id="{5BF43E6F-5C90-7B6C-DB4A-BD608E9F8601}"/>
                </a:ext>
              </a:extLst>
            </p:cNvPr>
            <p:cNvSpPr/>
            <p:nvPr/>
          </p:nvSpPr>
          <p:spPr>
            <a:xfrm>
              <a:off x="5801175" y="2638813"/>
              <a:ext cx="142000" cy="227275"/>
            </a:xfrm>
            <a:custGeom>
              <a:avLst/>
              <a:gdLst/>
              <a:ahLst/>
              <a:cxnLst/>
              <a:rect l="l" t="t" r="r" b="b"/>
              <a:pathLst>
                <a:path w="5680" h="9091" extrusionOk="0">
                  <a:moveTo>
                    <a:pt x="708" y="0"/>
                  </a:moveTo>
                  <a:cubicBezTo>
                    <a:pt x="316" y="0"/>
                    <a:pt x="0" y="321"/>
                    <a:pt x="5" y="714"/>
                  </a:cubicBezTo>
                  <a:lnTo>
                    <a:pt x="5" y="8377"/>
                  </a:lnTo>
                  <a:cubicBezTo>
                    <a:pt x="5" y="8771"/>
                    <a:pt x="323" y="9091"/>
                    <a:pt x="717" y="9091"/>
                  </a:cubicBezTo>
                  <a:cubicBezTo>
                    <a:pt x="718" y="9091"/>
                    <a:pt x="719" y="9091"/>
                    <a:pt x="720" y="9091"/>
                  </a:cubicBezTo>
                  <a:lnTo>
                    <a:pt x="732" y="9077"/>
                  </a:lnTo>
                  <a:cubicBezTo>
                    <a:pt x="732" y="9077"/>
                    <a:pt x="732" y="9091"/>
                    <a:pt x="759" y="9091"/>
                  </a:cubicBezTo>
                  <a:lnTo>
                    <a:pt x="4966" y="9091"/>
                  </a:lnTo>
                  <a:cubicBezTo>
                    <a:pt x="5342" y="9091"/>
                    <a:pt x="5680" y="8766"/>
                    <a:pt x="5680" y="8377"/>
                  </a:cubicBezTo>
                  <a:cubicBezTo>
                    <a:pt x="5680" y="7974"/>
                    <a:pt x="5343" y="7650"/>
                    <a:pt x="4966" y="7650"/>
                  </a:cubicBezTo>
                  <a:lnTo>
                    <a:pt x="1447" y="7650"/>
                  </a:lnTo>
                  <a:lnTo>
                    <a:pt x="1447" y="5259"/>
                  </a:lnTo>
                  <a:lnTo>
                    <a:pt x="4473" y="5259"/>
                  </a:lnTo>
                  <a:cubicBezTo>
                    <a:pt x="4862" y="5259"/>
                    <a:pt x="5187" y="4935"/>
                    <a:pt x="5187" y="4532"/>
                  </a:cubicBezTo>
                  <a:cubicBezTo>
                    <a:pt x="5187" y="4157"/>
                    <a:pt x="4862" y="3818"/>
                    <a:pt x="4473" y="3818"/>
                  </a:cubicBezTo>
                  <a:lnTo>
                    <a:pt x="1447" y="3818"/>
                  </a:lnTo>
                  <a:lnTo>
                    <a:pt x="1447" y="1441"/>
                  </a:lnTo>
                  <a:lnTo>
                    <a:pt x="4966" y="1441"/>
                  </a:lnTo>
                  <a:cubicBezTo>
                    <a:pt x="5342" y="1441"/>
                    <a:pt x="5680" y="1117"/>
                    <a:pt x="5680" y="714"/>
                  </a:cubicBezTo>
                  <a:cubicBezTo>
                    <a:pt x="5680" y="311"/>
                    <a:pt x="5343" y="0"/>
                    <a:pt x="4966" y="0"/>
                  </a:cubicBezTo>
                  <a:lnTo>
                    <a:pt x="718" y="0"/>
                  </a:lnTo>
                  <a:cubicBezTo>
                    <a:pt x="715" y="0"/>
                    <a:pt x="711" y="0"/>
                    <a:pt x="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206;p37">
              <a:extLst>
                <a:ext uri="{FF2B5EF4-FFF2-40B4-BE49-F238E27FC236}">
                  <a16:creationId xmlns:a16="http://schemas.microsoft.com/office/drawing/2014/main" id="{E0C3D616-CB06-A89F-F1C8-49519E89C4CD}"/>
                </a:ext>
              </a:extLst>
            </p:cNvPr>
            <p:cNvSpPr/>
            <p:nvPr/>
          </p:nvSpPr>
          <p:spPr>
            <a:xfrm>
              <a:off x="5993825" y="2641063"/>
              <a:ext cx="172400" cy="225025"/>
            </a:xfrm>
            <a:custGeom>
              <a:avLst/>
              <a:gdLst/>
              <a:ahLst/>
              <a:cxnLst/>
              <a:rect l="l" t="t" r="r" b="b"/>
              <a:pathLst>
                <a:path w="6896" h="9001" extrusionOk="0">
                  <a:moveTo>
                    <a:pt x="719" y="0"/>
                  </a:moveTo>
                  <a:cubicBezTo>
                    <a:pt x="574" y="0"/>
                    <a:pt x="427" y="43"/>
                    <a:pt x="298" y="130"/>
                  </a:cubicBezTo>
                  <a:cubicBezTo>
                    <a:pt x="109" y="270"/>
                    <a:pt x="1" y="493"/>
                    <a:pt x="11" y="728"/>
                  </a:cubicBezTo>
                  <a:lnTo>
                    <a:pt x="11" y="8287"/>
                  </a:lnTo>
                  <a:cubicBezTo>
                    <a:pt x="11" y="8682"/>
                    <a:pt x="331" y="9001"/>
                    <a:pt x="725" y="9001"/>
                  </a:cubicBezTo>
                  <a:cubicBezTo>
                    <a:pt x="1102" y="9001"/>
                    <a:pt x="1427" y="8676"/>
                    <a:pt x="1427" y="8287"/>
                  </a:cubicBezTo>
                  <a:lnTo>
                    <a:pt x="1428" y="2898"/>
                  </a:lnTo>
                  <a:lnTo>
                    <a:pt x="5584" y="8663"/>
                  </a:lnTo>
                  <a:cubicBezTo>
                    <a:pt x="5602" y="8693"/>
                    <a:pt x="5623" y="8718"/>
                    <a:pt x="5649" y="8741"/>
                  </a:cubicBezTo>
                  <a:cubicBezTo>
                    <a:pt x="5780" y="8897"/>
                    <a:pt x="5973" y="9001"/>
                    <a:pt x="6182" y="9001"/>
                  </a:cubicBezTo>
                  <a:cubicBezTo>
                    <a:pt x="6574" y="8996"/>
                    <a:pt x="6891" y="8679"/>
                    <a:pt x="6896" y="8287"/>
                  </a:cubicBezTo>
                  <a:lnTo>
                    <a:pt x="6896" y="741"/>
                  </a:lnTo>
                  <a:cubicBezTo>
                    <a:pt x="6896" y="364"/>
                    <a:pt x="6571" y="40"/>
                    <a:pt x="6182" y="40"/>
                  </a:cubicBezTo>
                  <a:cubicBezTo>
                    <a:pt x="5796" y="43"/>
                    <a:pt x="5484" y="355"/>
                    <a:pt x="5481" y="741"/>
                  </a:cubicBezTo>
                  <a:lnTo>
                    <a:pt x="5481" y="6092"/>
                  </a:lnTo>
                  <a:lnTo>
                    <a:pt x="1284" y="286"/>
                  </a:lnTo>
                  <a:cubicBezTo>
                    <a:pt x="1152" y="98"/>
                    <a:pt x="938" y="0"/>
                    <a:pt x="7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207;p37">
              <a:extLst>
                <a:ext uri="{FF2B5EF4-FFF2-40B4-BE49-F238E27FC236}">
                  <a16:creationId xmlns:a16="http://schemas.microsoft.com/office/drawing/2014/main" id="{9FDF4C4C-941D-99F1-AD01-F3759BDBFABA}"/>
                </a:ext>
              </a:extLst>
            </p:cNvPr>
            <p:cNvSpPr/>
            <p:nvPr/>
          </p:nvSpPr>
          <p:spPr>
            <a:xfrm>
              <a:off x="6223125" y="2638813"/>
              <a:ext cx="174550" cy="227275"/>
            </a:xfrm>
            <a:custGeom>
              <a:avLst/>
              <a:gdLst/>
              <a:ahLst/>
              <a:cxnLst/>
              <a:rect l="l" t="t" r="r" b="b"/>
              <a:pathLst>
                <a:path w="6982" h="9091" extrusionOk="0">
                  <a:moveTo>
                    <a:pt x="709" y="0"/>
                  </a:moveTo>
                  <a:cubicBezTo>
                    <a:pt x="317" y="0"/>
                    <a:pt x="0" y="321"/>
                    <a:pt x="6" y="714"/>
                  </a:cubicBezTo>
                  <a:cubicBezTo>
                    <a:pt x="6" y="1103"/>
                    <a:pt x="317" y="1441"/>
                    <a:pt x="720" y="1441"/>
                  </a:cubicBezTo>
                  <a:lnTo>
                    <a:pt x="2774" y="1441"/>
                  </a:lnTo>
                  <a:lnTo>
                    <a:pt x="2774" y="8377"/>
                  </a:lnTo>
                  <a:cubicBezTo>
                    <a:pt x="2773" y="8772"/>
                    <a:pt x="3093" y="9091"/>
                    <a:pt x="3488" y="9091"/>
                  </a:cubicBezTo>
                  <a:cubicBezTo>
                    <a:pt x="3491" y="9091"/>
                    <a:pt x="3495" y="9091"/>
                    <a:pt x="3499" y="9091"/>
                  </a:cubicBezTo>
                  <a:cubicBezTo>
                    <a:pt x="3890" y="9091"/>
                    <a:pt x="4206" y="8770"/>
                    <a:pt x="4201" y="8377"/>
                  </a:cubicBezTo>
                  <a:lnTo>
                    <a:pt x="4201" y="1441"/>
                  </a:lnTo>
                  <a:lnTo>
                    <a:pt x="6266" y="1441"/>
                  </a:lnTo>
                  <a:cubicBezTo>
                    <a:pt x="6657" y="1441"/>
                    <a:pt x="6981" y="1103"/>
                    <a:pt x="6980" y="714"/>
                  </a:cubicBezTo>
                  <a:cubicBezTo>
                    <a:pt x="6981" y="320"/>
                    <a:pt x="6663" y="0"/>
                    <a:pt x="6269" y="0"/>
                  </a:cubicBezTo>
                  <a:cubicBezTo>
                    <a:pt x="6268" y="0"/>
                    <a:pt x="6267" y="0"/>
                    <a:pt x="6266" y="0"/>
                  </a:cubicBezTo>
                  <a:lnTo>
                    <a:pt x="720" y="0"/>
                  </a:lnTo>
                  <a:cubicBezTo>
                    <a:pt x="716" y="0"/>
                    <a:pt x="713" y="0"/>
                    <a:pt x="7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2539;p37">
            <a:extLst>
              <a:ext uri="{FF2B5EF4-FFF2-40B4-BE49-F238E27FC236}">
                <a16:creationId xmlns:a16="http://schemas.microsoft.com/office/drawing/2014/main" id="{0749F51C-E577-2910-B99C-008666851964}"/>
              </a:ext>
            </a:extLst>
          </p:cNvPr>
          <p:cNvGrpSpPr/>
          <p:nvPr/>
        </p:nvGrpSpPr>
        <p:grpSpPr>
          <a:xfrm>
            <a:off x="365620" y="4101582"/>
            <a:ext cx="743062" cy="796298"/>
            <a:chOff x="637825" y="916825"/>
            <a:chExt cx="1663075" cy="1782225"/>
          </a:xfrm>
        </p:grpSpPr>
        <p:sp>
          <p:nvSpPr>
            <p:cNvPr id="45" name="Google Shape;2540;p37">
              <a:extLst>
                <a:ext uri="{FF2B5EF4-FFF2-40B4-BE49-F238E27FC236}">
                  <a16:creationId xmlns:a16="http://schemas.microsoft.com/office/drawing/2014/main" id="{FF9C2746-A5AF-E094-82CD-F566B02D2D4A}"/>
                </a:ext>
              </a:extLst>
            </p:cNvPr>
            <p:cNvSpPr/>
            <p:nvPr/>
          </p:nvSpPr>
          <p:spPr>
            <a:xfrm>
              <a:off x="939550" y="1483725"/>
              <a:ext cx="301250" cy="234775"/>
            </a:xfrm>
            <a:custGeom>
              <a:avLst/>
              <a:gdLst/>
              <a:ahLst/>
              <a:cxnLst/>
              <a:rect l="l" t="t" r="r" b="b"/>
              <a:pathLst>
                <a:path w="12050" h="9391" extrusionOk="0">
                  <a:moveTo>
                    <a:pt x="2152" y="1"/>
                  </a:moveTo>
                  <a:cubicBezTo>
                    <a:pt x="1963" y="1"/>
                    <a:pt x="1762" y="61"/>
                    <a:pt x="1549" y="200"/>
                  </a:cubicBezTo>
                  <a:cubicBezTo>
                    <a:pt x="1" y="1213"/>
                    <a:pt x="519" y="5129"/>
                    <a:pt x="863" y="6531"/>
                  </a:cubicBezTo>
                  <a:lnTo>
                    <a:pt x="627" y="3084"/>
                  </a:lnTo>
                  <a:lnTo>
                    <a:pt x="627" y="3084"/>
                  </a:lnTo>
                  <a:cubicBezTo>
                    <a:pt x="1177" y="5698"/>
                    <a:pt x="3350" y="9216"/>
                    <a:pt x="6307" y="9386"/>
                  </a:cubicBezTo>
                  <a:cubicBezTo>
                    <a:pt x="6356" y="9389"/>
                    <a:pt x="6408" y="9390"/>
                    <a:pt x="6460" y="9390"/>
                  </a:cubicBezTo>
                  <a:cubicBezTo>
                    <a:pt x="8317" y="9390"/>
                    <a:pt x="12050" y="7664"/>
                    <a:pt x="9669" y="6029"/>
                  </a:cubicBezTo>
                  <a:cubicBezTo>
                    <a:pt x="8520" y="5240"/>
                    <a:pt x="7318" y="4861"/>
                    <a:pt x="6241" y="3916"/>
                  </a:cubicBezTo>
                  <a:cubicBezTo>
                    <a:pt x="5342" y="3128"/>
                    <a:pt x="4604" y="2300"/>
                    <a:pt x="3871" y="1393"/>
                  </a:cubicBezTo>
                  <a:cubicBezTo>
                    <a:pt x="3373" y="774"/>
                    <a:pt x="2834" y="1"/>
                    <a:pt x="2152" y="1"/>
                  </a:cubicBezTo>
                  <a:close/>
                </a:path>
              </a:pathLst>
            </a:custGeom>
            <a:solidFill>
              <a:srgbClr val="F5B2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541;p37">
              <a:extLst>
                <a:ext uri="{FF2B5EF4-FFF2-40B4-BE49-F238E27FC236}">
                  <a16:creationId xmlns:a16="http://schemas.microsoft.com/office/drawing/2014/main" id="{38B51844-7EE4-5EAC-EDC7-717B35452AAC}"/>
                </a:ext>
              </a:extLst>
            </p:cNvPr>
            <p:cNvSpPr/>
            <p:nvPr/>
          </p:nvSpPr>
          <p:spPr>
            <a:xfrm>
              <a:off x="1633750" y="2234650"/>
              <a:ext cx="160325" cy="136275"/>
            </a:xfrm>
            <a:custGeom>
              <a:avLst/>
              <a:gdLst/>
              <a:ahLst/>
              <a:cxnLst/>
              <a:rect l="l" t="t" r="r" b="b"/>
              <a:pathLst>
                <a:path w="6413" h="5451" extrusionOk="0">
                  <a:moveTo>
                    <a:pt x="1555" y="0"/>
                  </a:moveTo>
                  <a:cubicBezTo>
                    <a:pt x="1416" y="0"/>
                    <a:pt x="1277" y="73"/>
                    <a:pt x="1153" y="257"/>
                  </a:cubicBezTo>
                  <a:cubicBezTo>
                    <a:pt x="975" y="522"/>
                    <a:pt x="862" y="823"/>
                    <a:pt x="799" y="1137"/>
                  </a:cubicBezTo>
                  <a:cubicBezTo>
                    <a:pt x="790" y="1134"/>
                    <a:pt x="781" y="1133"/>
                    <a:pt x="772" y="1133"/>
                  </a:cubicBezTo>
                  <a:cubicBezTo>
                    <a:pt x="728" y="1133"/>
                    <a:pt x="689" y="1167"/>
                    <a:pt x="686" y="1215"/>
                  </a:cubicBezTo>
                  <a:cubicBezTo>
                    <a:pt x="595" y="2127"/>
                    <a:pt x="1" y="3446"/>
                    <a:pt x="508" y="4328"/>
                  </a:cubicBezTo>
                  <a:cubicBezTo>
                    <a:pt x="1036" y="5246"/>
                    <a:pt x="2140" y="5308"/>
                    <a:pt x="3088" y="5376"/>
                  </a:cubicBezTo>
                  <a:cubicBezTo>
                    <a:pt x="3568" y="5411"/>
                    <a:pt x="4049" y="5450"/>
                    <a:pt x="4529" y="5450"/>
                  </a:cubicBezTo>
                  <a:cubicBezTo>
                    <a:pt x="4825" y="5450"/>
                    <a:pt x="5120" y="5435"/>
                    <a:pt x="5415" y="5395"/>
                  </a:cubicBezTo>
                  <a:cubicBezTo>
                    <a:pt x="5905" y="5325"/>
                    <a:pt x="6413" y="4890"/>
                    <a:pt x="5959" y="4406"/>
                  </a:cubicBezTo>
                  <a:cubicBezTo>
                    <a:pt x="5455" y="3865"/>
                    <a:pt x="4606" y="3703"/>
                    <a:pt x="3926" y="3503"/>
                  </a:cubicBezTo>
                  <a:cubicBezTo>
                    <a:pt x="3381" y="3342"/>
                    <a:pt x="2916" y="3044"/>
                    <a:pt x="2738" y="2483"/>
                  </a:cubicBezTo>
                  <a:cubicBezTo>
                    <a:pt x="2556" y="1901"/>
                    <a:pt x="2627" y="1230"/>
                    <a:pt x="2347" y="676"/>
                  </a:cubicBezTo>
                  <a:cubicBezTo>
                    <a:pt x="2196" y="380"/>
                    <a:pt x="1874" y="0"/>
                    <a:pt x="1555" y="0"/>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542;p37">
              <a:extLst>
                <a:ext uri="{FF2B5EF4-FFF2-40B4-BE49-F238E27FC236}">
                  <a16:creationId xmlns:a16="http://schemas.microsoft.com/office/drawing/2014/main" id="{334BBF85-4658-E218-AB0C-90E20C54738A}"/>
                </a:ext>
              </a:extLst>
            </p:cNvPr>
            <p:cNvSpPr/>
            <p:nvPr/>
          </p:nvSpPr>
          <p:spPr>
            <a:xfrm>
              <a:off x="1333425" y="1738225"/>
              <a:ext cx="418400" cy="559575"/>
            </a:xfrm>
            <a:custGeom>
              <a:avLst/>
              <a:gdLst/>
              <a:ahLst/>
              <a:cxnLst/>
              <a:rect l="l" t="t" r="r" b="b"/>
              <a:pathLst>
                <a:path w="16736" h="22383" extrusionOk="0">
                  <a:moveTo>
                    <a:pt x="3858" y="1"/>
                  </a:moveTo>
                  <a:cubicBezTo>
                    <a:pt x="3153" y="1"/>
                    <a:pt x="2457" y="52"/>
                    <a:pt x="1888" y="247"/>
                  </a:cubicBezTo>
                  <a:cubicBezTo>
                    <a:pt x="282" y="609"/>
                    <a:pt x="1" y="2485"/>
                    <a:pt x="734" y="3893"/>
                  </a:cubicBezTo>
                  <a:cubicBezTo>
                    <a:pt x="1979" y="6288"/>
                    <a:pt x="4809" y="6805"/>
                    <a:pt x="7293" y="6805"/>
                  </a:cubicBezTo>
                  <a:cubicBezTo>
                    <a:pt x="7509" y="6805"/>
                    <a:pt x="7722" y="6802"/>
                    <a:pt x="7931" y="6795"/>
                  </a:cubicBezTo>
                  <a:cubicBezTo>
                    <a:pt x="8571" y="6773"/>
                    <a:pt x="9179" y="6649"/>
                    <a:pt x="9806" y="6530"/>
                  </a:cubicBezTo>
                  <a:cubicBezTo>
                    <a:pt x="9975" y="6497"/>
                    <a:pt x="10131" y="6482"/>
                    <a:pt x="10273" y="6482"/>
                  </a:cubicBezTo>
                  <a:cubicBezTo>
                    <a:pt x="11826" y="6482"/>
                    <a:pt x="11818" y="8326"/>
                    <a:pt x="11955" y="9574"/>
                  </a:cubicBezTo>
                  <a:cubicBezTo>
                    <a:pt x="12199" y="11780"/>
                    <a:pt x="12393" y="13986"/>
                    <a:pt x="12414" y="16206"/>
                  </a:cubicBezTo>
                  <a:cubicBezTo>
                    <a:pt x="12422" y="17106"/>
                    <a:pt x="11588" y="22382"/>
                    <a:pt x="13444" y="22382"/>
                  </a:cubicBezTo>
                  <a:cubicBezTo>
                    <a:pt x="13503" y="22382"/>
                    <a:pt x="13564" y="22377"/>
                    <a:pt x="13628" y="22366"/>
                  </a:cubicBezTo>
                  <a:cubicBezTo>
                    <a:pt x="14705" y="22185"/>
                    <a:pt x="15133" y="21668"/>
                    <a:pt x="15289" y="20597"/>
                  </a:cubicBezTo>
                  <a:cubicBezTo>
                    <a:pt x="15552" y="18792"/>
                    <a:pt x="15906" y="16981"/>
                    <a:pt x="16039" y="15158"/>
                  </a:cubicBezTo>
                  <a:cubicBezTo>
                    <a:pt x="16287" y="11810"/>
                    <a:pt x="16735" y="8281"/>
                    <a:pt x="16598" y="4920"/>
                  </a:cubicBezTo>
                  <a:cubicBezTo>
                    <a:pt x="16475" y="1945"/>
                    <a:pt x="14609" y="1360"/>
                    <a:pt x="11960" y="801"/>
                  </a:cubicBezTo>
                  <a:cubicBezTo>
                    <a:pt x="10157" y="420"/>
                    <a:pt x="8371" y="62"/>
                    <a:pt x="6527" y="62"/>
                  </a:cubicBezTo>
                  <a:cubicBezTo>
                    <a:pt x="6438" y="62"/>
                    <a:pt x="6349" y="63"/>
                    <a:pt x="6260" y="64"/>
                  </a:cubicBezTo>
                  <a:cubicBezTo>
                    <a:pt x="6208" y="65"/>
                    <a:pt x="6155" y="66"/>
                    <a:pt x="6101" y="66"/>
                  </a:cubicBezTo>
                  <a:cubicBezTo>
                    <a:pt x="5455" y="66"/>
                    <a:pt x="4651" y="1"/>
                    <a:pt x="3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543;p37">
              <a:extLst>
                <a:ext uri="{FF2B5EF4-FFF2-40B4-BE49-F238E27FC236}">
                  <a16:creationId xmlns:a16="http://schemas.microsoft.com/office/drawing/2014/main" id="{F52BFCBC-2E86-0004-BE00-AEE7FA0C554B}"/>
                </a:ext>
              </a:extLst>
            </p:cNvPr>
            <p:cNvSpPr/>
            <p:nvPr/>
          </p:nvSpPr>
          <p:spPr>
            <a:xfrm>
              <a:off x="637825" y="1559350"/>
              <a:ext cx="1663075" cy="1139700"/>
            </a:xfrm>
            <a:custGeom>
              <a:avLst/>
              <a:gdLst/>
              <a:ahLst/>
              <a:cxnLst/>
              <a:rect l="l" t="t" r="r" b="b"/>
              <a:pathLst>
                <a:path w="66523" h="45588" extrusionOk="0">
                  <a:moveTo>
                    <a:pt x="58165" y="3257"/>
                  </a:moveTo>
                  <a:lnTo>
                    <a:pt x="58165" y="3257"/>
                  </a:lnTo>
                  <a:cubicBezTo>
                    <a:pt x="57740" y="3472"/>
                    <a:pt x="57330" y="3788"/>
                    <a:pt x="56942" y="4140"/>
                  </a:cubicBezTo>
                  <a:cubicBezTo>
                    <a:pt x="56670" y="3896"/>
                    <a:pt x="56322" y="3601"/>
                    <a:pt x="55989" y="3389"/>
                  </a:cubicBezTo>
                  <a:cubicBezTo>
                    <a:pt x="56715" y="3349"/>
                    <a:pt x="57440" y="3304"/>
                    <a:pt x="58165" y="3257"/>
                  </a:cubicBezTo>
                  <a:close/>
                  <a:moveTo>
                    <a:pt x="54942" y="3458"/>
                  </a:moveTo>
                  <a:cubicBezTo>
                    <a:pt x="54500" y="3783"/>
                    <a:pt x="54086" y="4145"/>
                    <a:pt x="53704" y="4541"/>
                  </a:cubicBezTo>
                  <a:cubicBezTo>
                    <a:pt x="53394" y="4264"/>
                    <a:pt x="53117" y="3973"/>
                    <a:pt x="52799" y="3729"/>
                  </a:cubicBezTo>
                  <a:cubicBezTo>
                    <a:pt x="52833" y="3706"/>
                    <a:pt x="52867" y="3683"/>
                    <a:pt x="52901" y="3660"/>
                  </a:cubicBezTo>
                  <a:lnTo>
                    <a:pt x="52901" y="3658"/>
                  </a:lnTo>
                  <a:cubicBezTo>
                    <a:pt x="53577" y="3574"/>
                    <a:pt x="54257" y="3508"/>
                    <a:pt x="54942" y="3458"/>
                  </a:cubicBezTo>
                  <a:close/>
                  <a:moveTo>
                    <a:pt x="52154" y="3751"/>
                  </a:moveTo>
                  <a:lnTo>
                    <a:pt x="52154" y="3751"/>
                  </a:lnTo>
                  <a:cubicBezTo>
                    <a:pt x="51888" y="3950"/>
                    <a:pt x="51642" y="4181"/>
                    <a:pt x="51399" y="4419"/>
                  </a:cubicBezTo>
                  <a:cubicBezTo>
                    <a:pt x="51172" y="4643"/>
                    <a:pt x="50928" y="4890"/>
                    <a:pt x="50694" y="5155"/>
                  </a:cubicBezTo>
                  <a:cubicBezTo>
                    <a:pt x="50244" y="4850"/>
                    <a:pt x="49796" y="4538"/>
                    <a:pt x="49352" y="4219"/>
                  </a:cubicBezTo>
                  <a:cubicBezTo>
                    <a:pt x="50286" y="4046"/>
                    <a:pt x="51217" y="3884"/>
                    <a:pt x="52154" y="3751"/>
                  </a:cubicBezTo>
                  <a:close/>
                  <a:moveTo>
                    <a:pt x="55385" y="3491"/>
                  </a:moveTo>
                  <a:cubicBezTo>
                    <a:pt x="55657" y="3630"/>
                    <a:pt x="56150" y="4035"/>
                    <a:pt x="56619" y="4445"/>
                  </a:cubicBezTo>
                  <a:cubicBezTo>
                    <a:pt x="56153" y="4907"/>
                    <a:pt x="55728" y="5405"/>
                    <a:pt x="55363" y="5828"/>
                  </a:cubicBezTo>
                  <a:cubicBezTo>
                    <a:pt x="54887" y="5469"/>
                    <a:pt x="54412" y="5112"/>
                    <a:pt x="53943" y="4742"/>
                  </a:cubicBezTo>
                  <a:lnTo>
                    <a:pt x="53903" y="4708"/>
                  </a:lnTo>
                  <a:cubicBezTo>
                    <a:pt x="53973" y="4631"/>
                    <a:pt x="54039" y="4553"/>
                    <a:pt x="54112" y="4478"/>
                  </a:cubicBezTo>
                  <a:cubicBezTo>
                    <a:pt x="54492" y="4089"/>
                    <a:pt x="54981" y="3844"/>
                    <a:pt x="55385" y="3492"/>
                  </a:cubicBezTo>
                  <a:lnTo>
                    <a:pt x="55385" y="3491"/>
                  </a:lnTo>
                  <a:close/>
                  <a:moveTo>
                    <a:pt x="59939" y="3124"/>
                  </a:moveTo>
                  <a:cubicBezTo>
                    <a:pt x="60076" y="3124"/>
                    <a:pt x="60191" y="3131"/>
                    <a:pt x="60267" y="3149"/>
                  </a:cubicBezTo>
                  <a:cubicBezTo>
                    <a:pt x="60210" y="3545"/>
                    <a:pt x="60180" y="3955"/>
                    <a:pt x="60163" y="4372"/>
                  </a:cubicBezTo>
                  <a:cubicBezTo>
                    <a:pt x="59769" y="4909"/>
                    <a:pt x="59354" y="5427"/>
                    <a:pt x="58929" y="5934"/>
                  </a:cubicBezTo>
                  <a:cubicBezTo>
                    <a:pt x="58423" y="5467"/>
                    <a:pt x="57913" y="5008"/>
                    <a:pt x="57393" y="4555"/>
                  </a:cubicBezTo>
                  <a:cubicBezTo>
                    <a:pt x="57366" y="4530"/>
                    <a:pt x="57324" y="4492"/>
                    <a:pt x="57277" y="4450"/>
                  </a:cubicBezTo>
                  <a:cubicBezTo>
                    <a:pt x="57877" y="3933"/>
                    <a:pt x="58525" y="3505"/>
                    <a:pt x="59245" y="3265"/>
                  </a:cubicBezTo>
                  <a:cubicBezTo>
                    <a:pt x="59296" y="3248"/>
                    <a:pt x="59334" y="3206"/>
                    <a:pt x="59348" y="3154"/>
                  </a:cubicBezTo>
                  <a:lnTo>
                    <a:pt x="59348" y="3152"/>
                  </a:lnTo>
                  <a:cubicBezTo>
                    <a:pt x="59554" y="3136"/>
                    <a:pt x="59764" y="3124"/>
                    <a:pt x="59939" y="3124"/>
                  </a:cubicBezTo>
                  <a:close/>
                  <a:moveTo>
                    <a:pt x="52463" y="3966"/>
                  </a:moveTo>
                  <a:cubicBezTo>
                    <a:pt x="52802" y="4232"/>
                    <a:pt x="53136" y="4507"/>
                    <a:pt x="53465" y="4793"/>
                  </a:cubicBezTo>
                  <a:cubicBezTo>
                    <a:pt x="53048" y="5249"/>
                    <a:pt x="52666" y="5735"/>
                    <a:pt x="52302" y="6242"/>
                  </a:cubicBezTo>
                  <a:cubicBezTo>
                    <a:pt x="51854" y="5941"/>
                    <a:pt x="51407" y="5639"/>
                    <a:pt x="50962" y="5337"/>
                  </a:cubicBezTo>
                  <a:cubicBezTo>
                    <a:pt x="51073" y="5201"/>
                    <a:pt x="51186" y="5068"/>
                    <a:pt x="51305" y="4943"/>
                  </a:cubicBezTo>
                  <a:cubicBezTo>
                    <a:pt x="51659" y="4569"/>
                    <a:pt x="52053" y="4260"/>
                    <a:pt x="52463" y="3966"/>
                  </a:cubicBezTo>
                  <a:close/>
                  <a:moveTo>
                    <a:pt x="48999" y="4324"/>
                  </a:moveTo>
                  <a:cubicBezTo>
                    <a:pt x="49474" y="4716"/>
                    <a:pt x="49958" y="5090"/>
                    <a:pt x="50445" y="5452"/>
                  </a:cubicBezTo>
                  <a:cubicBezTo>
                    <a:pt x="50190" y="5769"/>
                    <a:pt x="49961" y="6103"/>
                    <a:pt x="49806" y="6442"/>
                  </a:cubicBezTo>
                  <a:cubicBezTo>
                    <a:pt x="49799" y="6423"/>
                    <a:pt x="49793" y="6404"/>
                    <a:pt x="49785" y="6386"/>
                  </a:cubicBezTo>
                  <a:cubicBezTo>
                    <a:pt x="49516" y="5699"/>
                    <a:pt x="49250" y="5014"/>
                    <a:pt x="48999" y="4324"/>
                  </a:cubicBezTo>
                  <a:close/>
                  <a:moveTo>
                    <a:pt x="60146" y="4960"/>
                  </a:moveTo>
                  <a:lnTo>
                    <a:pt x="60146" y="4960"/>
                  </a:lnTo>
                  <a:cubicBezTo>
                    <a:pt x="60135" y="5656"/>
                    <a:pt x="60137" y="6363"/>
                    <a:pt x="60104" y="7060"/>
                  </a:cubicBezTo>
                  <a:lnTo>
                    <a:pt x="60104" y="7059"/>
                  </a:lnTo>
                  <a:cubicBezTo>
                    <a:pt x="59812" y="6776"/>
                    <a:pt x="59518" y="6493"/>
                    <a:pt x="59221" y="6213"/>
                  </a:cubicBezTo>
                  <a:cubicBezTo>
                    <a:pt x="59543" y="5806"/>
                    <a:pt x="59855" y="5392"/>
                    <a:pt x="60146" y="4960"/>
                  </a:cubicBezTo>
                  <a:close/>
                  <a:moveTo>
                    <a:pt x="53666" y="4965"/>
                  </a:moveTo>
                  <a:cubicBezTo>
                    <a:pt x="54129" y="5371"/>
                    <a:pt x="54594" y="5775"/>
                    <a:pt x="55068" y="6164"/>
                  </a:cubicBezTo>
                  <a:lnTo>
                    <a:pt x="55068" y="6164"/>
                  </a:lnTo>
                  <a:cubicBezTo>
                    <a:pt x="55064" y="6170"/>
                    <a:pt x="55058" y="6176"/>
                    <a:pt x="55052" y="6183"/>
                  </a:cubicBezTo>
                  <a:cubicBezTo>
                    <a:pt x="54692" y="6588"/>
                    <a:pt x="54325" y="6989"/>
                    <a:pt x="53963" y="7391"/>
                  </a:cubicBezTo>
                  <a:cubicBezTo>
                    <a:pt x="53897" y="7343"/>
                    <a:pt x="53835" y="7291"/>
                    <a:pt x="53767" y="7244"/>
                  </a:cubicBezTo>
                  <a:cubicBezTo>
                    <a:pt x="53363" y="6961"/>
                    <a:pt x="52958" y="6681"/>
                    <a:pt x="52550" y="6408"/>
                  </a:cubicBezTo>
                  <a:cubicBezTo>
                    <a:pt x="52709" y="6171"/>
                    <a:pt x="52872" y="5937"/>
                    <a:pt x="53045" y="5715"/>
                  </a:cubicBezTo>
                  <a:cubicBezTo>
                    <a:pt x="53243" y="5458"/>
                    <a:pt x="53450" y="5209"/>
                    <a:pt x="53666" y="4965"/>
                  </a:cubicBezTo>
                  <a:close/>
                  <a:moveTo>
                    <a:pt x="56954" y="4742"/>
                  </a:moveTo>
                  <a:cubicBezTo>
                    <a:pt x="57338" y="5084"/>
                    <a:pt x="57656" y="5379"/>
                    <a:pt x="57744" y="5455"/>
                  </a:cubicBezTo>
                  <a:cubicBezTo>
                    <a:pt x="58052" y="5716"/>
                    <a:pt x="58355" y="5982"/>
                    <a:pt x="58660" y="6248"/>
                  </a:cubicBezTo>
                  <a:cubicBezTo>
                    <a:pt x="58300" y="6667"/>
                    <a:pt x="57933" y="7080"/>
                    <a:pt x="57560" y="7487"/>
                  </a:cubicBezTo>
                  <a:cubicBezTo>
                    <a:pt x="57134" y="7170"/>
                    <a:pt x="56701" y="6859"/>
                    <a:pt x="56285" y="6530"/>
                  </a:cubicBezTo>
                  <a:cubicBezTo>
                    <a:pt x="56087" y="6375"/>
                    <a:pt x="55886" y="6225"/>
                    <a:pt x="55685" y="6072"/>
                  </a:cubicBezTo>
                  <a:cubicBezTo>
                    <a:pt x="56084" y="5620"/>
                    <a:pt x="56506" y="5161"/>
                    <a:pt x="56954" y="4742"/>
                  </a:cubicBezTo>
                  <a:close/>
                  <a:moveTo>
                    <a:pt x="50711" y="5647"/>
                  </a:moveTo>
                  <a:cubicBezTo>
                    <a:pt x="51152" y="5971"/>
                    <a:pt x="51596" y="6292"/>
                    <a:pt x="52043" y="6607"/>
                  </a:cubicBezTo>
                  <a:cubicBezTo>
                    <a:pt x="51736" y="7048"/>
                    <a:pt x="51438" y="7501"/>
                    <a:pt x="51135" y="7960"/>
                  </a:cubicBezTo>
                  <a:cubicBezTo>
                    <a:pt x="50703" y="7536"/>
                    <a:pt x="50289" y="7096"/>
                    <a:pt x="49882" y="6646"/>
                  </a:cubicBezTo>
                  <a:cubicBezTo>
                    <a:pt x="49873" y="6616"/>
                    <a:pt x="49861" y="6585"/>
                    <a:pt x="49850" y="6556"/>
                  </a:cubicBezTo>
                  <a:cubicBezTo>
                    <a:pt x="49864" y="6556"/>
                    <a:pt x="49878" y="6550"/>
                    <a:pt x="49890" y="6541"/>
                  </a:cubicBezTo>
                  <a:cubicBezTo>
                    <a:pt x="50195" y="6284"/>
                    <a:pt x="50454" y="5967"/>
                    <a:pt x="50711" y="5647"/>
                  </a:cubicBezTo>
                  <a:close/>
                  <a:moveTo>
                    <a:pt x="58975" y="6519"/>
                  </a:moveTo>
                  <a:cubicBezTo>
                    <a:pt x="59314" y="6820"/>
                    <a:pt x="59645" y="7132"/>
                    <a:pt x="59971" y="7446"/>
                  </a:cubicBezTo>
                  <a:lnTo>
                    <a:pt x="59971" y="7446"/>
                  </a:lnTo>
                  <a:cubicBezTo>
                    <a:pt x="59652" y="7851"/>
                    <a:pt x="59320" y="8250"/>
                    <a:pt x="58974" y="8645"/>
                  </a:cubicBezTo>
                  <a:cubicBezTo>
                    <a:pt x="58635" y="8327"/>
                    <a:pt x="58280" y="8028"/>
                    <a:pt x="57908" y="7748"/>
                  </a:cubicBezTo>
                  <a:cubicBezTo>
                    <a:pt x="58275" y="7348"/>
                    <a:pt x="58631" y="6938"/>
                    <a:pt x="58975" y="6519"/>
                  </a:cubicBezTo>
                  <a:close/>
                  <a:moveTo>
                    <a:pt x="55363" y="6417"/>
                  </a:moveTo>
                  <a:cubicBezTo>
                    <a:pt x="55440" y="6476"/>
                    <a:pt x="55522" y="6541"/>
                    <a:pt x="55601" y="6599"/>
                  </a:cubicBezTo>
                  <a:cubicBezTo>
                    <a:pt x="56139" y="7004"/>
                    <a:pt x="56707" y="7400"/>
                    <a:pt x="57256" y="7813"/>
                  </a:cubicBezTo>
                  <a:cubicBezTo>
                    <a:pt x="56933" y="8161"/>
                    <a:pt x="56534" y="8506"/>
                    <a:pt x="56203" y="8848"/>
                  </a:cubicBezTo>
                  <a:cubicBezTo>
                    <a:pt x="56142" y="8911"/>
                    <a:pt x="55941" y="8973"/>
                    <a:pt x="55941" y="9037"/>
                  </a:cubicBezTo>
                  <a:cubicBezTo>
                    <a:pt x="55511" y="8557"/>
                    <a:pt x="54822" y="8084"/>
                    <a:pt x="54208" y="7628"/>
                  </a:cubicBezTo>
                  <a:lnTo>
                    <a:pt x="54208" y="7626"/>
                  </a:lnTo>
                  <a:cubicBezTo>
                    <a:pt x="54437" y="7385"/>
                    <a:pt x="54699" y="7144"/>
                    <a:pt x="54914" y="6904"/>
                  </a:cubicBezTo>
                  <a:cubicBezTo>
                    <a:pt x="55055" y="6746"/>
                    <a:pt x="55218" y="6582"/>
                    <a:pt x="55363" y="6417"/>
                  </a:cubicBezTo>
                  <a:close/>
                  <a:moveTo>
                    <a:pt x="52299" y="6786"/>
                  </a:moveTo>
                  <a:cubicBezTo>
                    <a:pt x="52749" y="7102"/>
                    <a:pt x="53199" y="7419"/>
                    <a:pt x="53652" y="7737"/>
                  </a:cubicBezTo>
                  <a:lnTo>
                    <a:pt x="53652" y="7737"/>
                  </a:lnTo>
                  <a:cubicBezTo>
                    <a:pt x="53237" y="8201"/>
                    <a:pt x="52830" y="8673"/>
                    <a:pt x="52442" y="9163"/>
                  </a:cubicBezTo>
                  <a:cubicBezTo>
                    <a:pt x="52066" y="8836"/>
                    <a:pt x="51698" y="8498"/>
                    <a:pt x="51339" y="8152"/>
                  </a:cubicBezTo>
                  <a:cubicBezTo>
                    <a:pt x="51690" y="7724"/>
                    <a:pt x="51995" y="7253"/>
                    <a:pt x="52299" y="6786"/>
                  </a:cubicBezTo>
                  <a:close/>
                  <a:moveTo>
                    <a:pt x="60067" y="7685"/>
                  </a:moveTo>
                  <a:lnTo>
                    <a:pt x="60067" y="7685"/>
                  </a:lnTo>
                  <a:cubicBezTo>
                    <a:pt x="60012" y="8296"/>
                    <a:pt x="59910" y="8891"/>
                    <a:pt x="59721" y="9453"/>
                  </a:cubicBezTo>
                  <a:lnTo>
                    <a:pt x="59721" y="9451"/>
                  </a:lnTo>
                  <a:cubicBezTo>
                    <a:pt x="59715" y="9451"/>
                    <a:pt x="59707" y="9445"/>
                    <a:pt x="59701" y="9445"/>
                  </a:cubicBezTo>
                  <a:cubicBezTo>
                    <a:pt x="59538" y="9234"/>
                    <a:pt x="59364" y="9033"/>
                    <a:pt x="59178" y="8845"/>
                  </a:cubicBezTo>
                  <a:cubicBezTo>
                    <a:pt x="59486" y="8466"/>
                    <a:pt x="59784" y="8081"/>
                    <a:pt x="60067" y="7685"/>
                  </a:cubicBezTo>
                  <a:close/>
                  <a:moveTo>
                    <a:pt x="50192" y="7484"/>
                  </a:moveTo>
                  <a:cubicBezTo>
                    <a:pt x="50436" y="7745"/>
                    <a:pt x="50683" y="8005"/>
                    <a:pt x="50935" y="8257"/>
                  </a:cubicBezTo>
                  <a:cubicBezTo>
                    <a:pt x="50849" y="8387"/>
                    <a:pt x="50764" y="8517"/>
                    <a:pt x="50677" y="8648"/>
                  </a:cubicBezTo>
                  <a:cubicBezTo>
                    <a:pt x="50639" y="8705"/>
                    <a:pt x="50690" y="8761"/>
                    <a:pt x="50745" y="8761"/>
                  </a:cubicBezTo>
                  <a:cubicBezTo>
                    <a:pt x="50764" y="8761"/>
                    <a:pt x="50782" y="8755"/>
                    <a:pt x="50798" y="8741"/>
                  </a:cubicBezTo>
                  <a:cubicBezTo>
                    <a:pt x="50906" y="8641"/>
                    <a:pt x="51010" y="8534"/>
                    <a:pt x="51109" y="8424"/>
                  </a:cubicBezTo>
                  <a:cubicBezTo>
                    <a:pt x="51467" y="8775"/>
                    <a:pt x="51835" y="9115"/>
                    <a:pt x="52211" y="9448"/>
                  </a:cubicBezTo>
                  <a:cubicBezTo>
                    <a:pt x="51965" y="9751"/>
                    <a:pt x="51709" y="10012"/>
                    <a:pt x="51474" y="10289"/>
                  </a:cubicBezTo>
                  <a:cubicBezTo>
                    <a:pt x="51310" y="10130"/>
                    <a:pt x="51149" y="9968"/>
                    <a:pt x="50989" y="9804"/>
                  </a:cubicBezTo>
                  <a:cubicBezTo>
                    <a:pt x="50737" y="9026"/>
                    <a:pt x="50471" y="8252"/>
                    <a:pt x="50192" y="7485"/>
                  </a:cubicBezTo>
                  <a:lnTo>
                    <a:pt x="50192" y="7484"/>
                  </a:lnTo>
                  <a:close/>
                  <a:moveTo>
                    <a:pt x="57608" y="8078"/>
                  </a:moveTo>
                  <a:cubicBezTo>
                    <a:pt x="57978" y="8365"/>
                    <a:pt x="58340" y="8662"/>
                    <a:pt x="58677" y="8981"/>
                  </a:cubicBezTo>
                  <a:cubicBezTo>
                    <a:pt x="58275" y="9428"/>
                    <a:pt x="57860" y="9867"/>
                    <a:pt x="57443" y="10289"/>
                  </a:cubicBezTo>
                  <a:cubicBezTo>
                    <a:pt x="57070" y="9958"/>
                    <a:pt x="56702" y="9593"/>
                    <a:pt x="56411" y="9323"/>
                  </a:cubicBezTo>
                  <a:cubicBezTo>
                    <a:pt x="56817" y="8913"/>
                    <a:pt x="57216" y="8498"/>
                    <a:pt x="57608" y="8079"/>
                  </a:cubicBezTo>
                  <a:lnTo>
                    <a:pt x="57608" y="8078"/>
                  </a:lnTo>
                  <a:close/>
                  <a:moveTo>
                    <a:pt x="53966" y="7956"/>
                  </a:moveTo>
                  <a:cubicBezTo>
                    <a:pt x="53968" y="7957"/>
                    <a:pt x="53970" y="7959"/>
                    <a:pt x="53973" y="7960"/>
                  </a:cubicBezTo>
                  <a:cubicBezTo>
                    <a:pt x="54586" y="8398"/>
                    <a:pt x="55174" y="8878"/>
                    <a:pt x="55756" y="9361"/>
                  </a:cubicBezTo>
                  <a:lnTo>
                    <a:pt x="55756" y="9361"/>
                  </a:lnTo>
                  <a:cubicBezTo>
                    <a:pt x="55290" y="9803"/>
                    <a:pt x="54792" y="10242"/>
                    <a:pt x="54319" y="10699"/>
                  </a:cubicBezTo>
                  <a:cubicBezTo>
                    <a:pt x="53820" y="10317"/>
                    <a:pt x="53331" y="9924"/>
                    <a:pt x="52850" y="9519"/>
                  </a:cubicBezTo>
                  <a:cubicBezTo>
                    <a:pt x="52786" y="9466"/>
                    <a:pt x="52728" y="9411"/>
                    <a:pt x="52664" y="9357"/>
                  </a:cubicBezTo>
                  <a:cubicBezTo>
                    <a:pt x="53085" y="8877"/>
                    <a:pt x="53529" y="8413"/>
                    <a:pt x="53966" y="7956"/>
                  </a:cubicBezTo>
                  <a:close/>
                  <a:moveTo>
                    <a:pt x="58893" y="9196"/>
                  </a:moveTo>
                  <a:cubicBezTo>
                    <a:pt x="59124" y="9423"/>
                    <a:pt x="59340" y="9661"/>
                    <a:pt x="59541" y="9913"/>
                  </a:cubicBezTo>
                  <a:cubicBezTo>
                    <a:pt x="59359" y="10329"/>
                    <a:pt x="59113" y="10718"/>
                    <a:pt x="58815" y="11061"/>
                  </a:cubicBezTo>
                  <a:lnTo>
                    <a:pt x="58815" y="11059"/>
                  </a:lnTo>
                  <a:cubicBezTo>
                    <a:pt x="58801" y="11076"/>
                    <a:pt x="58784" y="11090"/>
                    <a:pt x="58768" y="11106"/>
                  </a:cubicBezTo>
                  <a:cubicBezTo>
                    <a:pt x="58728" y="11090"/>
                    <a:pt x="58674" y="11073"/>
                    <a:pt x="58637" y="11059"/>
                  </a:cubicBezTo>
                  <a:cubicBezTo>
                    <a:pt x="58626" y="11055"/>
                    <a:pt x="58615" y="11053"/>
                    <a:pt x="58604" y="11053"/>
                  </a:cubicBezTo>
                  <a:cubicBezTo>
                    <a:pt x="58580" y="11053"/>
                    <a:pt x="58557" y="11062"/>
                    <a:pt x="58538" y="11078"/>
                  </a:cubicBezTo>
                  <a:cubicBezTo>
                    <a:pt x="58301" y="10979"/>
                    <a:pt x="58017" y="10773"/>
                    <a:pt x="57721" y="10529"/>
                  </a:cubicBezTo>
                  <a:cubicBezTo>
                    <a:pt x="58125" y="10094"/>
                    <a:pt x="58515" y="9650"/>
                    <a:pt x="58893" y="9196"/>
                  </a:cubicBezTo>
                  <a:close/>
                  <a:moveTo>
                    <a:pt x="56094" y="9641"/>
                  </a:moveTo>
                  <a:cubicBezTo>
                    <a:pt x="56441" y="9929"/>
                    <a:pt x="56789" y="10215"/>
                    <a:pt x="57141" y="10492"/>
                  </a:cubicBezTo>
                  <a:cubicBezTo>
                    <a:pt x="57158" y="10506"/>
                    <a:pt x="57178" y="10523"/>
                    <a:pt x="57195" y="10538"/>
                  </a:cubicBezTo>
                  <a:cubicBezTo>
                    <a:pt x="56778" y="10943"/>
                    <a:pt x="56285" y="11331"/>
                    <a:pt x="55859" y="11764"/>
                  </a:cubicBezTo>
                  <a:cubicBezTo>
                    <a:pt x="55680" y="11659"/>
                    <a:pt x="55504" y="11557"/>
                    <a:pt x="55357" y="11457"/>
                  </a:cubicBezTo>
                  <a:cubicBezTo>
                    <a:pt x="55143" y="11310"/>
                    <a:pt x="54931" y="11158"/>
                    <a:pt x="54723" y="11005"/>
                  </a:cubicBezTo>
                  <a:cubicBezTo>
                    <a:pt x="55179" y="10551"/>
                    <a:pt x="55640" y="10096"/>
                    <a:pt x="56094" y="9641"/>
                  </a:cubicBezTo>
                  <a:close/>
                  <a:moveTo>
                    <a:pt x="52425" y="9637"/>
                  </a:moveTo>
                  <a:cubicBezTo>
                    <a:pt x="52952" y="10096"/>
                    <a:pt x="53493" y="10540"/>
                    <a:pt x="54051" y="10965"/>
                  </a:cubicBezTo>
                  <a:cubicBezTo>
                    <a:pt x="53778" y="11236"/>
                    <a:pt x="53520" y="11522"/>
                    <a:pt x="53278" y="11822"/>
                  </a:cubicBezTo>
                  <a:cubicBezTo>
                    <a:pt x="53119" y="11696"/>
                    <a:pt x="52961" y="11574"/>
                    <a:pt x="52803" y="11457"/>
                  </a:cubicBezTo>
                  <a:cubicBezTo>
                    <a:pt x="52431" y="11177"/>
                    <a:pt x="52074" y="10861"/>
                    <a:pt x="51724" y="10532"/>
                  </a:cubicBezTo>
                  <a:cubicBezTo>
                    <a:pt x="51939" y="10226"/>
                    <a:pt x="52177" y="9927"/>
                    <a:pt x="52425" y="9637"/>
                  </a:cubicBezTo>
                  <a:close/>
                  <a:moveTo>
                    <a:pt x="57480" y="10787"/>
                  </a:moveTo>
                  <a:cubicBezTo>
                    <a:pt x="57744" y="11027"/>
                    <a:pt x="58055" y="11310"/>
                    <a:pt x="58358" y="11471"/>
                  </a:cubicBezTo>
                  <a:cubicBezTo>
                    <a:pt x="57837" y="11851"/>
                    <a:pt x="57192" y="12077"/>
                    <a:pt x="56554" y="12270"/>
                  </a:cubicBezTo>
                  <a:lnTo>
                    <a:pt x="56554" y="12269"/>
                  </a:lnTo>
                  <a:cubicBezTo>
                    <a:pt x="56462" y="12177"/>
                    <a:pt x="56363" y="12094"/>
                    <a:pt x="56258" y="12020"/>
                  </a:cubicBezTo>
                  <a:cubicBezTo>
                    <a:pt x="56676" y="11621"/>
                    <a:pt x="57081" y="11208"/>
                    <a:pt x="57480" y="10787"/>
                  </a:cubicBezTo>
                  <a:close/>
                  <a:moveTo>
                    <a:pt x="51484" y="10891"/>
                  </a:moveTo>
                  <a:cubicBezTo>
                    <a:pt x="51939" y="11387"/>
                    <a:pt x="52423" y="11865"/>
                    <a:pt x="52936" y="12284"/>
                  </a:cubicBezTo>
                  <a:cubicBezTo>
                    <a:pt x="52827" y="12446"/>
                    <a:pt x="52725" y="12613"/>
                    <a:pt x="52633" y="12785"/>
                  </a:cubicBezTo>
                  <a:cubicBezTo>
                    <a:pt x="52247" y="12635"/>
                    <a:pt x="51914" y="12372"/>
                    <a:pt x="51667" y="11952"/>
                  </a:cubicBezTo>
                  <a:lnTo>
                    <a:pt x="51667" y="11950"/>
                  </a:lnTo>
                  <a:cubicBezTo>
                    <a:pt x="51573" y="11647"/>
                    <a:pt x="51478" y="11344"/>
                    <a:pt x="51384" y="11041"/>
                  </a:cubicBezTo>
                  <a:cubicBezTo>
                    <a:pt x="51415" y="10990"/>
                    <a:pt x="51450" y="10940"/>
                    <a:pt x="51484" y="10891"/>
                  </a:cubicBezTo>
                  <a:close/>
                  <a:moveTo>
                    <a:pt x="54457" y="11270"/>
                  </a:moveTo>
                  <a:cubicBezTo>
                    <a:pt x="54828" y="11543"/>
                    <a:pt x="55204" y="11809"/>
                    <a:pt x="55584" y="12069"/>
                  </a:cubicBezTo>
                  <a:cubicBezTo>
                    <a:pt x="55420" y="12259"/>
                    <a:pt x="55278" y="12468"/>
                    <a:pt x="55160" y="12692"/>
                  </a:cubicBezTo>
                  <a:lnTo>
                    <a:pt x="55160" y="12691"/>
                  </a:lnTo>
                  <a:cubicBezTo>
                    <a:pt x="55009" y="12734"/>
                    <a:pt x="54857" y="12773"/>
                    <a:pt x="54707" y="12807"/>
                  </a:cubicBezTo>
                  <a:cubicBezTo>
                    <a:pt x="54331" y="12612"/>
                    <a:pt x="53977" y="12363"/>
                    <a:pt x="53637" y="12102"/>
                  </a:cubicBezTo>
                  <a:cubicBezTo>
                    <a:pt x="53908" y="11823"/>
                    <a:pt x="54181" y="11546"/>
                    <a:pt x="54457" y="11270"/>
                  </a:cubicBezTo>
                  <a:close/>
                  <a:moveTo>
                    <a:pt x="53237" y="12521"/>
                  </a:moveTo>
                  <a:cubicBezTo>
                    <a:pt x="53434" y="12669"/>
                    <a:pt x="53635" y="12811"/>
                    <a:pt x="53843" y="12937"/>
                  </a:cubicBezTo>
                  <a:cubicBezTo>
                    <a:pt x="53754" y="12942"/>
                    <a:pt x="53666" y="12945"/>
                    <a:pt x="53580" y="12945"/>
                  </a:cubicBezTo>
                  <a:cubicBezTo>
                    <a:pt x="53345" y="12945"/>
                    <a:pt x="53119" y="12923"/>
                    <a:pt x="52904" y="12870"/>
                  </a:cubicBezTo>
                  <a:lnTo>
                    <a:pt x="52904" y="12869"/>
                  </a:lnTo>
                  <a:cubicBezTo>
                    <a:pt x="53012" y="12751"/>
                    <a:pt x="53127" y="12637"/>
                    <a:pt x="53237" y="12521"/>
                  </a:cubicBezTo>
                  <a:close/>
                  <a:moveTo>
                    <a:pt x="9945" y="19161"/>
                  </a:moveTo>
                  <a:cubicBezTo>
                    <a:pt x="11137" y="19334"/>
                    <a:pt x="12329" y="19491"/>
                    <a:pt x="13522" y="19577"/>
                  </a:cubicBezTo>
                  <a:cubicBezTo>
                    <a:pt x="13792" y="19596"/>
                    <a:pt x="14071" y="19625"/>
                    <a:pt x="14355" y="19656"/>
                  </a:cubicBezTo>
                  <a:cubicBezTo>
                    <a:pt x="14136" y="19945"/>
                    <a:pt x="14012" y="20374"/>
                    <a:pt x="13939" y="20652"/>
                  </a:cubicBezTo>
                  <a:cubicBezTo>
                    <a:pt x="13789" y="21227"/>
                    <a:pt x="13744" y="21826"/>
                    <a:pt x="13811" y="22415"/>
                  </a:cubicBezTo>
                  <a:cubicBezTo>
                    <a:pt x="13763" y="22414"/>
                    <a:pt x="13715" y="22414"/>
                    <a:pt x="13668" y="22414"/>
                  </a:cubicBezTo>
                  <a:cubicBezTo>
                    <a:pt x="12952" y="22414"/>
                    <a:pt x="12237" y="22469"/>
                    <a:pt x="11530" y="22577"/>
                  </a:cubicBezTo>
                  <a:cubicBezTo>
                    <a:pt x="10835" y="21535"/>
                    <a:pt x="10685" y="20168"/>
                    <a:pt x="9945" y="19161"/>
                  </a:cubicBezTo>
                  <a:close/>
                  <a:moveTo>
                    <a:pt x="15187" y="19755"/>
                  </a:moveTo>
                  <a:cubicBezTo>
                    <a:pt x="16167" y="19876"/>
                    <a:pt x="17189" y="20002"/>
                    <a:pt x="18172" y="20002"/>
                  </a:cubicBezTo>
                  <a:cubicBezTo>
                    <a:pt x="18697" y="20002"/>
                    <a:pt x="19211" y="19966"/>
                    <a:pt x="19701" y="19874"/>
                  </a:cubicBezTo>
                  <a:cubicBezTo>
                    <a:pt x="19757" y="19927"/>
                    <a:pt x="19814" y="19973"/>
                    <a:pt x="19892" y="19995"/>
                  </a:cubicBezTo>
                  <a:cubicBezTo>
                    <a:pt x="19956" y="20012"/>
                    <a:pt x="20025" y="20019"/>
                    <a:pt x="20096" y="20019"/>
                  </a:cubicBezTo>
                  <a:cubicBezTo>
                    <a:pt x="20209" y="20019"/>
                    <a:pt x="20327" y="20001"/>
                    <a:pt x="20441" y="19978"/>
                  </a:cubicBezTo>
                  <a:lnTo>
                    <a:pt x="20441" y="19978"/>
                  </a:lnTo>
                  <a:cubicBezTo>
                    <a:pt x="20374" y="20080"/>
                    <a:pt x="20309" y="20183"/>
                    <a:pt x="20244" y="20287"/>
                  </a:cubicBezTo>
                  <a:cubicBezTo>
                    <a:pt x="20224" y="20318"/>
                    <a:pt x="20210" y="20354"/>
                    <a:pt x="20206" y="20391"/>
                  </a:cubicBezTo>
                  <a:cubicBezTo>
                    <a:pt x="19486" y="21346"/>
                    <a:pt x="18773" y="22305"/>
                    <a:pt x="18065" y="23269"/>
                  </a:cubicBezTo>
                  <a:cubicBezTo>
                    <a:pt x="16870" y="22737"/>
                    <a:pt x="15546" y="22481"/>
                    <a:pt x="14219" y="22427"/>
                  </a:cubicBezTo>
                  <a:cubicBezTo>
                    <a:pt x="14202" y="21963"/>
                    <a:pt x="14296" y="21513"/>
                    <a:pt x="14425" y="21070"/>
                  </a:cubicBezTo>
                  <a:cubicBezTo>
                    <a:pt x="14498" y="20802"/>
                    <a:pt x="14600" y="20545"/>
                    <a:pt x="14729" y="20301"/>
                  </a:cubicBezTo>
                  <a:lnTo>
                    <a:pt x="14731" y="20299"/>
                  </a:lnTo>
                  <a:cubicBezTo>
                    <a:pt x="14828" y="20120"/>
                    <a:pt x="14986" y="20002"/>
                    <a:pt x="15110" y="19848"/>
                  </a:cubicBezTo>
                  <a:cubicBezTo>
                    <a:pt x="15144" y="19825"/>
                    <a:pt x="15170" y="19792"/>
                    <a:pt x="15187" y="19755"/>
                  </a:cubicBezTo>
                  <a:close/>
                  <a:moveTo>
                    <a:pt x="13450" y="24129"/>
                  </a:moveTo>
                  <a:cubicBezTo>
                    <a:pt x="14659" y="24129"/>
                    <a:pt x="15857" y="24326"/>
                    <a:pt x="16995" y="24736"/>
                  </a:cubicBezTo>
                  <a:cubicBezTo>
                    <a:pt x="16955" y="24792"/>
                    <a:pt x="16913" y="24848"/>
                    <a:pt x="16874" y="24903"/>
                  </a:cubicBezTo>
                  <a:cubicBezTo>
                    <a:pt x="15654" y="26606"/>
                    <a:pt x="14601" y="28381"/>
                    <a:pt x="13622" y="30200"/>
                  </a:cubicBezTo>
                  <a:cubicBezTo>
                    <a:pt x="13613" y="29697"/>
                    <a:pt x="13594" y="29195"/>
                    <a:pt x="13559" y="28692"/>
                  </a:cubicBezTo>
                  <a:cubicBezTo>
                    <a:pt x="13502" y="27866"/>
                    <a:pt x="13494" y="27039"/>
                    <a:pt x="13494" y="26213"/>
                  </a:cubicBezTo>
                  <a:cubicBezTo>
                    <a:pt x="13492" y="25511"/>
                    <a:pt x="13359" y="24824"/>
                    <a:pt x="13274" y="24130"/>
                  </a:cubicBezTo>
                  <a:cubicBezTo>
                    <a:pt x="13333" y="24129"/>
                    <a:pt x="13392" y="24129"/>
                    <a:pt x="13450" y="24129"/>
                  </a:cubicBezTo>
                  <a:close/>
                  <a:moveTo>
                    <a:pt x="26204" y="29915"/>
                  </a:moveTo>
                  <a:cubicBezTo>
                    <a:pt x="26212" y="30362"/>
                    <a:pt x="26226" y="30811"/>
                    <a:pt x="26258" y="31255"/>
                  </a:cubicBezTo>
                  <a:cubicBezTo>
                    <a:pt x="25411" y="31287"/>
                    <a:pt x="24567" y="31346"/>
                    <a:pt x="23739" y="31420"/>
                  </a:cubicBezTo>
                  <a:cubicBezTo>
                    <a:pt x="23733" y="31237"/>
                    <a:pt x="23727" y="31055"/>
                    <a:pt x="23710" y="30877"/>
                  </a:cubicBezTo>
                  <a:cubicBezTo>
                    <a:pt x="23704" y="30828"/>
                    <a:pt x="23696" y="30778"/>
                    <a:pt x="23688" y="30730"/>
                  </a:cubicBezTo>
                  <a:cubicBezTo>
                    <a:pt x="24525" y="30449"/>
                    <a:pt x="25365" y="30180"/>
                    <a:pt x="26204" y="29915"/>
                  </a:cubicBezTo>
                  <a:close/>
                  <a:moveTo>
                    <a:pt x="22360" y="31182"/>
                  </a:moveTo>
                  <a:cubicBezTo>
                    <a:pt x="22384" y="31302"/>
                    <a:pt x="22408" y="31425"/>
                    <a:pt x="22431" y="31545"/>
                  </a:cubicBezTo>
                  <a:cubicBezTo>
                    <a:pt x="22380" y="31550"/>
                    <a:pt x="22330" y="31556"/>
                    <a:pt x="22282" y="31561"/>
                  </a:cubicBezTo>
                  <a:cubicBezTo>
                    <a:pt x="21774" y="31613"/>
                    <a:pt x="21266" y="31674"/>
                    <a:pt x="20761" y="31739"/>
                  </a:cubicBezTo>
                  <a:cubicBezTo>
                    <a:pt x="21293" y="31553"/>
                    <a:pt x="21826" y="31367"/>
                    <a:pt x="22360" y="31182"/>
                  </a:cubicBezTo>
                  <a:close/>
                  <a:moveTo>
                    <a:pt x="52216" y="19498"/>
                  </a:moveTo>
                  <a:cubicBezTo>
                    <a:pt x="52584" y="20570"/>
                    <a:pt x="53000" y="21636"/>
                    <a:pt x="53605" y="22587"/>
                  </a:cubicBezTo>
                  <a:cubicBezTo>
                    <a:pt x="53591" y="22588"/>
                    <a:pt x="53578" y="22590"/>
                    <a:pt x="53566" y="22593"/>
                  </a:cubicBezTo>
                  <a:cubicBezTo>
                    <a:pt x="48749" y="23363"/>
                    <a:pt x="44001" y="26462"/>
                    <a:pt x="42722" y="31148"/>
                  </a:cubicBezTo>
                  <a:lnTo>
                    <a:pt x="42721" y="31148"/>
                  </a:lnTo>
                  <a:cubicBezTo>
                    <a:pt x="42540" y="31106"/>
                    <a:pt x="42359" y="31066"/>
                    <a:pt x="42184" y="31023"/>
                  </a:cubicBezTo>
                  <a:cubicBezTo>
                    <a:pt x="41151" y="30764"/>
                    <a:pt x="40110" y="30503"/>
                    <a:pt x="39038" y="30460"/>
                  </a:cubicBezTo>
                  <a:cubicBezTo>
                    <a:pt x="38989" y="30458"/>
                    <a:pt x="38938" y="30456"/>
                    <a:pt x="38885" y="30456"/>
                  </a:cubicBezTo>
                  <a:cubicBezTo>
                    <a:pt x="38275" y="30456"/>
                    <a:pt x="37506" y="30616"/>
                    <a:pt x="37599" y="31375"/>
                  </a:cubicBezTo>
                  <a:cubicBezTo>
                    <a:pt x="37611" y="31471"/>
                    <a:pt x="37637" y="31567"/>
                    <a:pt x="37676" y="31657"/>
                  </a:cubicBezTo>
                  <a:cubicBezTo>
                    <a:pt x="36957" y="31312"/>
                    <a:pt x="36283" y="30860"/>
                    <a:pt x="35466" y="30792"/>
                  </a:cubicBezTo>
                  <a:cubicBezTo>
                    <a:pt x="35432" y="30789"/>
                    <a:pt x="35399" y="30788"/>
                    <a:pt x="35367" y="30788"/>
                  </a:cubicBezTo>
                  <a:cubicBezTo>
                    <a:pt x="34635" y="30788"/>
                    <a:pt x="34254" y="31508"/>
                    <a:pt x="34131" y="32144"/>
                  </a:cubicBezTo>
                  <a:cubicBezTo>
                    <a:pt x="34113" y="32246"/>
                    <a:pt x="34101" y="32349"/>
                    <a:pt x="34090" y="32456"/>
                  </a:cubicBezTo>
                  <a:cubicBezTo>
                    <a:pt x="33250" y="32017"/>
                    <a:pt x="32313" y="31734"/>
                    <a:pt x="31540" y="31578"/>
                  </a:cubicBezTo>
                  <a:cubicBezTo>
                    <a:pt x="30263" y="31320"/>
                    <a:pt x="28922" y="31227"/>
                    <a:pt x="27571" y="31227"/>
                  </a:cubicBezTo>
                  <a:cubicBezTo>
                    <a:pt x="27346" y="31227"/>
                    <a:pt x="27121" y="31230"/>
                    <a:pt x="26896" y="31234"/>
                  </a:cubicBezTo>
                  <a:cubicBezTo>
                    <a:pt x="27112" y="30726"/>
                    <a:pt x="27166" y="30170"/>
                    <a:pt x="27168" y="29611"/>
                  </a:cubicBezTo>
                  <a:cubicBezTo>
                    <a:pt x="29246" y="28953"/>
                    <a:pt x="31320" y="28287"/>
                    <a:pt x="33343" y="27464"/>
                  </a:cubicBezTo>
                  <a:cubicBezTo>
                    <a:pt x="36787" y="26061"/>
                    <a:pt x="40209" y="24602"/>
                    <a:pt x="43652" y="23196"/>
                  </a:cubicBezTo>
                  <a:cubicBezTo>
                    <a:pt x="45255" y="22540"/>
                    <a:pt x="46854" y="21878"/>
                    <a:pt x="48425" y="21147"/>
                  </a:cubicBezTo>
                  <a:cubicBezTo>
                    <a:pt x="49291" y="20742"/>
                    <a:pt x="50176" y="20377"/>
                    <a:pt x="51054" y="19996"/>
                  </a:cubicBezTo>
                  <a:cubicBezTo>
                    <a:pt x="51438" y="19829"/>
                    <a:pt x="51848" y="19693"/>
                    <a:pt x="52216" y="19498"/>
                  </a:cubicBezTo>
                  <a:close/>
                  <a:moveTo>
                    <a:pt x="21177" y="28036"/>
                  </a:moveTo>
                  <a:cubicBezTo>
                    <a:pt x="21650" y="28776"/>
                    <a:pt x="22021" y="29586"/>
                    <a:pt x="22309" y="30433"/>
                  </a:cubicBezTo>
                  <a:cubicBezTo>
                    <a:pt x="20605" y="31038"/>
                    <a:pt x="18905" y="31647"/>
                    <a:pt x="17191" y="32227"/>
                  </a:cubicBezTo>
                  <a:cubicBezTo>
                    <a:pt x="17178" y="32232"/>
                    <a:pt x="17164" y="32233"/>
                    <a:pt x="17148" y="32240"/>
                  </a:cubicBezTo>
                  <a:cubicBezTo>
                    <a:pt x="16497" y="32326"/>
                    <a:pt x="15756" y="32436"/>
                    <a:pt x="15056" y="32620"/>
                  </a:cubicBezTo>
                  <a:cubicBezTo>
                    <a:pt x="17009" y="30954"/>
                    <a:pt x="18948" y="29332"/>
                    <a:pt x="21177" y="28036"/>
                  </a:cubicBezTo>
                  <a:close/>
                  <a:moveTo>
                    <a:pt x="17668" y="25008"/>
                  </a:moveTo>
                  <a:cubicBezTo>
                    <a:pt x="17914" y="25117"/>
                    <a:pt x="18156" y="25234"/>
                    <a:pt x="18395" y="25364"/>
                  </a:cubicBezTo>
                  <a:cubicBezTo>
                    <a:pt x="18685" y="25525"/>
                    <a:pt x="18965" y="25707"/>
                    <a:pt x="19230" y="25908"/>
                  </a:cubicBezTo>
                  <a:cubicBezTo>
                    <a:pt x="19010" y="26126"/>
                    <a:pt x="18812" y="26369"/>
                    <a:pt x="18619" y="26614"/>
                  </a:cubicBezTo>
                  <a:cubicBezTo>
                    <a:pt x="18110" y="27252"/>
                    <a:pt x="17607" y="27894"/>
                    <a:pt x="17086" y="28523"/>
                  </a:cubicBezTo>
                  <a:cubicBezTo>
                    <a:pt x="16001" y="29833"/>
                    <a:pt x="15028" y="31214"/>
                    <a:pt x="14179" y="32688"/>
                  </a:cubicBezTo>
                  <a:cubicBezTo>
                    <a:pt x="14142" y="32687"/>
                    <a:pt x="14105" y="32686"/>
                    <a:pt x="14068" y="32686"/>
                  </a:cubicBezTo>
                  <a:cubicBezTo>
                    <a:pt x="13918" y="32686"/>
                    <a:pt x="13768" y="32696"/>
                    <a:pt x="13619" y="32717"/>
                  </a:cubicBezTo>
                  <a:cubicBezTo>
                    <a:pt x="13624" y="32380"/>
                    <a:pt x="13628" y="32043"/>
                    <a:pt x="13631" y="31706"/>
                  </a:cubicBezTo>
                  <a:cubicBezTo>
                    <a:pt x="13730" y="31500"/>
                    <a:pt x="13829" y="31296"/>
                    <a:pt x="13928" y="31091"/>
                  </a:cubicBezTo>
                  <a:cubicBezTo>
                    <a:pt x="14788" y="29308"/>
                    <a:pt x="15846" y="27653"/>
                    <a:pt x="16963" y="26020"/>
                  </a:cubicBezTo>
                  <a:cubicBezTo>
                    <a:pt x="17195" y="25680"/>
                    <a:pt x="17431" y="25344"/>
                    <a:pt x="17668" y="25008"/>
                  </a:cubicBezTo>
                  <a:close/>
                  <a:moveTo>
                    <a:pt x="13359" y="32250"/>
                  </a:moveTo>
                  <a:cubicBezTo>
                    <a:pt x="13365" y="32421"/>
                    <a:pt x="13370" y="32589"/>
                    <a:pt x="13375" y="32758"/>
                  </a:cubicBezTo>
                  <a:cubicBezTo>
                    <a:pt x="13267" y="32782"/>
                    <a:pt x="13163" y="32806"/>
                    <a:pt x="13067" y="32837"/>
                  </a:cubicBezTo>
                  <a:cubicBezTo>
                    <a:pt x="13166" y="32642"/>
                    <a:pt x="13262" y="32445"/>
                    <a:pt x="13359" y="32250"/>
                  </a:cubicBezTo>
                  <a:close/>
                  <a:moveTo>
                    <a:pt x="55577" y="24131"/>
                  </a:moveTo>
                  <a:cubicBezTo>
                    <a:pt x="56459" y="24131"/>
                    <a:pt x="57336" y="24235"/>
                    <a:pt x="58188" y="24452"/>
                  </a:cubicBezTo>
                  <a:cubicBezTo>
                    <a:pt x="57366" y="25777"/>
                    <a:pt x="56926" y="27288"/>
                    <a:pt x="56490" y="28776"/>
                  </a:cubicBezTo>
                  <a:cubicBezTo>
                    <a:pt x="56087" y="30150"/>
                    <a:pt x="55558" y="31486"/>
                    <a:pt x="55199" y="32871"/>
                  </a:cubicBezTo>
                  <a:cubicBezTo>
                    <a:pt x="55047" y="32798"/>
                    <a:pt x="54883" y="32748"/>
                    <a:pt x="54716" y="32727"/>
                  </a:cubicBezTo>
                  <a:cubicBezTo>
                    <a:pt x="54683" y="32723"/>
                    <a:pt x="54649" y="32722"/>
                    <a:pt x="54615" y="32722"/>
                  </a:cubicBezTo>
                  <a:cubicBezTo>
                    <a:pt x="54524" y="32722"/>
                    <a:pt x="54433" y="32734"/>
                    <a:pt x="54345" y="32758"/>
                  </a:cubicBezTo>
                  <a:cubicBezTo>
                    <a:pt x="54321" y="31466"/>
                    <a:pt x="54313" y="30172"/>
                    <a:pt x="54313" y="28881"/>
                  </a:cubicBezTo>
                  <a:cubicBezTo>
                    <a:pt x="54313" y="27326"/>
                    <a:pt x="54167" y="25777"/>
                    <a:pt x="54133" y="24223"/>
                  </a:cubicBezTo>
                  <a:cubicBezTo>
                    <a:pt x="54614" y="24162"/>
                    <a:pt x="55096" y="24131"/>
                    <a:pt x="55577" y="24131"/>
                  </a:cubicBezTo>
                  <a:close/>
                  <a:moveTo>
                    <a:pt x="19505" y="26212"/>
                  </a:moveTo>
                  <a:cubicBezTo>
                    <a:pt x="20085" y="26688"/>
                    <a:pt x="20575" y="27297"/>
                    <a:pt x="20996" y="27906"/>
                  </a:cubicBezTo>
                  <a:cubicBezTo>
                    <a:pt x="18588" y="29105"/>
                    <a:pt x="16565" y="31207"/>
                    <a:pt x="14592" y="33007"/>
                  </a:cubicBezTo>
                  <a:lnTo>
                    <a:pt x="14583" y="33007"/>
                  </a:lnTo>
                  <a:cubicBezTo>
                    <a:pt x="14535" y="33007"/>
                    <a:pt x="14485" y="32860"/>
                    <a:pt x="14436" y="32852"/>
                  </a:cubicBezTo>
                  <a:cubicBezTo>
                    <a:pt x="15382" y="31517"/>
                    <a:pt x="16274" y="30093"/>
                    <a:pt x="17328" y="28834"/>
                  </a:cubicBezTo>
                  <a:cubicBezTo>
                    <a:pt x="17773" y="28304"/>
                    <a:pt x="18214" y="27739"/>
                    <a:pt x="18636" y="27190"/>
                  </a:cubicBezTo>
                  <a:cubicBezTo>
                    <a:pt x="18899" y="26842"/>
                    <a:pt x="19189" y="26515"/>
                    <a:pt x="19505" y="26212"/>
                  </a:cubicBezTo>
                  <a:close/>
                  <a:moveTo>
                    <a:pt x="10067" y="24629"/>
                  </a:moveTo>
                  <a:cubicBezTo>
                    <a:pt x="10161" y="24929"/>
                    <a:pt x="10259" y="25226"/>
                    <a:pt x="10305" y="25505"/>
                  </a:cubicBezTo>
                  <a:cubicBezTo>
                    <a:pt x="10478" y="26538"/>
                    <a:pt x="10579" y="27597"/>
                    <a:pt x="10699" y="28638"/>
                  </a:cubicBezTo>
                  <a:cubicBezTo>
                    <a:pt x="10874" y="30144"/>
                    <a:pt x="11037" y="31658"/>
                    <a:pt x="11459" y="33115"/>
                  </a:cubicBezTo>
                  <a:cubicBezTo>
                    <a:pt x="11199" y="32784"/>
                    <a:pt x="11016" y="32346"/>
                    <a:pt x="10837" y="32008"/>
                  </a:cubicBezTo>
                  <a:cubicBezTo>
                    <a:pt x="10452" y="31279"/>
                    <a:pt x="9997" y="30588"/>
                    <a:pt x="9570" y="29886"/>
                  </a:cubicBezTo>
                  <a:cubicBezTo>
                    <a:pt x="8749" y="28537"/>
                    <a:pt x="8009" y="27136"/>
                    <a:pt x="7299" y="25726"/>
                  </a:cubicBezTo>
                  <a:cubicBezTo>
                    <a:pt x="8183" y="25270"/>
                    <a:pt x="9110" y="24903"/>
                    <a:pt x="10067" y="24631"/>
                  </a:cubicBezTo>
                  <a:lnTo>
                    <a:pt x="10067" y="24629"/>
                  </a:lnTo>
                  <a:close/>
                  <a:moveTo>
                    <a:pt x="53832" y="24261"/>
                  </a:moveTo>
                  <a:cubicBezTo>
                    <a:pt x="53861" y="25802"/>
                    <a:pt x="54000" y="27339"/>
                    <a:pt x="54011" y="28881"/>
                  </a:cubicBezTo>
                  <a:cubicBezTo>
                    <a:pt x="54019" y="30209"/>
                    <a:pt x="54028" y="31533"/>
                    <a:pt x="54093" y="32858"/>
                  </a:cubicBezTo>
                  <a:cubicBezTo>
                    <a:pt x="53987" y="32917"/>
                    <a:pt x="53888" y="32993"/>
                    <a:pt x="53804" y="33082"/>
                  </a:cubicBezTo>
                  <a:cubicBezTo>
                    <a:pt x="53722" y="33121"/>
                    <a:pt x="53645" y="33171"/>
                    <a:pt x="53577" y="33229"/>
                  </a:cubicBezTo>
                  <a:cubicBezTo>
                    <a:pt x="52782" y="32071"/>
                    <a:pt x="52052" y="30868"/>
                    <a:pt x="51217" y="29736"/>
                  </a:cubicBezTo>
                  <a:cubicBezTo>
                    <a:pt x="50385" y="28612"/>
                    <a:pt x="49544" y="27404"/>
                    <a:pt x="48568" y="26400"/>
                  </a:cubicBezTo>
                  <a:cubicBezTo>
                    <a:pt x="48537" y="26368"/>
                    <a:pt x="48501" y="26355"/>
                    <a:pt x="48467" y="26355"/>
                  </a:cubicBezTo>
                  <a:cubicBezTo>
                    <a:pt x="48354" y="26355"/>
                    <a:pt x="48254" y="26504"/>
                    <a:pt x="48356" y="26612"/>
                  </a:cubicBezTo>
                  <a:cubicBezTo>
                    <a:pt x="50267" y="28607"/>
                    <a:pt x="51715" y="31021"/>
                    <a:pt x="53317" y="33265"/>
                  </a:cubicBezTo>
                  <a:cubicBezTo>
                    <a:pt x="51554" y="32683"/>
                    <a:pt x="49771" y="32320"/>
                    <a:pt x="47937" y="31975"/>
                  </a:cubicBezTo>
                  <a:cubicBezTo>
                    <a:pt x="46724" y="31748"/>
                    <a:pt x="45547" y="31448"/>
                    <a:pt x="44360" y="31156"/>
                  </a:cubicBezTo>
                  <a:cubicBezTo>
                    <a:pt x="44408" y="31006"/>
                    <a:pt x="44459" y="30859"/>
                    <a:pt x="44514" y="30713"/>
                  </a:cubicBezTo>
                  <a:cubicBezTo>
                    <a:pt x="44562" y="30641"/>
                    <a:pt x="44615" y="30571"/>
                    <a:pt x="44658" y="30497"/>
                  </a:cubicBezTo>
                  <a:cubicBezTo>
                    <a:pt x="44689" y="30446"/>
                    <a:pt x="44695" y="30384"/>
                    <a:pt x="44678" y="30328"/>
                  </a:cubicBezTo>
                  <a:cubicBezTo>
                    <a:pt x="46148" y="27142"/>
                    <a:pt x="49828" y="25092"/>
                    <a:pt x="53195" y="24377"/>
                  </a:cubicBezTo>
                  <a:cubicBezTo>
                    <a:pt x="53407" y="24334"/>
                    <a:pt x="53618" y="24294"/>
                    <a:pt x="53832" y="24261"/>
                  </a:cubicBezTo>
                  <a:close/>
                  <a:moveTo>
                    <a:pt x="58477" y="24531"/>
                  </a:moveTo>
                  <a:cubicBezTo>
                    <a:pt x="59187" y="24732"/>
                    <a:pt x="59871" y="25011"/>
                    <a:pt x="60519" y="25364"/>
                  </a:cubicBezTo>
                  <a:lnTo>
                    <a:pt x="60519" y="25362"/>
                  </a:lnTo>
                  <a:cubicBezTo>
                    <a:pt x="61598" y="25952"/>
                    <a:pt x="62441" y="26778"/>
                    <a:pt x="63106" y="27739"/>
                  </a:cubicBezTo>
                  <a:cubicBezTo>
                    <a:pt x="61680" y="28505"/>
                    <a:pt x="60330" y="29589"/>
                    <a:pt x="59059" y="30542"/>
                  </a:cubicBezTo>
                  <a:cubicBezTo>
                    <a:pt x="57899" y="31409"/>
                    <a:pt x="56793" y="32345"/>
                    <a:pt x="55746" y="33344"/>
                  </a:cubicBezTo>
                  <a:cubicBezTo>
                    <a:pt x="55658" y="33201"/>
                    <a:pt x="55542" y="33081"/>
                    <a:pt x="55405" y="32988"/>
                  </a:cubicBezTo>
                  <a:cubicBezTo>
                    <a:pt x="55797" y="31677"/>
                    <a:pt x="56295" y="30396"/>
                    <a:pt x="56693" y="29085"/>
                  </a:cubicBezTo>
                  <a:cubicBezTo>
                    <a:pt x="57168" y="27521"/>
                    <a:pt x="57596" y="25922"/>
                    <a:pt x="58477" y="24531"/>
                  </a:cubicBezTo>
                  <a:close/>
                  <a:moveTo>
                    <a:pt x="12917" y="24145"/>
                  </a:moveTo>
                  <a:cubicBezTo>
                    <a:pt x="13001" y="24742"/>
                    <a:pt x="13129" y="25333"/>
                    <a:pt x="13132" y="25935"/>
                  </a:cubicBezTo>
                  <a:cubicBezTo>
                    <a:pt x="13135" y="26760"/>
                    <a:pt x="13147" y="27588"/>
                    <a:pt x="13194" y="28414"/>
                  </a:cubicBezTo>
                  <a:cubicBezTo>
                    <a:pt x="13239" y="29205"/>
                    <a:pt x="13276" y="29999"/>
                    <a:pt x="13310" y="30791"/>
                  </a:cubicBezTo>
                  <a:cubicBezTo>
                    <a:pt x="12837" y="31686"/>
                    <a:pt x="12379" y="32592"/>
                    <a:pt x="11926" y="33505"/>
                  </a:cubicBezTo>
                  <a:cubicBezTo>
                    <a:pt x="11389" y="31855"/>
                    <a:pt x="11214" y="30121"/>
                    <a:pt x="11013" y="28406"/>
                  </a:cubicBezTo>
                  <a:cubicBezTo>
                    <a:pt x="10917" y="27582"/>
                    <a:pt x="10823" y="26756"/>
                    <a:pt x="10712" y="25935"/>
                  </a:cubicBezTo>
                  <a:cubicBezTo>
                    <a:pt x="10650" y="25471"/>
                    <a:pt x="10492" y="25010"/>
                    <a:pt x="10356" y="24549"/>
                  </a:cubicBezTo>
                  <a:cubicBezTo>
                    <a:pt x="10594" y="24487"/>
                    <a:pt x="10834" y="24428"/>
                    <a:pt x="11071" y="24377"/>
                  </a:cubicBezTo>
                  <a:cubicBezTo>
                    <a:pt x="11678" y="24251"/>
                    <a:pt x="12295" y="24173"/>
                    <a:pt x="12917" y="24145"/>
                  </a:cubicBezTo>
                  <a:close/>
                  <a:moveTo>
                    <a:pt x="33055" y="32843"/>
                  </a:moveTo>
                  <a:lnTo>
                    <a:pt x="33055" y="32843"/>
                  </a:lnTo>
                  <a:cubicBezTo>
                    <a:pt x="33315" y="32942"/>
                    <a:pt x="33572" y="33055"/>
                    <a:pt x="33827" y="33183"/>
                  </a:cubicBezTo>
                  <a:cubicBezTo>
                    <a:pt x="33906" y="33223"/>
                    <a:pt x="33981" y="33265"/>
                    <a:pt x="34057" y="33311"/>
                  </a:cubicBezTo>
                  <a:cubicBezTo>
                    <a:pt x="34057" y="33376"/>
                    <a:pt x="34056" y="33441"/>
                    <a:pt x="34054" y="33506"/>
                  </a:cubicBezTo>
                  <a:cubicBezTo>
                    <a:pt x="34053" y="33590"/>
                    <a:pt x="34043" y="33670"/>
                    <a:pt x="34037" y="33750"/>
                  </a:cubicBezTo>
                  <a:cubicBezTo>
                    <a:pt x="34006" y="33723"/>
                    <a:pt x="33978" y="33693"/>
                    <a:pt x="33944" y="33665"/>
                  </a:cubicBezTo>
                  <a:cubicBezTo>
                    <a:pt x="33731" y="33358"/>
                    <a:pt x="33443" y="33093"/>
                    <a:pt x="33120" y="32877"/>
                  </a:cubicBezTo>
                  <a:cubicBezTo>
                    <a:pt x="33098" y="32863"/>
                    <a:pt x="33077" y="32855"/>
                    <a:pt x="33055" y="32843"/>
                  </a:cubicBezTo>
                  <a:close/>
                  <a:moveTo>
                    <a:pt x="7088" y="25839"/>
                  </a:moveTo>
                  <a:cubicBezTo>
                    <a:pt x="7840" y="27435"/>
                    <a:pt x="8686" y="28992"/>
                    <a:pt x="9598" y="30501"/>
                  </a:cubicBezTo>
                  <a:cubicBezTo>
                    <a:pt x="9993" y="31154"/>
                    <a:pt x="10382" y="31807"/>
                    <a:pt x="10733" y="32484"/>
                  </a:cubicBezTo>
                  <a:cubicBezTo>
                    <a:pt x="10965" y="32932"/>
                    <a:pt x="11219" y="33471"/>
                    <a:pt x="11664" y="33741"/>
                  </a:cubicBezTo>
                  <a:cubicBezTo>
                    <a:pt x="11661" y="33744"/>
                    <a:pt x="11655" y="33747"/>
                    <a:pt x="11652" y="33750"/>
                  </a:cubicBezTo>
                  <a:cubicBezTo>
                    <a:pt x="11551" y="33822"/>
                    <a:pt x="11531" y="33928"/>
                    <a:pt x="11567" y="34013"/>
                  </a:cubicBezTo>
                  <a:cubicBezTo>
                    <a:pt x="11539" y="34054"/>
                    <a:pt x="11517" y="34097"/>
                    <a:pt x="11491" y="34139"/>
                  </a:cubicBezTo>
                  <a:cubicBezTo>
                    <a:pt x="11091" y="33857"/>
                    <a:pt x="10687" y="33580"/>
                    <a:pt x="10234" y="33351"/>
                  </a:cubicBezTo>
                  <a:cubicBezTo>
                    <a:pt x="9564" y="33011"/>
                    <a:pt x="8898" y="32648"/>
                    <a:pt x="8225" y="32323"/>
                  </a:cubicBezTo>
                  <a:cubicBezTo>
                    <a:pt x="7656" y="32048"/>
                    <a:pt x="7045" y="31847"/>
                    <a:pt x="6457" y="31621"/>
                  </a:cubicBezTo>
                  <a:cubicBezTo>
                    <a:pt x="5536" y="31267"/>
                    <a:pt x="4612" y="30911"/>
                    <a:pt x="3705" y="30523"/>
                  </a:cubicBezTo>
                  <a:cubicBezTo>
                    <a:pt x="3485" y="30429"/>
                    <a:pt x="3034" y="30288"/>
                    <a:pt x="2661" y="30104"/>
                  </a:cubicBezTo>
                  <a:cubicBezTo>
                    <a:pt x="3573" y="28285"/>
                    <a:pt x="5214" y="26850"/>
                    <a:pt x="7088" y="25839"/>
                  </a:cubicBezTo>
                  <a:close/>
                  <a:moveTo>
                    <a:pt x="32059" y="32991"/>
                  </a:moveTo>
                  <a:cubicBezTo>
                    <a:pt x="31784" y="33305"/>
                    <a:pt x="31594" y="33732"/>
                    <a:pt x="31462" y="34145"/>
                  </a:cubicBezTo>
                  <a:cubicBezTo>
                    <a:pt x="31393" y="33839"/>
                    <a:pt x="31326" y="33534"/>
                    <a:pt x="31219" y="33240"/>
                  </a:cubicBezTo>
                  <a:cubicBezTo>
                    <a:pt x="31489" y="33106"/>
                    <a:pt x="31773" y="33014"/>
                    <a:pt x="32059" y="32991"/>
                  </a:cubicBezTo>
                  <a:close/>
                  <a:moveTo>
                    <a:pt x="32929" y="33178"/>
                  </a:moveTo>
                  <a:cubicBezTo>
                    <a:pt x="33103" y="33273"/>
                    <a:pt x="33266" y="33390"/>
                    <a:pt x="33412" y="33526"/>
                  </a:cubicBezTo>
                  <a:cubicBezTo>
                    <a:pt x="33408" y="33553"/>
                    <a:pt x="33415" y="33580"/>
                    <a:pt x="33431" y="33604"/>
                  </a:cubicBezTo>
                  <a:cubicBezTo>
                    <a:pt x="33575" y="33802"/>
                    <a:pt x="33712" y="33961"/>
                    <a:pt x="33830" y="34122"/>
                  </a:cubicBezTo>
                  <a:cubicBezTo>
                    <a:pt x="33780" y="34110"/>
                    <a:pt x="33727" y="34104"/>
                    <a:pt x="33671" y="34104"/>
                  </a:cubicBezTo>
                  <a:cubicBezTo>
                    <a:pt x="33397" y="34104"/>
                    <a:pt x="33062" y="34235"/>
                    <a:pt x="32774" y="34397"/>
                  </a:cubicBezTo>
                  <a:cubicBezTo>
                    <a:pt x="32925" y="34000"/>
                    <a:pt x="33007" y="33575"/>
                    <a:pt x="32929" y="33178"/>
                  </a:cubicBezTo>
                  <a:close/>
                  <a:moveTo>
                    <a:pt x="12555" y="34086"/>
                  </a:moveTo>
                  <a:cubicBezTo>
                    <a:pt x="12404" y="34241"/>
                    <a:pt x="12263" y="34406"/>
                    <a:pt x="12139" y="34584"/>
                  </a:cubicBezTo>
                  <a:cubicBezTo>
                    <a:pt x="12116" y="34569"/>
                    <a:pt x="12094" y="34553"/>
                    <a:pt x="12073" y="34538"/>
                  </a:cubicBezTo>
                  <a:cubicBezTo>
                    <a:pt x="12076" y="34530"/>
                    <a:pt x="12077" y="34521"/>
                    <a:pt x="12080" y="34511"/>
                  </a:cubicBezTo>
                  <a:cubicBezTo>
                    <a:pt x="12139" y="34429"/>
                    <a:pt x="12201" y="34349"/>
                    <a:pt x="12258" y="34265"/>
                  </a:cubicBezTo>
                  <a:cubicBezTo>
                    <a:pt x="12351" y="34201"/>
                    <a:pt x="12455" y="34143"/>
                    <a:pt x="12555" y="34086"/>
                  </a:cubicBezTo>
                  <a:close/>
                  <a:moveTo>
                    <a:pt x="22567" y="32366"/>
                  </a:moveTo>
                  <a:cubicBezTo>
                    <a:pt x="22685" y="33147"/>
                    <a:pt x="22760" y="33922"/>
                    <a:pt x="22774" y="34688"/>
                  </a:cubicBezTo>
                  <a:lnTo>
                    <a:pt x="22638" y="34672"/>
                  </a:lnTo>
                  <a:cubicBezTo>
                    <a:pt x="22280" y="34634"/>
                    <a:pt x="21906" y="34624"/>
                    <a:pt x="21531" y="34624"/>
                  </a:cubicBezTo>
                  <a:cubicBezTo>
                    <a:pt x="21195" y="34624"/>
                    <a:pt x="20859" y="34632"/>
                    <a:pt x="20536" y="34634"/>
                  </a:cubicBezTo>
                  <a:cubicBezTo>
                    <a:pt x="19212" y="34638"/>
                    <a:pt x="17822" y="34818"/>
                    <a:pt x="16465" y="34818"/>
                  </a:cubicBezTo>
                  <a:cubicBezTo>
                    <a:pt x="16459" y="34818"/>
                    <a:pt x="16453" y="34818"/>
                    <a:pt x="16448" y="34818"/>
                  </a:cubicBezTo>
                  <a:cubicBezTo>
                    <a:pt x="16641" y="34238"/>
                    <a:pt x="16608" y="33652"/>
                    <a:pt x="16152" y="33229"/>
                  </a:cubicBezTo>
                  <a:cubicBezTo>
                    <a:pt x="17264" y="33010"/>
                    <a:pt x="18390" y="32891"/>
                    <a:pt x="19510" y="32727"/>
                  </a:cubicBezTo>
                  <a:cubicBezTo>
                    <a:pt x="20530" y="32578"/>
                    <a:pt x="21548" y="32462"/>
                    <a:pt x="22567" y="32366"/>
                  </a:cubicBezTo>
                  <a:close/>
                  <a:moveTo>
                    <a:pt x="32520" y="33019"/>
                  </a:moveTo>
                  <a:cubicBezTo>
                    <a:pt x="32525" y="33019"/>
                    <a:pt x="32531" y="33021"/>
                    <a:pt x="32535" y="33022"/>
                  </a:cubicBezTo>
                  <a:cubicBezTo>
                    <a:pt x="32783" y="33607"/>
                    <a:pt x="32463" y="34333"/>
                    <a:pt x="32171" y="34852"/>
                  </a:cubicBezTo>
                  <a:lnTo>
                    <a:pt x="32169" y="34850"/>
                  </a:lnTo>
                  <a:cubicBezTo>
                    <a:pt x="32094" y="34828"/>
                    <a:pt x="32019" y="34818"/>
                    <a:pt x="31944" y="34818"/>
                  </a:cubicBezTo>
                  <a:cubicBezTo>
                    <a:pt x="31690" y="34818"/>
                    <a:pt x="31438" y="34937"/>
                    <a:pt x="31227" y="35136"/>
                  </a:cubicBezTo>
                  <a:cubicBezTo>
                    <a:pt x="30819" y="34940"/>
                    <a:pt x="30757" y="34060"/>
                    <a:pt x="30861" y="33447"/>
                  </a:cubicBezTo>
                  <a:cubicBezTo>
                    <a:pt x="30892" y="33427"/>
                    <a:pt x="30924" y="33407"/>
                    <a:pt x="30958" y="33387"/>
                  </a:cubicBezTo>
                  <a:cubicBezTo>
                    <a:pt x="31119" y="33846"/>
                    <a:pt x="31170" y="34337"/>
                    <a:pt x="31306" y="34813"/>
                  </a:cubicBezTo>
                  <a:cubicBezTo>
                    <a:pt x="31327" y="34886"/>
                    <a:pt x="31395" y="34925"/>
                    <a:pt x="31462" y="34925"/>
                  </a:cubicBezTo>
                  <a:cubicBezTo>
                    <a:pt x="31527" y="34925"/>
                    <a:pt x="31590" y="34889"/>
                    <a:pt x="31608" y="34813"/>
                  </a:cubicBezTo>
                  <a:cubicBezTo>
                    <a:pt x="31742" y="34239"/>
                    <a:pt x="32000" y="33389"/>
                    <a:pt x="32520" y="33019"/>
                  </a:cubicBezTo>
                  <a:close/>
                  <a:moveTo>
                    <a:pt x="33567" y="34526"/>
                  </a:moveTo>
                  <a:cubicBezTo>
                    <a:pt x="33755" y="34526"/>
                    <a:pt x="33986" y="34563"/>
                    <a:pt x="33723" y="34745"/>
                  </a:cubicBezTo>
                  <a:cubicBezTo>
                    <a:pt x="33402" y="34971"/>
                    <a:pt x="32996" y="35032"/>
                    <a:pt x="32628" y="35172"/>
                  </a:cubicBezTo>
                  <a:cubicBezTo>
                    <a:pt x="32621" y="35161"/>
                    <a:pt x="32616" y="35150"/>
                    <a:pt x="32607" y="35139"/>
                  </a:cubicBezTo>
                  <a:cubicBezTo>
                    <a:pt x="32573" y="35102"/>
                    <a:pt x="32534" y="35068"/>
                    <a:pt x="32494" y="35037"/>
                  </a:cubicBezTo>
                  <a:cubicBezTo>
                    <a:pt x="32614" y="34918"/>
                    <a:pt x="32761" y="34828"/>
                    <a:pt x="32910" y="34745"/>
                  </a:cubicBezTo>
                  <a:cubicBezTo>
                    <a:pt x="33061" y="34661"/>
                    <a:pt x="33222" y="34593"/>
                    <a:pt x="33386" y="34539"/>
                  </a:cubicBezTo>
                  <a:cubicBezTo>
                    <a:pt x="33401" y="34534"/>
                    <a:pt x="33479" y="34526"/>
                    <a:pt x="33567" y="34526"/>
                  </a:cubicBezTo>
                  <a:close/>
                  <a:moveTo>
                    <a:pt x="2526" y="30395"/>
                  </a:moveTo>
                  <a:cubicBezTo>
                    <a:pt x="3448" y="30924"/>
                    <a:pt x="5066" y="31446"/>
                    <a:pt x="5338" y="31553"/>
                  </a:cubicBezTo>
                  <a:cubicBezTo>
                    <a:pt x="6171" y="31878"/>
                    <a:pt x="7013" y="32184"/>
                    <a:pt x="7842" y="32523"/>
                  </a:cubicBezTo>
                  <a:cubicBezTo>
                    <a:pt x="8435" y="32765"/>
                    <a:pt x="8991" y="33115"/>
                    <a:pt x="9574" y="33390"/>
                  </a:cubicBezTo>
                  <a:cubicBezTo>
                    <a:pt x="10189" y="33681"/>
                    <a:pt x="10764" y="34047"/>
                    <a:pt x="11352" y="34383"/>
                  </a:cubicBezTo>
                  <a:cubicBezTo>
                    <a:pt x="11304" y="34474"/>
                    <a:pt x="11259" y="34565"/>
                    <a:pt x="11221" y="34658"/>
                  </a:cubicBezTo>
                  <a:cubicBezTo>
                    <a:pt x="11185" y="34745"/>
                    <a:pt x="11156" y="34833"/>
                    <a:pt x="11131" y="34924"/>
                  </a:cubicBezTo>
                  <a:cubicBezTo>
                    <a:pt x="11106" y="34971"/>
                    <a:pt x="11084" y="35019"/>
                    <a:pt x="11067" y="35068"/>
                  </a:cubicBezTo>
                  <a:cubicBezTo>
                    <a:pt x="9475" y="35351"/>
                    <a:pt x="7851" y="35460"/>
                    <a:pt x="6233" y="35460"/>
                  </a:cubicBezTo>
                  <a:cubicBezTo>
                    <a:pt x="5907" y="35460"/>
                    <a:pt x="5580" y="35455"/>
                    <a:pt x="5254" y="35447"/>
                  </a:cubicBezTo>
                  <a:cubicBezTo>
                    <a:pt x="4955" y="35439"/>
                    <a:pt x="4656" y="35436"/>
                    <a:pt x="4358" y="35436"/>
                  </a:cubicBezTo>
                  <a:cubicBezTo>
                    <a:pt x="3688" y="35436"/>
                    <a:pt x="3021" y="35450"/>
                    <a:pt x="2351" y="35450"/>
                  </a:cubicBezTo>
                  <a:cubicBezTo>
                    <a:pt x="2326" y="35450"/>
                    <a:pt x="2302" y="35450"/>
                    <a:pt x="2277" y="35450"/>
                  </a:cubicBezTo>
                  <a:cubicBezTo>
                    <a:pt x="2243" y="35450"/>
                    <a:pt x="2208" y="35450"/>
                    <a:pt x="2172" y="35452"/>
                  </a:cubicBezTo>
                  <a:cubicBezTo>
                    <a:pt x="2024" y="34870"/>
                    <a:pt x="1932" y="34276"/>
                    <a:pt x="1902" y="33678"/>
                  </a:cubicBezTo>
                  <a:lnTo>
                    <a:pt x="1902" y="33676"/>
                  </a:lnTo>
                  <a:cubicBezTo>
                    <a:pt x="1847" y="32549"/>
                    <a:pt x="2061" y="31425"/>
                    <a:pt x="2526" y="30395"/>
                  </a:cubicBezTo>
                  <a:close/>
                  <a:moveTo>
                    <a:pt x="13406" y="33904"/>
                  </a:moveTo>
                  <a:cubicBezTo>
                    <a:pt x="13407" y="33939"/>
                    <a:pt x="13409" y="33975"/>
                    <a:pt x="13410" y="34012"/>
                  </a:cubicBezTo>
                  <a:cubicBezTo>
                    <a:pt x="13412" y="34027"/>
                    <a:pt x="13418" y="34044"/>
                    <a:pt x="13429" y="34057"/>
                  </a:cubicBezTo>
                  <a:cubicBezTo>
                    <a:pt x="13287" y="34275"/>
                    <a:pt x="13147" y="34494"/>
                    <a:pt x="13018" y="34712"/>
                  </a:cubicBezTo>
                  <a:cubicBezTo>
                    <a:pt x="12906" y="34898"/>
                    <a:pt x="12739" y="35169"/>
                    <a:pt x="12639" y="35445"/>
                  </a:cubicBezTo>
                  <a:cubicBezTo>
                    <a:pt x="12569" y="35483"/>
                    <a:pt x="12501" y="35521"/>
                    <a:pt x="12433" y="35558"/>
                  </a:cubicBezTo>
                  <a:cubicBezTo>
                    <a:pt x="12571" y="35240"/>
                    <a:pt x="12762" y="34927"/>
                    <a:pt x="12854" y="34757"/>
                  </a:cubicBezTo>
                  <a:cubicBezTo>
                    <a:pt x="12951" y="34579"/>
                    <a:pt x="13106" y="34259"/>
                    <a:pt x="13294" y="33986"/>
                  </a:cubicBezTo>
                  <a:cubicBezTo>
                    <a:pt x="13330" y="33958"/>
                    <a:pt x="13369" y="33931"/>
                    <a:pt x="13406" y="33904"/>
                  </a:cubicBezTo>
                  <a:close/>
                  <a:moveTo>
                    <a:pt x="33923" y="35036"/>
                  </a:moveTo>
                  <a:cubicBezTo>
                    <a:pt x="33916" y="35169"/>
                    <a:pt x="33912" y="35302"/>
                    <a:pt x="33918" y="35438"/>
                  </a:cubicBezTo>
                  <a:cubicBezTo>
                    <a:pt x="33920" y="35464"/>
                    <a:pt x="33930" y="35489"/>
                    <a:pt x="33951" y="35507"/>
                  </a:cubicBezTo>
                  <a:cubicBezTo>
                    <a:pt x="33941" y="35551"/>
                    <a:pt x="33935" y="35594"/>
                    <a:pt x="33930" y="35636"/>
                  </a:cubicBezTo>
                  <a:cubicBezTo>
                    <a:pt x="33675" y="35494"/>
                    <a:pt x="33394" y="35423"/>
                    <a:pt x="33103" y="35389"/>
                  </a:cubicBezTo>
                  <a:lnTo>
                    <a:pt x="33103" y="35389"/>
                  </a:lnTo>
                  <a:cubicBezTo>
                    <a:pt x="33390" y="35291"/>
                    <a:pt x="33702" y="35182"/>
                    <a:pt x="33923" y="35036"/>
                  </a:cubicBezTo>
                  <a:close/>
                  <a:moveTo>
                    <a:pt x="30505" y="33729"/>
                  </a:moveTo>
                  <a:lnTo>
                    <a:pt x="30505" y="33729"/>
                  </a:lnTo>
                  <a:cubicBezTo>
                    <a:pt x="30479" y="34142"/>
                    <a:pt x="30527" y="34587"/>
                    <a:pt x="30683" y="34915"/>
                  </a:cubicBezTo>
                  <a:lnTo>
                    <a:pt x="30681" y="34913"/>
                  </a:lnTo>
                  <a:cubicBezTo>
                    <a:pt x="30452" y="34774"/>
                    <a:pt x="30198" y="34687"/>
                    <a:pt x="29901" y="34687"/>
                  </a:cubicBezTo>
                  <a:cubicBezTo>
                    <a:pt x="29881" y="34687"/>
                    <a:pt x="29861" y="34687"/>
                    <a:pt x="29842" y="34688"/>
                  </a:cubicBezTo>
                  <a:cubicBezTo>
                    <a:pt x="29696" y="34694"/>
                    <a:pt x="29634" y="34831"/>
                    <a:pt x="29688" y="34955"/>
                  </a:cubicBezTo>
                  <a:cubicBezTo>
                    <a:pt x="29803" y="35218"/>
                    <a:pt x="30032" y="35399"/>
                    <a:pt x="30295" y="35530"/>
                  </a:cubicBezTo>
                  <a:cubicBezTo>
                    <a:pt x="29910" y="35597"/>
                    <a:pt x="29528" y="35724"/>
                    <a:pt x="29293" y="35968"/>
                  </a:cubicBezTo>
                  <a:cubicBezTo>
                    <a:pt x="29384" y="35178"/>
                    <a:pt x="29834" y="34392"/>
                    <a:pt x="30392" y="33832"/>
                  </a:cubicBezTo>
                  <a:cubicBezTo>
                    <a:pt x="30428" y="33798"/>
                    <a:pt x="30466" y="33764"/>
                    <a:pt x="30505" y="33729"/>
                  </a:cubicBezTo>
                  <a:close/>
                  <a:moveTo>
                    <a:pt x="32829" y="35716"/>
                  </a:moveTo>
                  <a:lnTo>
                    <a:pt x="32829" y="35716"/>
                  </a:lnTo>
                  <a:cubicBezTo>
                    <a:pt x="33094" y="35727"/>
                    <a:pt x="33357" y="35766"/>
                    <a:pt x="33592" y="35866"/>
                  </a:cubicBezTo>
                  <a:cubicBezTo>
                    <a:pt x="33341" y="35945"/>
                    <a:pt x="33084" y="35999"/>
                    <a:pt x="32823" y="36030"/>
                  </a:cubicBezTo>
                  <a:cubicBezTo>
                    <a:pt x="32837" y="35926"/>
                    <a:pt x="32839" y="35821"/>
                    <a:pt x="32829" y="35716"/>
                  </a:cubicBezTo>
                  <a:close/>
                  <a:moveTo>
                    <a:pt x="30817" y="35812"/>
                  </a:moveTo>
                  <a:lnTo>
                    <a:pt x="30817" y="35812"/>
                  </a:lnTo>
                  <a:cubicBezTo>
                    <a:pt x="30791" y="35895"/>
                    <a:pt x="30773" y="35980"/>
                    <a:pt x="30760" y="36067"/>
                  </a:cubicBezTo>
                  <a:cubicBezTo>
                    <a:pt x="30581" y="36205"/>
                    <a:pt x="30409" y="36349"/>
                    <a:pt x="30242" y="36503"/>
                  </a:cubicBezTo>
                  <a:cubicBezTo>
                    <a:pt x="29911" y="36474"/>
                    <a:pt x="29252" y="36372"/>
                    <a:pt x="29641" y="36123"/>
                  </a:cubicBezTo>
                  <a:lnTo>
                    <a:pt x="29639" y="36123"/>
                  </a:lnTo>
                  <a:cubicBezTo>
                    <a:pt x="29953" y="35922"/>
                    <a:pt x="30415" y="35840"/>
                    <a:pt x="30817" y="35812"/>
                  </a:cubicBezTo>
                  <a:close/>
                  <a:moveTo>
                    <a:pt x="35496" y="31175"/>
                  </a:moveTo>
                  <a:cubicBezTo>
                    <a:pt x="36081" y="31175"/>
                    <a:pt x="36788" y="31669"/>
                    <a:pt x="37229" y="31910"/>
                  </a:cubicBezTo>
                  <a:cubicBezTo>
                    <a:pt x="37841" y="32244"/>
                    <a:pt x="38514" y="32481"/>
                    <a:pt x="39167" y="32724"/>
                  </a:cubicBezTo>
                  <a:cubicBezTo>
                    <a:pt x="39691" y="32915"/>
                    <a:pt x="40228" y="33070"/>
                    <a:pt x="40774" y="33184"/>
                  </a:cubicBezTo>
                  <a:cubicBezTo>
                    <a:pt x="40022" y="33772"/>
                    <a:pt x="39250" y="34337"/>
                    <a:pt x="38472" y="34887"/>
                  </a:cubicBezTo>
                  <a:lnTo>
                    <a:pt x="38471" y="34889"/>
                  </a:lnTo>
                  <a:cubicBezTo>
                    <a:pt x="37693" y="35439"/>
                    <a:pt x="36921" y="36001"/>
                    <a:pt x="36150" y="36559"/>
                  </a:cubicBezTo>
                  <a:cubicBezTo>
                    <a:pt x="36267" y="36202"/>
                    <a:pt x="36326" y="35829"/>
                    <a:pt x="36323" y="35455"/>
                  </a:cubicBezTo>
                  <a:cubicBezTo>
                    <a:pt x="36314" y="34197"/>
                    <a:pt x="35499" y="33293"/>
                    <a:pt x="34455" y="32662"/>
                  </a:cubicBezTo>
                  <a:cubicBezTo>
                    <a:pt x="34493" y="32063"/>
                    <a:pt x="34617" y="31437"/>
                    <a:pt x="35205" y="31224"/>
                  </a:cubicBezTo>
                  <a:cubicBezTo>
                    <a:pt x="35297" y="31190"/>
                    <a:pt x="35395" y="31175"/>
                    <a:pt x="35496" y="31175"/>
                  </a:cubicBezTo>
                  <a:close/>
                  <a:moveTo>
                    <a:pt x="44267" y="31462"/>
                  </a:moveTo>
                  <a:cubicBezTo>
                    <a:pt x="44425" y="31493"/>
                    <a:pt x="44581" y="31516"/>
                    <a:pt x="44698" y="31544"/>
                  </a:cubicBezTo>
                  <a:cubicBezTo>
                    <a:pt x="45571" y="31754"/>
                    <a:pt x="46435" y="31955"/>
                    <a:pt x="47320" y="32127"/>
                  </a:cubicBezTo>
                  <a:cubicBezTo>
                    <a:pt x="49358" y="32520"/>
                    <a:pt x="51368" y="32871"/>
                    <a:pt x="53343" y="33495"/>
                  </a:cubicBezTo>
                  <a:cubicBezTo>
                    <a:pt x="53335" y="33508"/>
                    <a:pt x="53326" y="33519"/>
                    <a:pt x="53318" y="33529"/>
                  </a:cubicBezTo>
                  <a:cubicBezTo>
                    <a:pt x="53303" y="33560"/>
                    <a:pt x="53289" y="33593"/>
                    <a:pt x="53277" y="33624"/>
                  </a:cubicBezTo>
                  <a:cubicBezTo>
                    <a:pt x="52913" y="33672"/>
                    <a:pt x="52547" y="33820"/>
                    <a:pt x="52217" y="33948"/>
                  </a:cubicBezTo>
                  <a:cubicBezTo>
                    <a:pt x="51277" y="34315"/>
                    <a:pt x="50272" y="34485"/>
                    <a:pt x="49343" y="34895"/>
                  </a:cubicBezTo>
                  <a:cubicBezTo>
                    <a:pt x="48240" y="35380"/>
                    <a:pt x="47092" y="35755"/>
                    <a:pt x="45985" y="36234"/>
                  </a:cubicBezTo>
                  <a:cubicBezTo>
                    <a:pt x="45585" y="36407"/>
                    <a:pt x="45145" y="36567"/>
                    <a:pt x="44720" y="36752"/>
                  </a:cubicBezTo>
                  <a:cubicBezTo>
                    <a:pt x="44323" y="35781"/>
                    <a:pt x="44078" y="34749"/>
                    <a:pt x="44027" y="33678"/>
                  </a:cubicBezTo>
                  <a:lnTo>
                    <a:pt x="44026" y="33678"/>
                  </a:lnTo>
                  <a:cubicBezTo>
                    <a:pt x="44021" y="33549"/>
                    <a:pt x="44024" y="33424"/>
                    <a:pt x="44024" y="33300"/>
                  </a:cubicBezTo>
                  <a:cubicBezTo>
                    <a:pt x="44596" y="33197"/>
                    <a:pt x="45455" y="32945"/>
                    <a:pt x="45377" y="32354"/>
                  </a:cubicBezTo>
                  <a:cubicBezTo>
                    <a:pt x="45333" y="32018"/>
                    <a:pt x="44947" y="31850"/>
                    <a:pt x="44678" y="31728"/>
                  </a:cubicBezTo>
                  <a:cubicBezTo>
                    <a:pt x="44539" y="31664"/>
                    <a:pt x="44391" y="31613"/>
                    <a:pt x="44244" y="31561"/>
                  </a:cubicBezTo>
                  <a:cubicBezTo>
                    <a:pt x="44252" y="31528"/>
                    <a:pt x="44258" y="31494"/>
                    <a:pt x="44267" y="31462"/>
                  </a:cubicBezTo>
                  <a:close/>
                  <a:moveTo>
                    <a:pt x="29320" y="36696"/>
                  </a:moveTo>
                  <a:lnTo>
                    <a:pt x="29320" y="36696"/>
                  </a:lnTo>
                  <a:cubicBezTo>
                    <a:pt x="29475" y="36771"/>
                    <a:pt x="29685" y="36811"/>
                    <a:pt x="29907" y="36831"/>
                  </a:cubicBezTo>
                  <a:cubicBezTo>
                    <a:pt x="29775" y="36964"/>
                    <a:pt x="29644" y="37100"/>
                    <a:pt x="29511" y="37235"/>
                  </a:cubicBezTo>
                  <a:lnTo>
                    <a:pt x="29509" y="37235"/>
                  </a:lnTo>
                  <a:cubicBezTo>
                    <a:pt x="29421" y="37065"/>
                    <a:pt x="29358" y="36884"/>
                    <a:pt x="29320" y="36696"/>
                  </a:cubicBezTo>
                  <a:close/>
                  <a:moveTo>
                    <a:pt x="14682" y="36938"/>
                  </a:moveTo>
                  <a:cubicBezTo>
                    <a:pt x="14782" y="37112"/>
                    <a:pt x="14799" y="37287"/>
                    <a:pt x="14896" y="37462"/>
                  </a:cubicBezTo>
                  <a:cubicBezTo>
                    <a:pt x="14547" y="37352"/>
                    <a:pt x="14465" y="37228"/>
                    <a:pt x="14017" y="37097"/>
                  </a:cubicBezTo>
                  <a:lnTo>
                    <a:pt x="14017" y="37051"/>
                  </a:lnTo>
                  <a:cubicBezTo>
                    <a:pt x="14465" y="37040"/>
                    <a:pt x="14454" y="37004"/>
                    <a:pt x="14682" y="36938"/>
                  </a:cubicBezTo>
                  <a:close/>
                  <a:moveTo>
                    <a:pt x="19541" y="35038"/>
                  </a:moveTo>
                  <a:cubicBezTo>
                    <a:pt x="20192" y="35038"/>
                    <a:pt x="20844" y="35061"/>
                    <a:pt x="21493" y="35061"/>
                  </a:cubicBezTo>
                  <a:cubicBezTo>
                    <a:pt x="21555" y="35061"/>
                    <a:pt x="21617" y="35061"/>
                    <a:pt x="21679" y="35060"/>
                  </a:cubicBezTo>
                  <a:cubicBezTo>
                    <a:pt x="21844" y="35059"/>
                    <a:pt x="22011" y="35053"/>
                    <a:pt x="22176" y="35053"/>
                  </a:cubicBezTo>
                  <a:cubicBezTo>
                    <a:pt x="22378" y="35053"/>
                    <a:pt x="22577" y="35062"/>
                    <a:pt x="22771" y="35097"/>
                  </a:cubicBezTo>
                  <a:cubicBezTo>
                    <a:pt x="22760" y="35909"/>
                    <a:pt x="22675" y="36709"/>
                    <a:pt x="22490" y="37498"/>
                  </a:cubicBezTo>
                  <a:lnTo>
                    <a:pt x="22490" y="37496"/>
                  </a:lnTo>
                  <a:cubicBezTo>
                    <a:pt x="22077" y="37440"/>
                    <a:pt x="21661" y="37385"/>
                    <a:pt x="21252" y="37290"/>
                  </a:cubicBezTo>
                  <a:cubicBezTo>
                    <a:pt x="20425" y="37097"/>
                    <a:pt x="19613" y="36834"/>
                    <a:pt x="18781" y="36658"/>
                  </a:cubicBezTo>
                  <a:cubicBezTo>
                    <a:pt x="17748" y="36440"/>
                    <a:pt x="16704" y="36291"/>
                    <a:pt x="15670" y="36092"/>
                  </a:cubicBezTo>
                  <a:cubicBezTo>
                    <a:pt x="15943" y="35792"/>
                    <a:pt x="16186" y="35439"/>
                    <a:pt x="16349" y="35074"/>
                  </a:cubicBezTo>
                  <a:cubicBezTo>
                    <a:pt x="16570" y="35083"/>
                    <a:pt x="16793" y="35086"/>
                    <a:pt x="17015" y="35086"/>
                  </a:cubicBezTo>
                  <a:cubicBezTo>
                    <a:pt x="17743" y="35086"/>
                    <a:pt x="18473" y="35050"/>
                    <a:pt x="19194" y="35040"/>
                  </a:cubicBezTo>
                  <a:cubicBezTo>
                    <a:pt x="19310" y="35039"/>
                    <a:pt x="19425" y="35038"/>
                    <a:pt x="19541" y="35038"/>
                  </a:cubicBezTo>
                  <a:close/>
                  <a:moveTo>
                    <a:pt x="63307" y="28044"/>
                  </a:moveTo>
                  <a:cubicBezTo>
                    <a:pt x="63783" y="28796"/>
                    <a:pt x="64162" y="29617"/>
                    <a:pt x="64448" y="30477"/>
                  </a:cubicBezTo>
                  <a:cubicBezTo>
                    <a:pt x="64399" y="30563"/>
                    <a:pt x="64382" y="30665"/>
                    <a:pt x="64402" y="30763"/>
                  </a:cubicBezTo>
                  <a:cubicBezTo>
                    <a:pt x="64884" y="33079"/>
                    <a:pt x="65133" y="35353"/>
                    <a:pt x="64609" y="37535"/>
                  </a:cubicBezTo>
                  <a:cubicBezTo>
                    <a:pt x="64532" y="37547"/>
                    <a:pt x="64453" y="37553"/>
                    <a:pt x="64372" y="37553"/>
                  </a:cubicBezTo>
                  <a:cubicBezTo>
                    <a:pt x="63897" y="37553"/>
                    <a:pt x="63382" y="37358"/>
                    <a:pt x="62947" y="37264"/>
                  </a:cubicBezTo>
                  <a:cubicBezTo>
                    <a:pt x="62000" y="37057"/>
                    <a:pt x="61130" y="36693"/>
                    <a:pt x="60237" y="36324"/>
                  </a:cubicBezTo>
                  <a:cubicBezTo>
                    <a:pt x="58716" y="35694"/>
                    <a:pt x="57248" y="34941"/>
                    <a:pt x="55725" y="34321"/>
                  </a:cubicBezTo>
                  <a:cubicBezTo>
                    <a:pt x="55776" y="34224"/>
                    <a:pt x="55814" y="34122"/>
                    <a:pt x="55841" y="34016"/>
                  </a:cubicBezTo>
                  <a:cubicBezTo>
                    <a:pt x="56011" y="34025"/>
                    <a:pt x="56181" y="34029"/>
                    <a:pt x="56351" y="34029"/>
                  </a:cubicBezTo>
                  <a:cubicBezTo>
                    <a:pt x="57647" y="34029"/>
                    <a:pt x="58913" y="33789"/>
                    <a:pt x="60186" y="33398"/>
                  </a:cubicBezTo>
                  <a:cubicBezTo>
                    <a:pt x="61051" y="33133"/>
                    <a:pt x="61965" y="32939"/>
                    <a:pt x="62848" y="32736"/>
                  </a:cubicBezTo>
                  <a:cubicBezTo>
                    <a:pt x="63357" y="32620"/>
                    <a:pt x="63893" y="32430"/>
                    <a:pt x="64421" y="32424"/>
                  </a:cubicBezTo>
                  <a:cubicBezTo>
                    <a:pt x="64521" y="32424"/>
                    <a:pt x="64592" y="32286"/>
                    <a:pt x="64507" y="32215"/>
                  </a:cubicBezTo>
                  <a:cubicBezTo>
                    <a:pt x="64426" y="32145"/>
                    <a:pt x="64317" y="32120"/>
                    <a:pt x="64198" y="32120"/>
                  </a:cubicBezTo>
                  <a:cubicBezTo>
                    <a:pt x="63960" y="32120"/>
                    <a:pt x="63682" y="32220"/>
                    <a:pt x="63504" y="32258"/>
                  </a:cubicBezTo>
                  <a:cubicBezTo>
                    <a:pt x="62718" y="32427"/>
                    <a:pt x="61942" y="32635"/>
                    <a:pt x="61165" y="32841"/>
                  </a:cubicBezTo>
                  <a:cubicBezTo>
                    <a:pt x="59434" y="33298"/>
                    <a:pt x="57745" y="33787"/>
                    <a:pt x="55976" y="33787"/>
                  </a:cubicBezTo>
                  <a:cubicBezTo>
                    <a:pt x="55941" y="33787"/>
                    <a:pt x="55905" y="33786"/>
                    <a:pt x="55870" y="33786"/>
                  </a:cubicBezTo>
                  <a:cubicBezTo>
                    <a:pt x="55870" y="33715"/>
                    <a:pt x="55861" y="33644"/>
                    <a:pt x="55844" y="33574"/>
                  </a:cubicBezTo>
                  <a:cubicBezTo>
                    <a:pt x="56987" y="32535"/>
                    <a:pt x="58191" y="31561"/>
                    <a:pt x="59430" y="30642"/>
                  </a:cubicBezTo>
                  <a:cubicBezTo>
                    <a:pt x="60673" y="29717"/>
                    <a:pt x="62054" y="28952"/>
                    <a:pt x="63307" y="28044"/>
                  </a:cubicBezTo>
                  <a:close/>
                  <a:moveTo>
                    <a:pt x="32548" y="36771"/>
                  </a:moveTo>
                  <a:cubicBezTo>
                    <a:pt x="32956" y="37007"/>
                    <a:pt x="33303" y="37309"/>
                    <a:pt x="33156" y="37648"/>
                  </a:cubicBezTo>
                  <a:lnTo>
                    <a:pt x="33156" y="37646"/>
                  </a:lnTo>
                  <a:cubicBezTo>
                    <a:pt x="33150" y="37658"/>
                    <a:pt x="33142" y="37663"/>
                    <a:pt x="33130" y="37663"/>
                  </a:cubicBezTo>
                  <a:cubicBezTo>
                    <a:pt x="33030" y="37663"/>
                    <a:pt x="32707" y="37242"/>
                    <a:pt x="32461" y="36901"/>
                  </a:cubicBezTo>
                  <a:cubicBezTo>
                    <a:pt x="32463" y="36898"/>
                    <a:pt x="32464" y="36898"/>
                    <a:pt x="32467" y="36894"/>
                  </a:cubicBezTo>
                  <a:cubicBezTo>
                    <a:pt x="32495" y="36857"/>
                    <a:pt x="32522" y="36812"/>
                    <a:pt x="32548" y="36771"/>
                  </a:cubicBezTo>
                  <a:close/>
                  <a:moveTo>
                    <a:pt x="34087" y="36081"/>
                  </a:moveTo>
                  <a:cubicBezTo>
                    <a:pt x="34104" y="36107"/>
                    <a:pt x="34124" y="36134"/>
                    <a:pt x="34145" y="36158"/>
                  </a:cubicBezTo>
                  <a:cubicBezTo>
                    <a:pt x="34087" y="36713"/>
                    <a:pt x="33934" y="37241"/>
                    <a:pt x="33542" y="37720"/>
                  </a:cubicBezTo>
                  <a:cubicBezTo>
                    <a:pt x="33533" y="37728"/>
                    <a:pt x="33524" y="37737"/>
                    <a:pt x="33514" y="37747"/>
                  </a:cubicBezTo>
                  <a:cubicBezTo>
                    <a:pt x="33762" y="37278"/>
                    <a:pt x="33241" y="36828"/>
                    <a:pt x="32692" y="36499"/>
                  </a:cubicBezTo>
                  <a:cubicBezTo>
                    <a:pt x="32706" y="36466"/>
                    <a:pt x="32715" y="36434"/>
                    <a:pt x="32727" y="36400"/>
                  </a:cubicBezTo>
                  <a:cubicBezTo>
                    <a:pt x="33196" y="36370"/>
                    <a:pt x="33658" y="36268"/>
                    <a:pt x="34087" y="36081"/>
                  </a:cubicBezTo>
                  <a:close/>
                  <a:moveTo>
                    <a:pt x="30074" y="37293"/>
                  </a:moveTo>
                  <a:cubicBezTo>
                    <a:pt x="29980" y="37443"/>
                    <a:pt x="29917" y="37606"/>
                    <a:pt x="29920" y="37781"/>
                  </a:cubicBezTo>
                  <a:cubicBezTo>
                    <a:pt x="29889" y="37750"/>
                    <a:pt x="29855" y="37720"/>
                    <a:pt x="29826" y="37688"/>
                  </a:cubicBezTo>
                  <a:cubicBezTo>
                    <a:pt x="29800" y="37660"/>
                    <a:pt x="29780" y="37629"/>
                    <a:pt x="29755" y="37600"/>
                  </a:cubicBezTo>
                  <a:cubicBezTo>
                    <a:pt x="29863" y="37497"/>
                    <a:pt x="29970" y="37395"/>
                    <a:pt x="30074" y="37293"/>
                  </a:cubicBezTo>
                  <a:close/>
                  <a:moveTo>
                    <a:pt x="30900" y="36880"/>
                  </a:moveTo>
                  <a:lnTo>
                    <a:pt x="30900" y="36880"/>
                  </a:lnTo>
                  <a:cubicBezTo>
                    <a:pt x="30969" y="37020"/>
                    <a:pt x="31085" y="37136"/>
                    <a:pt x="31226" y="37205"/>
                  </a:cubicBezTo>
                  <a:cubicBezTo>
                    <a:pt x="30906" y="37414"/>
                    <a:pt x="30610" y="37652"/>
                    <a:pt x="30250" y="37788"/>
                  </a:cubicBezTo>
                  <a:cubicBezTo>
                    <a:pt x="30241" y="37428"/>
                    <a:pt x="30629" y="37116"/>
                    <a:pt x="30900" y="36880"/>
                  </a:cubicBezTo>
                  <a:close/>
                  <a:moveTo>
                    <a:pt x="34405" y="33556"/>
                  </a:moveTo>
                  <a:cubicBezTo>
                    <a:pt x="35318" y="34273"/>
                    <a:pt x="35823" y="35418"/>
                    <a:pt x="35333" y="36576"/>
                  </a:cubicBezTo>
                  <a:lnTo>
                    <a:pt x="35332" y="36577"/>
                  </a:lnTo>
                  <a:cubicBezTo>
                    <a:pt x="35042" y="37262"/>
                    <a:pt x="34475" y="37739"/>
                    <a:pt x="33828" y="38091"/>
                  </a:cubicBezTo>
                  <a:cubicBezTo>
                    <a:pt x="34487" y="37419"/>
                    <a:pt x="34645" y="36440"/>
                    <a:pt x="34640" y="35523"/>
                  </a:cubicBezTo>
                  <a:cubicBezTo>
                    <a:pt x="34636" y="34881"/>
                    <a:pt x="34577" y="34460"/>
                    <a:pt x="34337" y="34095"/>
                  </a:cubicBezTo>
                  <a:cubicBezTo>
                    <a:pt x="34365" y="33916"/>
                    <a:pt x="34388" y="33738"/>
                    <a:pt x="34405" y="33556"/>
                  </a:cubicBezTo>
                  <a:close/>
                  <a:moveTo>
                    <a:pt x="31965" y="37256"/>
                  </a:moveTo>
                  <a:lnTo>
                    <a:pt x="31965" y="37256"/>
                  </a:lnTo>
                  <a:cubicBezTo>
                    <a:pt x="31971" y="37524"/>
                    <a:pt x="31945" y="37791"/>
                    <a:pt x="31884" y="38053"/>
                  </a:cubicBezTo>
                  <a:lnTo>
                    <a:pt x="31838" y="38210"/>
                  </a:lnTo>
                  <a:cubicBezTo>
                    <a:pt x="31450" y="38108"/>
                    <a:pt x="31385" y="37907"/>
                    <a:pt x="31643" y="37609"/>
                  </a:cubicBezTo>
                  <a:cubicBezTo>
                    <a:pt x="31685" y="37508"/>
                    <a:pt x="31721" y="37408"/>
                    <a:pt x="31756" y="37306"/>
                  </a:cubicBezTo>
                  <a:cubicBezTo>
                    <a:pt x="31827" y="37297"/>
                    <a:pt x="31897" y="37280"/>
                    <a:pt x="31965" y="37256"/>
                  </a:cubicBezTo>
                  <a:close/>
                  <a:moveTo>
                    <a:pt x="31357" y="37499"/>
                  </a:moveTo>
                  <a:lnTo>
                    <a:pt x="31357" y="37499"/>
                  </a:lnTo>
                  <a:cubicBezTo>
                    <a:pt x="31263" y="37784"/>
                    <a:pt x="31156" y="38161"/>
                    <a:pt x="31147" y="38459"/>
                  </a:cubicBezTo>
                  <a:cubicBezTo>
                    <a:pt x="30854" y="38388"/>
                    <a:pt x="30578" y="38269"/>
                    <a:pt x="30326" y="38105"/>
                  </a:cubicBezTo>
                  <a:cubicBezTo>
                    <a:pt x="30706" y="37965"/>
                    <a:pt x="31022" y="37719"/>
                    <a:pt x="31357" y="37499"/>
                  </a:cubicBezTo>
                  <a:close/>
                  <a:moveTo>
                    <a:pt x="32296" y="37360"/>
                  </a:moveTo>
                  <a:cubicBezTo>
                    <a:pt x="32531" y="37713"/>
                    <a:pt x="32826" y="38055"/>
                    <a:pt x="33105" y="38055"/>
                  </a:cubicBezTo>
                  <a:cubicBezTo>
                    <a:pt x="33141" y="38055"/>
                    <a:pt x="33177" y="38050"/>
                    <a:pt x="33213" y="38037"/>
                  </a:cubicBezTo>
                  <a:lnTo>
                    <a:pt x="33213" y="38037"/>
                  </a:lnTo>
                  <a:cubicBezTo>
                    <a:pt x="32887" y="38297"/>
                    <a:pt x="32494" y="38461"/>
                    <a:pt x="32078" y="38510"/>
                  </a:cubicBezTo>
                  <a:cubicBezTo>
                    <a:pt x="32245" y="38198"/>
                    <a:pt x="32299" y="37762"/>
                    <a:pt x="32296" y="37360"/>
                  </a:cubicBezTo>
                  <a:close/>
                  <a:moveTo>
                    <a:pt x="15487" y="36280"/>
                  </a:moveTo>
                  <a:cubicBezTo>
                    <a:pt x="16642" y="36551"/>
                    <a:pt x="17813" y="36751"/>
                    <a:pt x="18971" y="37006"/>
                  </a:cubicBezTo>
                  <a:cubicBezTo>
                    <a:pt x="20032" y="37239"/>
                    <a:pt x="21225" y="37750"/>
                    <a:pt x="22381" y="37917"/>
                  </a:cubicBezTo>
                  <a:cubicBezTo>
                    <a:pt x="22320" y="38144"/>
                    <a:pt x="22248" y="38370"/>
                    <a:pt x="22165" y="38594"/>
                  </a:cubicBezTo>
                  <a:lnTo>
                    <a:pt x="22165" y="38592"/>
                  </a:lnTo>
                  <a:cubicBezTo>
                    <a:pt x="20622" y="38498"/>
                    <a:pt x="19081" y="38388"/>
                    <a:pt x="17547" y="38161"/>
                  </a:cubicBezTo>
                  <a:cubicBezTo>
                    <a:pt x="17198" y="38108"/>
                    <a:pt x="16172" y="37893"/>
                    <a:pt x="15060" y="37561"/>
                  </a:cubicBezTo>
                  <a:cubicBezTo>
                    <a:pt x="14926" y="37327"/>
                    <a:pt x="14791" y="37094"/>
                    <a:pt x="14655" y="36864"/>
                  </a:cubicBezTo>
                  <a:cubicBezTo>
                    <a:pt x="14923" y="36754"/>
                    <a:pt x="15215" y="36543"/>
                    <a:pt x="15487" y="36280"/>
                  </a:cubicBezTo>
                  <a:close/>
                  <a:moveTo>
                    <a:pt x="27262" y="32120"/>
                  </a:moveTo>
                  <a:cubicBezTo>
                    <a:pt x="28876" y="32120"/>
                    <a:pt x="30651" y="32172"/>
                    <a:pt x="32160" y="32614"/>
                  </a:cubicBezTo>
                  <a:cubicBezTo>
                    <a:pt x="32100" y="32608"/>
                    <a:pt x="32041" y="32605"/>
                    <a:pt x="31984" y="32605"/>
                  </a:cubicBezTo>
                  <a:cubicBezTo>
                    <a:pt x="31625" y="32605"/>
                    <a:pt x="31320" y="32718"/>
                    <a:pt x="30961" y="32891"/>
                  </a:cubicBezTo>
                  <a:cubicBezTo>
                    <a:pt x="30946" y="32858"/>
                    <a:pt x="30984" y="32826"/>
                    <a:pt x="30966" y="32795"/>
                  </a:cubicBezTo>
                  <a:cubicBezTo>
                    <a:pt x="30938" y="32744"/>
                    <a:pt x="30896" y="32721"/>
                    <a:pt x="30852" y="32721"/>
                  </a:cubicBezTo>
                  <a:cubicBezTo>
                    <a:pt x="30807" y="32721"/>
                    <a:pt x="30760" y="32747"/>
                    <a:pt x="30729" y="32795"/>
                  </a:cubicBezTo>
                  <a:cubicBezTo>
                    <a:pt x="30667" y="32889"/>
                    <a:pt x="30632" y="33011"/>
                    <a:pt x="30590" y="33152"/>
                  </a:cubicBezTo>
                  <a:cubicBezTo>
                    <a:pt x="29208" y="34061"/>
                    <a:pt x="28377" y="36018"/>
                    <a:pt x="29221" y="37522"/>
                  </a:cubicBezTo>
                  <a:cubicBezTo>
                    <a:pt x="29141" y="37603"/>
                    <a:pt x="29062" y="37685"/>
                    <a:pt x="28982" y="37762"/>
                  </a:cubicBezTo>
                  <a:cubicBezTo>
                    <a:pt x="28549" y="38176"/>
                    <a:pt x="28110" y="38579"/>
                    <a:pt x="27684" y="38999"/>
                  </a:cubicBezTo>
                  <a:cubicBezTo>
                    <a:pt x="26889" y="38936"/>
                    <a:pt x="26104" y="38851"/>
                    <a:pt x="25346" y="38793"/>
                  </a:cubicBezTo>
                  <a:lnTo>
                    <a:pt x="25346" y="38795"/>
                  </a:lnTo>
                  <a:cubicBezTo>
                    <a:pt x="24840" y="38756"/>
                    <a:pt x="23968" y="38725"/>
                    <a:pt x="23462" y="38693"/>
                  </a:cubicBezTo>
                  <a:cubicBezTo>
                    <a:pt x="24126" y="36627"/>
                    <a:pt x="24362" y="34400"/>
                    <a:pt x="23012" y="32295"/>
                  </a:cubicBezTo>
                  <a:lnTo>
                    <a:pt x="23012" y="32266"/>
                  </a:lnTo>
                  <a:cubicBezTo>
                    <a:pt x="24362" y="32178"/>
                    <a:pt x="25796" y="32124"/>
                    <a:pt x="27018" y="32121"/>
                  </a:cubicBezTo>
                  <a:cubicBezTo>
                    <a:pt x="27099" y="32120"/>
                    <a:pt x="27180" y="32120"/>
                    <a:pt x="27262" y="32120"/>
                  </a:cubicBezTo>
                  <a:close/>
                  <a:moveTo>
                    <a:pt x="29461" y="37880"/>
                  </a:moveTo>
                  <a:cubicBezTo>
                    <a:pt x="29916" y="38464"/>
                    <a:pt x="30585" y="38846"/>
                    <a:pt x="31320" y="38937"/>
                  </a:cubicBezTo>
                  <a:cubicBezTo>
                    <a:pt x="30715" y="39040"/>
                    <a:pt x="30094" y="39078"/>
                    <a:pt x="29467" y="39078"/>
                  </a:cubicBezTo>
                  <a:cubicBezTo>
                    <a:pt x="29044" y="39078"/>
                    <a:pt x="28619" y="39061"/>
                    <a:pt x="28195" y="39033"/>
                  </a:cubicBezTo>
                  <a:lnTo>
                    <a:pt x="28195" y="39033"/>
                  </a:lnTo>
                  <a:cubicBezTo>
                    <a:pt x="28550" y="38701"/>
                    <a:pt x="28906" y="38372"/>
                    <a:pt x="29272" y="38050"/>
                  </a:cubicBezTo>
                  <a:cubicBezTo>
                    <a:pt x="29337" y="37994"/>
                    <a:pt x="29398" y="37935"/>
                    <a:pt x="29461" y="37880"/>
                  </a:cubicBezTo>
                  <a:close/>
                  <a:moveTo>
                    <a:pt x="11012" y="35340"/>
                  </a:moveTo>
                  <a:lnTo>
                    <a:pt x="11012" y="35340"/>
                  </a:lnTo>
                  <a:cubicBezTo>
                    <a:pt x="10999" y="35575"/>
                    <a:pt x="11081" y="35798"/>
                    <a:pt x="11227" y="36008"/>
                  </a:cubicBezTo>
                  <a:cubicBezTo>
                    <a:pt x="11265" y="36075"/>
                    <a:pt x="11307" y="36138"/>
                    <a:pt x="11355" y="36200"/>
                  </a:cubicBezTo>
                  <a:cubicBezTo>
                    <a:pt x="10478" y="36765"/>
                    <a:pt x="9642" y="37394"/>
                    <a:pt x="8794" y="38019"/>
                  </a:cubicBezTo>
                  <a:cubicBezTo>
                    <a:pt x="7637" y="38872"/>
                    <a:pt x="6409" y="39672"/>
                    <a:pt x="5268" y="40561"/>
                  </a:cubicBezTo>
                  <a:cubicBezTo>
                    <a:pt x="3869" y="39239"/>
                    <a:pt x="2792" y="37601"/>
                    <a:pt x="2263" y="35784"/>
                  </a:cubicBezTo>
                  <a:lnTo>
                    <a:pt x="2263" y="35783"/>
                  </a:lnTo>
                  <a:cubicBezTo>
                    <a:pt x="2468" y="35783"/>
                    <a:pt x="2670" y="35792"/>
                    <a:pt x="2863" y="35793"/>
                  </a:cubicBezTo>
                  <a:cubicBezTo>
                    <a:pt x="3119" y="35797"/>
                    <a:pt x="3375" y="35798"/>
                    <a:pt x="3632" y="35798"/>
                  </a:cubicBezTo>
                  <a:cubicBezTo>
                    <a:pt x="4320" y="35798"/>
                    <a:pt x="5010" y="35789"/>
                    <a:pt x="5699" y="35789"/>
                  </a:cubicBezTo>
                  <a:cubicBezTo>
                    <a:pt x="5831" y="35789"/>
                    <a:pt x="5963" y="35790"/>
                    <a:pt x="6094" y="35790"/>
                  </a:cubicBezTo>
                  <a:cubicBezTo>
                    <a:pt x="6137" y="35790"/>
                    <a:pt x="6181" y="35791"/>
                    <a:pt x="6224" y="35791"/>
                  </a:cubicBezTo>
                  <a:cubicBezTo>
                    <a:pt x="7834" y="35791"/>
                    <a:pt x="9437" y="35650"/>
                    <a:pt x="11012" y="35340"/>
                  </a:cubicBezTo>
                  <a:close/>
                  <a:moveTo>
                    <a:pt x="53184" y="33902"/>
                  </a:moveTo>
                  <a:cubicBezTo>
                    <a:pt x="53133" y="34210"/>
                    <a:pt x="53240" y="34497"/>
                    <a:pt x="53441" y="34712"/>
                  </a:cubicBezTo>
                  <a:cubicBezTo>
                    <a:pt x="52606" y="35928"/>
                    <a:pt x="51636" y="37066"/>
                    <a:pt x="50716" y="38207"/>
                  </a:cubicBezTo>
                  <a:cubicBezTo>
                    <a:pt x="49884" y="39237"/>
                    <a:pt x="49008" y="40244"/>
                    <a:pt x="48360" y="41396"/>
                  </a:cubicBezTo>
                  <a:cubicBezTo>
                    <a:pt x="46851" y="40236"/>
                    <a:pt x="45606" y="38738"/>
                    <a:pt x="44842" y="37034"/>
                  </a:cubicBezTo>
                  <a:cubicBezTo>
                    <a:pt x="46079" y="36403"/>
                    <a:pt x="47448" y="35953"/>
                    <a:pt x="48715" y="35487"/>
                  </a:cubicBezTo>
                  <a:cubicBezTo>
                    <a:pt x="49646" y="35145"/>
                    <a:pt x="50533" y="34759"/>
                    <a:pt x="51494" y="34487"/>
                  </a:cubicBezTo>
                  <a:cubicBezTo>
                    <a:pt x="51973" y="34349"/>
                    <a:pt x="52602" y="34015"/>
                    <a:pt x="53184" y="33902"/>
                  </a:cubicBezTo>
                  <a:close/>
                  <a:moveTo>
                    <a:pt x="53592" y="34845"/>
                  </a:moveTo>
                  <a:cubicBezTo>
                    <a:pt x="53745" y="34960"/>
                    <a:pt x="53925" y="35034"/>
                    <a:pt x="54113" y="35065"/>
                  </a:cubicBezTo>
                  <a:cubicBezTo>
                    <a:pt x="54132" y="35067"/>
                    <a:pt x="54149" y="35067"/>
                    <a:pt x="54167" y="35070"/>
                  </a:cubicBezTo>
                  <a:cubicBezTo>
                    <a:pt x="53318" y="36089"/>
                    <a:pt x="52553" y="37181"/>
                    <a:pt x="51695" y="38195"/>
                  </a:cubicBezTo>
                  <a:cubicBezTo>
                    <a:pt x="50719" y="39350"/>
                    <a:pt x="49854" y="40637"/>
                    <a:pt x="48746" y="41671"/>
                  </a:cubicBezTo>
                  <a:cubicBezTo>
                    <a:pt x="48687" y="41630"/>
                    <a:pt x="48626" y="41588"/>
                    <a:pt x="48568" y="41545"/>
                  </a:cubicBezTo>
                  <a:cubicBezTo>
                    <a:pt x="49278" y="40256"/>
                    <a:pt x="50287" y="39145"/>
                    <a:pt x="51200" y="37996"/>
                  </a:cubicBezTo>
                  <a:cubicBezTo>
                    <a:pt x="52015" y="36966"/>
                    <a:pt x="52878" y="35953"/>
                    <a:pt x="53592" y="34845"/>
                  </a:cubicBezTo>
                  <a:close/>
                  <a:moveTo>
                    <a:pt x="55587" y="34531"/>
                  </a:moveTo>
                  <a:cubicBezTo>
                    <a:pt x="57345" y="35300"/>
                    <a:pt x="59057" y="36180"/>
                    <a:pt x="60823" y="36928"/>
                  </a:cubicBezTo>
                  <a:cubicBezTo>
                    <a:pt x="61640" y="37273"/>
                    <a:pt x="62457" y="37494"/>
                    <a:pt x="63312" y="37711"/>
                  </a:cubicBezTo>
                  <a:cubicBezTo>
                    <a:pt x="63627" y="37790"/>
                    <a:pt x="64021" y="37909"/>
                    <a:pt x="64387" y="37909"/>
                  </a:cubicBezTo>
                  <a:cubicBezTo>
                    <a:pt x="64428" y="37909"/>
                    <a:pt x="64469" y="37908"/>
                    <a:pt x="64510" y="37904"/>
                  </a:cubicBezTo>
                  <a:lnTo>
                    <a:pt x="64510" y="37904"/>
                  </a:lnTo>
                  <a:cubicBezTo>
                    <a:pt x="64272" y="38750"/>
                    <a:pt x="63915" y="39561"/>
                    <a:pt x="63449" y="40307"/>
                  </a:cubicBezTo>
                  <a:cubicBezTo>
                    <a:pt x="62936" y="41135"/>
                    <a:pt x="62273" y="41791"/>
                    <a:pt x="61518" y="42309"/>
                  </a:cubicBezTo>
                  <a:cubicBezTo>
                    <a:pt x="61504" y="42305"/>
                    <a:pt x="61489" y="42304"/>
                    <a:pt x="61474" y="42304"/>
                  </a:cubicBezTo>
                  <a:cubicBezTo>
                    <a:pt x="61414" y="42304"/>
                    <a:pt x="61353" y="42332"/>
                    <a:pt x="61325" y="42387"/>
                  </a:cubicBezTo>
                  <a:cubicBezTo>
                    <a:pt x="60684" y="42022"/>
                    <a:pt x="60223" y="41410"/>
                    <a:pt x="59727" y="40875"/>
                  </a:cubicBezTo>
                  <a:cubicBezTo>
                    <a:pt x="59003" y="40097"/>
                    <a:pt x="58323" y="39329"/>
                    <a:pt x="57744" y="38430"/>
                  </a:cubicBezTo>
                  <a:cubicBezTo>
                    <a:pt x="56987" y="37255"/>
                    <a:pt x="55912" y="36024"/>
                    <a:pt x="55501" y="34635"/>
                  </a:cubicBezTo>
                  <a:cubicBezTo>
                    <a:pt x="55530" y="34601"/>
                    <a:pt x="55559" y="34567"/>
                    <a:pt x="55587" y="34531"/>
                  </a:cubicBezTo>
                  <a:close/>
                  <a:moveTo>
                    <a:pt x="15475" y="38288"/>
                  </a:moveTo>
                  <a:lnTo>
                    <a:pt x="15475" y="38288"/>
                  </a:lnTo>
                  <a:cubicBezTo>
                    <a:pt x="17543" y="38906"/>
                    <a:pt x="19711" y="39107"/>
                    <a:pt x="21885" y="39261"/>
                  </a:cubicBezTo>
                  <a:cubicBezTo>
                    <a:pt x="21721" y="39621"/>
                    <a:pt x="21534" y="39970"/>
                    <a:pt x="21325" y="40307"/>
                  </a:cubicBezTo>
                  <a:cubicBezTo>
                    <a:pt x="20622" y="41439"/>
                    <a:pt x="19641" y="42256"/>
                    <a:pt x="18520" y="42825"/>
                  </a:cubicBezTo>
                  <a:cubicBezTo>
                    <a:pt x="17311" y="41458"/>
                    <a:pt x="16383" y="39878"/>
                    <a:pt x="15475" y="38288"/>
                  </a:cubicBezTo>
                  <a:close/>
                  <a:moveTo>
                    <a:pt x="11504" y="36362"/>
                  </a:moveTo>
                  <a:cubicBezTo>
                    <a:pt x="11635" y="36488"/>
                    <a:pt x="11783" y="36596"/>
                    <a:pt x="11946" y="36683"/>
                  </a:cubicBezTo>
                  <a:cubicBezTo>
                    <a:pt x="12082" y="36778"/>
                    <a:pt x="12226" y="36868"/>
                    <a:pt x="12371" y="36953"/>
                  </a:cubicBezTo>
                  <a:cubicBezTo>
                    <a:pt x="11406" y="39036"/>
                    <a:pt x="10367" y="41084"/>
                    <a:pt x="9390" y="43161"/>
                  </a:cubicBezTo>
                  <a:cubicBezTo>
                    <a:pt x="7962" y="42612"/>
                    <a:pt x="6648" y="41808"/>
                    <a:pt x="5511" y="40788"/>
                  </a:cubicBezTo>
                  <a:lnTo>
                    <a:pt x="5511" y="40787"/>
                  </a:lnTo>
                  <a:cubicBezTo>
                    <a:pt x="5932" y="40482"/>
                    <a:pt x="6340" y="40154"/>
                    <a:pt x="6748" y="39844"/>
                  </a:cubicBezTo>
                  <a:cubicBezTo>
                    <a:pt x="7466" y="39299"/>
                    <a:pt x="8205" y="38787"/>
                    <a:pt x="8929" y="38251"/>
                  </a:cubicBezTo>
                  <a:cubicBezTo>
                    <a:pt x="9781" y="37618"/>
                    <a:pt x="10622" y="36959"/>
                    <a:pt x="11504" y="36362"/>
                  </a:cubicBezTo>
                  <a:close/>
                  <a:moveTo>
                    <a:pt x="55247" y="34845"/>
                  </a:moveTo>
                  <a:cubicBezTo>
                    <a:pt x="55403" y="36197"/>
                    <a:pt x="55539" y="37547"/>
                    <a:pt x="55513" y="38911"/>
                  </a:cubicBezTo>
                  <a:cubicBezTo>
                    <a:pt x="55496" y="39811"/>
                    <a:pt x="55431" y="40710"/>
                    <a:pt x="55425" y="41611"/>
                  </a:cubicBezTo>
                  <a:cubicBezTo>
                    <a:pt x="55420" y="42333"/>
                    <a:pt x="55570" y="43048"/>
                    <a:pt x="55389" y="43751"/>
                  </a:cubicBezTo>
                  <a:cubicBezTo>
                    <a:pt x="55003" y="43472"/>
                    <a:pt x="54924" y="42649"/>
                    <a:pt x="54860" y="42253"/>
                  </a:cubicBezTo>
                  <a:cubicBezTo>
                    <a:pt x="54747" y="41545"/>
                    <a:pt x="54715" y="40819"/>
                    <a:pt x="54696" y="40102"/>
                  </a:cubicBezTo>
                  <a:cubicBezTo>
                    <a:pt x="54678" y="39339"/>
                    <a:pt x="54681" y="38575"/>
                    <a:pt x="54703" y="37811"/>
                  </a:cubicBezTo>
                  <a:cubicBezTo>
                    <a:pt x="54729" y="36785"/>
                    <a:pt x="54998" y="35851"/>
                    <a:pt x="55199" y="34879"/>
                  </a:cubicBezTo>
                  <a:cubicBezTo>
                    <a:pt x="55216" y="34869"/>
                    <a:pt x="55231" y="34856"/>
                    <a:pt x="55247" y="34845"/>
                  </a:cubicBezTo>
                  <a:close/>
                  <a:moveTo>
                    <a:pt x="13701" y="37635"/>
                  </a:moveTo>
                  <a:lnTo>
                    <a:pt x="13701" y="37635"/>
                  </a:lnTo>
                  <a:cubicBezTo>
                    <a:pt x="14170" y="37842"/>
                    <a:pt x="14649" y="38025"/>
                    <a:pt x="15138" y="38183"/>
                  </a:cubicBezTo>
                  <a:cubicBezTo>
                    <a:pt x="15487" y="38821"/>
                    <a:pt x="15829" y="39465"/>
                    <a:pt x="16166" y="40111"/>
                  </a:cubicBezTo>
                  <a:cubicBezTo>
                    <a:pt x="16681" y="41102"/>
                    <a:pt x="17300" y="42186"/>
                    <a:pt x="18107" y="43023"/>
                  </a:cubicBezTo>
                  <a:cubicBezTo>
                    <a:pt x="16881" y="43566"/>
                    <a:pt x="15514" y="43833"/>
                    <a:pt x="14165" y="43900"/>
                  </a:cubicBezTo>
                  <a:lnTo>
                    <a:pt x="14165" y="43898"/>
                  </a:lnTo>
                  <a:cubicBezTo>
                    <a:pt x="14210" y="43009"/>
                    <a:pt x="14071" y="42083"/>
                    <a:pt x="13995" y="41232"/>
                  </a:cubicBezTo>
                  <a:cubicBezTo>
                    <a:pt x="13891" y="40057"/>
                    <a:pt x="13735" y="38840"/>
                    <a:pt x="13701" y="37635"/>
                  </a:cubicBezTo>
                  <a:close/>
                  <a:moveTo>
                    <a:pt x="54914" y="35003"/>
                  </a:moveTo>
                  <a:cubicBezTo>
                    <a:pt x="54718" y="35933"/>
                    <a:pt x="54469" y="36833"/>
                    <a:pt x="54423" y="37811"/>
                  </a:cubicBezTo>
                  <a:cubicBezTo>
                    <a:pt x="54379" y="38758"/>
                    <a:pt x="54379" y="39714"/>
                    <a:pt x="54409" y="40662"/>
                  </a:cubicBezTo>
                  <a:cubicBezTo>
                    <a:pt x="54432" y="41412"/>
                    <a:pt x="54376" y="43219"/>
                    <a:pt x="55071" y="43909"/>
                  </a:cubicBezTo>
                  <a:cubicBezTo>
                    <a:pt x="52924" y="43824"/>
                    <a:pt x="50779" y="43060"/>
                    <a:pt x="48956" y="41821"/>
                  </a:cubicBezTo>
                  <a:cubicBezTo>
                    <a:pt x="49927" y="40900"/>
                    <a:pt x="50711" y="39796"/>
                    <a:pt x="51560" y="38755"/>
                  </a:cubicBezTo>
                  <a:cubicBezTo>
                    <a:pt x="52545" y="37545"/>
                    <a:pt x="53468" y="36262"/>
                    <a:pt x="54492" y="35080"/>
                  </a:cubicBezTo>
                  <a:cubicBezTo>
                    <a:pt x="54636" y="35073"/>
                    <a:pt x="54777" y="35046"/>
                    <a:pt x="54914" y="35003"/>
                  </a:cubicBezTo>
                  <a:close/>
                  <a:moveTo>
                    <a:pt x="12588" y="37080"/>
                  </a:moveTo>
                  <a:cubicBezTo>
                    <a:pt x="12795" y="37194"/>
                    <a:pt x="12996" y="37298"/>
                    <a:pt x="13177" y="37388"/>
                  </a:cubicBezTo>
                  <a:cubicBezTo>
                    <a:pt x="13270" y="37434"/>
                    <a:pt x="13364" y="37477"/>
                    <a:pt x="13458" y="37521"/>
                  </a:cubicBezTo>
                  <a:cubicBezTo>
                    <a:pt x="13469" y="38623"/>
                    <a:pt x="13596" y="39724"/>
                    <a:pt x="13628" y="40835"/>
                  </a:cubicBezTo>
                  <a:cubicBezTo>
                    <a:pt x="13658" y="41857"/>
                    <a:pt x="13833" y="42896"/>
                    <a:pt x="13775" y="43914"/>
                  </a:cubicBezTo>
                  <a:cubicBezTo>
                    <a:pt x="13648" y="43916"/>
                    <a:pt x="13520" y="43918"/>
                    <a:pt x="13392" y="43918"/>
                  </a:cubicBezTo>
                  <a:cubicBezTo>
                    <a:pt x="13265" y="43918"/>
                    <a:pt x="13137" y="43916"/>
                    <a:pt x="13011" y="43912"/>
                  </a:cubicBezTo>
                  <a:cubicBezTo>
                    <a:pt x="11896" y="43875"/>
                    <a:pt x="10780" y="43651"/>
                    <a:pt x="9707" y="43277"/>
                  </a:cubicBezTo>
                  <a:cubicBezTo>
                    <a:pt x="10682" y="41217"/>
                    <a:pt x="11675" y="39168"/>
                    <a:pt x="12588" y="37080"/>
                  </a:cubicBezTo>
                  <a:close/>
                  <a:moveTo>
                    <a:pt x="55604" y="35591"/>
                  </a:moveTo>
                  <a:cubicBezTo>
                    <a:pt x="56071" y="36584"/>
                    <a:pt x="56772" y="37504"/>
                    <a:pt x="57362" y="38359"/>
                  </a:cubicBezTo>
                  <a:cubicBezTo>
                    <a:pt x="57995" y="39278"/>
                    <a:pt x="58586" y="40156"/>
                    <a:pt x="59368" y="40963"/>
                  </a:cubicBezTo>
                  <a:cubicBezTo>
                    <a:pt x="59911" y="41521"/>
                    <a:pt x="60381" y="42188"/>
                    <a:pt x="61042" y="42610"/>
                  </a:cubicBezTo>
                  <a:cubicBezTo>
                    <a:pt x="59452" y="43535"/>
                    <a:pt x="57526" y="43909"/>
                    <a:pt x="55680" y="43918"/>
                  </a:cubicBezTo>
                  <a:cubicBezTo>
                    <a:pt x="55864" y="43298"/>
                    <a:pt x="55804" y="42649"/>
                    <a:pt x="55762" y="42007"/>
                  </a:cubicBezTo>
                  <a:cubicBezTo>
                    <a:pt x="55702" y="41068"/>
                    <a:pt x="55794" y="40117"/>
                    <a:pt x="55828" y="39180"/>
                  </a:cubicBezTo>
                  <a:cubicBezTo>
                    <a:pt x="55872" y="37966"/>
                    <a:pt x="55754" y="36778"/>
                    <a:pt x="55604" y="35591"/>
                  </a:cubicBezTo>
                  <a:close/>
                  <a:moveTo>
                    <a:pt x="47253" y="1"/>
                  </a:moveTo>
                  <a:cubicBezTo>
                    <a:pt x="47090" y="1"/>
                    <a:pt x="46941" y="71"/>
                    <a:pt x="46857" y="197"/>
                  </a:cubicBezTo>
                  <a:cubicBezTo>
                    <a:pt x="46856" y="197"/>
                    <a:pt x="46855" y="197"/>
                    <a:pt x="46854" y="197"/>
                  </a:cubicBezTo>
                  <a:cubicBezTo>
                    <a:pt x="46756" y="197"/>
                    <a:pt x="46666" y="269"/>
                    <a:pt x="46709" y="390"/>
                  </a:cubicBezTo>
                  <a:cubicBezTo>
                    <a:pt x="47329" y="2175"/>
                    <a:pt x="51919" y="18609"/>
                    <a:pt x="51968" y="18758"/>
                  </a:cubicBezTo>
                  <a:cubicBezTo>
                    <a:pt x="45529" y="21411"/>
                    <a:pt x="39162" y="24246"/>
                    <a:pt x="32718" y="26890"/>
                  </a:cubicBezTo>
                  <a:cubicBezTo>
                    <a:pt x="30896" y="27637"/>
                    <a:pt x="29025" y="28247"/>
                    <a:pt x="27151" y="28842"/>
                  </a:cubicBezTo>
                  <a:cubicBezTo>
                    <a:pt x="27145" y="28717"/>
                    <a:pt x="27140" y="28593"/>
                    <a:pt x="27137" y="28471"/>
                  </a:cubicBezTo>
                  <a:cubicBezTo>
                    <a:pt x="27093" y="27133"/>
                    <a:pt x="27163" y="25803"/>
                    <a:pt x="27228" y="24470"/>
                  </a:cubicBezTo>
                  <a:cubicBezTo>
                    <a:pt x="27364" y="21523"/>
                    <a:pt x="27322" y="18570"/>
                    <a:pt x="27101" y="15629"/>
                  </a:cubicBezTo>
                  <a:cubicBezTo>
                    <a:pt x="27089" y="15474"/>
                    <a:pt x="26983" y="15409"/>
                    <a:pt x="26875" y="15409"/>
                  </a:cubicBezTo>
                  <a:cubicBezTo>
                    <a:pt x="26749" y="15409"/>
                    <a:pt x="26620" y="15497"/>
                    <a:pt x="26634" y="15632"/>
                  </a:cubicBezTo>
                  <a:cubicBezTo>
                    <a:pt x="26449" y="18264"/>
                    <a:pt x="26544" y="20926"/>
                    <a:pt x="26449" y="23564"/>
                  </a:cubicBezTo>
                  <a:cubicBezTo>
                    <a:pt x="26384" y="25398"/>
                    <a:pt x="26218" y="27280"/>
                    <a:pt x="26201" y="29139"/>
                  </a:cubicBezTo>
                  <a:cubicBezTo>
                    <a:pt x="25309" y="29423"/>
                    <a:pt x="24418" y="29708"/>
                    <a:pt x="23532" y="30010"/>
                  </a:cubicBezTo>
                  <a:cubicBezTo>
                    <a:pt x="23374" y="29473"/>
                    <a:pt x="23142" y="28961"/>
                    <a:pt x="22912" y="28445"/>
                  </a:cubicBezTo>
                  <a:cubicBezTo>
                    <a:pt x="22194" y="26849"/>
                    <a:pt x="21175" y="25438"/>
                    <a:pt x="19814" y="24333"/>
                  </a:cubicBezTo>
                  <a:cubicBezTo>
                    <a:pt x="19463" y="24048"/>
                    <a:pt x="19086" y="23797"/>
                    <a:pt x="18690" y="23581"/>
                  </a:cubicBezTo>
                  <a:cubicBezTo>
                    <a:pt x="19278" y="22772"/>
                    <a:pt x="19873" y="21968"/>
                    <a:pt x="20468" y="21162"/>
                  </a:cubicBezTo>
                  <a:cubicBezTo>
                    <a:pt x="20864" y="20626"/>
                    <a:pt x="21291" y="20083"/>
                    <a:pt x="21715" y="19529"/>
                  </a:cubicBezTo>
                  <a:cubicBezTo>
                    <a:pt x="22230" y="18979"/>
                    <a:pt x="22740" y="18425"/>
                    <a:pt x="23213" y="17824"/>
                  </a:cubicBezTo>
                  <a:cubicBezTo>
                    <a:pt x="23817" y="17055"/>
                    <a:pt x="24698" y="16183"/>
                    <a:pt x="24689" y="15156"/>
                  </a:cubicBezTo>
                  <a:cubicBezTo>
                    <a:pt x="24685" y="14908"/>
                    <a:pt x="24484" y="14741"/>
                    <a:pt x="24266" y="14741"/>
                  </a:cubicBezTo>
                  <a:cubicBezTo>
                    <a:pt x="24197" y="14741"/>
                    <a:pt x="24126" y="14758"/>
                    <a:pt x="24059" y="14794"/>
                  </a:cubicBezTo>
                  <a:cubicBezTo>
                    <a:pt x="23213" y="15249"/>
                    <a:pt x="22797" y="16327"/>
                    <a:pt x="22282" y="17104"/>
                  </a:cubicBezTo>
                  <a:cubicBezTo>
                    <a:pt x="21914" y="17658"/>
                    <a:pt x="21559" y="18216"/>
                    <a:pt x="21205" y="18776"/>
                  </a:cubicBezTo>
                  <a:cubicBezTo>
                    <a:pt x="20957" y="18866"/>
                    <a:pt x="20741" y="19020"/>
                    <a:pt x="20499" y="19135"/>
                  </a:cubicBezTo>
                  <a:cubicBezTo>
                    <a:pt x="20373" y="19195"/>
                    <a:pt x="20238" y="19239"/>
                    <a:pt x="20103" y="19239"/>
                  </a:cubicBezTo>
                  <a:cubicBezTo>
                    <a:pt x="20097" y="19239"/>
                    <a:pt x="20090" y="19239"/>
                    <a:pt x="20083" y="19239"/>
                  </a:cubicBezTo>
                  <a:cubicBezTo>
                    <a:pt x="18248" y="18575"/>
                    <a:pt x="16135" y="18685"/>
                    <a:pt x="14210" y="18546"/>
                  </a:cubicBezTo>
                  <a:cubicBezTo>
                    <a:pt x="11213" y="18326"/>
                    <a:pt x="8271" y="18068"/>
                    <a:pt x="5260" y="17987"/>
                  </a:cubicBezTo>
                  <a:cubicBezTo>
                    <a:pt x="5258" y="17987"/>
                    <a:pt x="5255" y="17987"/>
                    <a:pt x="5252" y="17987"/>
                  </a:cubicBezTo>
                  <a:cubicBezTo>
                    <a:pt x="4928" y="17987"/>
                    <a:pt x="4949" y="18456"/>
                    <a:pt x="5260" y="18493"/>
                  </a:cubicBezTo>
                  <a:cubicBezTo>
                    <a:pt x="6575" y="18646"/>
                    <a:pt x="7891" y="18855"/>
                    <a:pt x="9209" y="19054"/>
                  </a:cubicBezTo>
                  <a:cubicBezTo>
                    <a:pt x="9781" y="19820"/>
                    <a:pt x="10098" y="20912"/>
                    <a:pt x="10409" y="21796"/>
                  </a:cubicBezTo>
                  <a:cubicBezTo>
                    <a:pt x="10500" y="22058"/>
                    <a:pt x="10625" y="22427"/>
                    <a:pt x="10818" y="22704"/>
                  </a:cubicBezTo>
                  <a:cubicBezTo>
                    <a:pt x="5268" y="23825"/>
                    <a:pt x="1" y="28007"/>
                    <a:pt x="267" y="34115"/>
                  </a:cubicBezTo>
                  <a:cubicBezTo>
                    <a:pt x="560" y="40843"/>
                    <a:pt x="7533" y="45588"/>
                    <a:pt x="13809" y="45588"/>
                  </a:cubicBezTo>
                  <a:cubicBezTo>
                    <a:pt x="13853" y="45588"/>
                    <a:pt x="13898" y="45588"/>
                    <a:pt x="13942" y="45587"/>
                  </a:cubicBezTo>
                  <a:cubicBezTo>
                    <a:pt x="17388" y="45550"/>
                    <a:pt x="20648" y="43863"/>
                    <a:pt x="22635" y="41075"/>
                  </a:cubicBezTo>
                  <a:cubicBezTo>
                    <a:pt x="23011" y="40546"/>
                    <a:pt x="23326" y="39977"/>
                    <a:pt x="23575" y="39376"/>
                  </a:cubicBezTo>
                  <a:cubicBezTo>
                    <a:pt x="24735" y="39455"/>
                    <a:pt x="25895" y="39537"/>
                    <a:pt x="27053" y="39635"/>
                  </a:cubicBezTo>
                  <a:cubicBezTo>
                    <a:pt x="27019" y="39712"/>
                    <a:pt x="27022" y="39800"/>
                    <a:pt x="27063" y="39876"/>
                  </a:cubicBezTo>
                  <a:cubicBezTo>
                    <a:pt x="27086" y="39916"/>
                    <a:pt x="27129" y="39941"/>
                    <a:pt x="27175" y="39943"/>
                  </a:cubicBezTo>
                  <a:cubicBezTo>
                    <a:pt x="27644" y="41103"/>
                    <a:pt x="29380" y="41444"/>
                    <a:pt x="30594" y="41444"/>
                  </a:cubicBezTo>
                  <a:cubicBezTo>
                    <a:pt x="30731" y="41444"/>
                    <a:pt x="30862" y="41440"/>
                    <a:pt x="30983" y="41432"/>
                  </a:cubicBezTo>
                  <a:cubicBezTo>
                    <a:pt x="32113" y="41356"/>
                    <a:pt x="34455" y="41557"/>
                    <a:pt x="34982" y="40241"/>
                  </a:cubicBezTo>
                  <a:cubicBezTo>
                    <a:pt x="35008" y="40174"/>
                    <a:pt x="34977" y="40086"/>
                    <a:pt x="34929" y="40040"/>
                  </a:cubicBezTo>
                  <a:cubicBezTo>
                    <a:pt x="34665" y="39779"/>
                    <a:pt x="34344" y="39704"/>
                    <a:pt x="34008" y="39704"/>
                  </a:cubicBezTo>
                  <a:cubicBezTo>
                    <a:pt x="33820" y="39704"/>
                    <a:pt x="33627" y="39728"/>
                    <a:pt x="33437" y="39755"/>
                  </a:cubicBezTo>
                  <a:cubicBezTo>
                    <a:pt x="33123" y="39661"/>
                    <a:pt x="32795" y="39605"/>
                    <a:pt x="32461" y="39567"/>
                  </a:cubicBezTo>
                  <a:cubicBezTo>
                    <a:pt x="32972" y="39376"/>
                    <a:pt x="33465" y="39148"/>
                    <a:pt x="33940" y="38882"/>
                  </a:cubicBezTo>
                  <a:cubicBezTo>
                    <a:pt x="34161" y="38772"/>
                    <a:pt x="34374" y="38647"/>
                    <a:pt x="34580" y="38509"/>
                  </a:cubicBezTo>
                  <a:cubicBezTo>
                    <a:pt x="36057" y="37595"/>
                    <a:pt x="37439" y="36430"/>
                    <a:pt x="38819" y="35481"/>
                  </a:cubicBezTo>
                  <a:cubicBezTo>
                    <a:pt x="39810" y="34797"/>
                    <a:pt x="40780" y="34083"/>
                    <a:pt x="41725" y="33334"/>
                  </a:cubicBezTo>
                  <a:cubicBezTo>
                    <a:pt x="41946" y="33361"/>
                    <a:pt x="42168" y="33379"/>
                    <a:pt x="42390" y="33389"/>
                  </a:cubicBezTo>
                  <a:cubicBezTo>
                    <a:pt x="42382" y="33628"/>
                    <a:pt x="42382" y="33870"/>
                    <a:pt x="42393" y="34114"/>
                  </a:cubicBezTo>
                  <a:cubicBezTo>
                    <a:pt x="42448" y="35363"/>
                    <a:pt x="42736" y="36590"/>
                    <a:pt x="43242" y="37734"/>
                  </a:cubicBezTo>
                  <a:cubicBezTo>
                    <a:pt x="43181" y="37813"/>
                    <a:pt x="43243" y="37937"/>
                    <a:pt x="43330" y="37937"/>
                  </a:cubicBezTo>
                  <a:cubicBezTo>
                    <a:pt x="43332" y="37937"/>
                    <a:pt x="43334" y="37937"/>
                    <a:pt x="43336" y="37937"/>
                  </a:cubicBezTo>
                  <a:cubicBezTo>
                    <a:pt x="45488" y="42571"/>
                    <a:pt x="50931" y="45588"/>
                    <a:pt x="55935" y="45588"/>
                  </a:cubicBezTo>
                  <a:cubicBezTo>
                    <a:pt x="55979" y="45588"/>
                    <a:pt x="56024" y="45588"/>
                    <a:pt x="56068" y="45587"/>
                  </a:cubicBezTo>
                  <a:cubicBezTo>
                    <a:pt x="59514" y="45550"/>
                    <a:pt x="62774" y="43863"/>
                    <a:pt x="64761" y="41075"/>
                  </a:cubicBezTo>
                  <a:cubicBezTo>
                    <a:pt x="65604" y="39890"/>
                    <a:pt x="66114" y="38534"/>
                    <a:pt x="66307" y="37097"/>
                  </a:cubicBezTo>
                  <a:cubicBezTo>
                    <a:pt x="66522" y="35490"/>
                    <a:pt x="66480" y="33845"/>
                    <a:pt x="66199" y="32241"/>
                  </a:cubicBezTo>
                  <a:cubicBezTo>
                    <a:pt x="65970" y="30933"/>
                    <a:pt x="65579" y="29657"/>
                    <a:pt x="65036" y="28446"/>
                  </a:cubicBezTo>
                  <a:cubicBezTo>
                    <a:pt x="64320" y="26850"/>
                    <a:pt x="63301" y="25438"/>
                    <a:pt x="61940" y="24333"/>
                  </a:cubicBezTo>
                  <a:cubicBezTo>
                    <a:pt x="60238" y="22947"/>
                    <a:pt x="57999" y="22411"/>
                    <a:pt x="55800" y="22411"/>
                  </a:cubicBezTo>
                  <a:cubicBezTo>
                    <a:pt x="55684" y="22411"/>
                    <a:pt x="55568" y="22412"/>
                    <a:pt x="55453" y="22415"/>
                  </a:cubicBezTo>
                  <a:cubicBezTo>
                    <a:pt x="55287" y="22101"/>
                    <a:pt x="55119" y="21786"/>
                    <a:pt x="54928" y="21487"/>
                  </a:cubicBezTo>
                  <a:cubicBezTo>
                    <a:pt x="54797" y="21284"/>
                    <a:pt x="54659" y="21099"/>
                    <a:pt x="54526" y="20907"/>
                  </a:cubicBezTo>
                  <a:cubicBezTo>
                    <a:pt x="54319" y="20289"/>
                    <a:pt x="54129" y="19664"/>
                    <a:pt x="53923" y="19079"/>
                  </a:cubicBezTo>
                  <a:cubicBezTo>
                    <a:pt x="53852" y="18880"/>
                    <a:pt x="53787" y="18679"/>
                    <a:pt x="53722" y="18479"/>
                  </a:cubicBezTo>
                  <a:lnTo>
                    <a:pt x="53722" y="18479"/>
                  </a:lnTo>
                  <a:cubicBezTo>
                    <a:pt x="54084" y="18721"/>
                    <a:pt x="54476" y="18933"/>
                    <a:pt x="54843" y="18933"/>
                  </a:cubicBezTo>
                  <a:cubicBezTo>
                    <a:pt x="55103" y="18933"/>
                    <a:pt x="55351" y="18827"/>
                    <a:pt x="55569" y="18550"/>
                  </a:cubicBezTo>
                  <a:cubicBezTo>
                    <a:pt x="56122" y="17845"/>
                    <a:pt x="55674" y="16538"/>
                    <a:pt x="55378" y="15821"/>
                  </a:cubicBezTo>
                  <a:cubicBezTo>
                    <a:pt x="55149" y="15263"/>
                    <a:pt x="54863" y="14435"/>
                    <a:pt x="54308" y="14435"/>
                  </a:cubicBezTo>
                  <a:cubicBezTo>
                    <a:pt x="54156" y="14435"/>
                    <a:pt x="53983" y="14498"/>
                    <a:pt x="53786" y="14646"/>
                  </a:cubicBezTo>
                  <a:cubicBezTo>
                    <a:pt x="53434" y="14910"/>
                    <a:pt x="53396" y="15521"/>
                    <a:pt x="53348" y="15915"/>
                  </a:cubicBezTo>
                  <a:cubicBezTo>
                    <a:pt x="53291" y="16404"/>
                    <a:pt x="53322" y="16910"/>
                    <a:pt x="53377" y="17409"/>
                  </a:cubicBezTo>
                  <a:cubicBezTo>
                    <a:pt x="53094" y="16498"/>
                    <a:pt x="52824" y="15581"/>
                    <a:pt x="52527" y="14673"/>
                  </a:cubicBezTo>
                  <a:cubicBezTo>
                    <a:pt x="52417" y="14341"/>
                    <a:pt x="52310" y="14007"/>
                    <a:pt x="52203" y="13673"/>
                  </a:cubicBezTo>
                  <a:lnTo>
                    <a:pt x="52203" y="13673"/>
                  </a:lnTo>
                  <a:cubicBezTo>
                    <a:pt x="52641" y="13891"/>
                    <a:pt x="53163" y="13983"/>
                    <a:pt x="53723" y="13983"/>
                  </a:cubicBezTo>
                  <a:cubicBezTo>
                    <a:pt x="54965" y="13983"/>
                    <a:pt x="56390" y="13531"/>
                    <a:pt x="57468" y="13006"/>
                  </a:cubicBezTo>
                  <a:cubicBezTo>
                    <a:pt x="59030" y="12244"/>
                    <a:pt x="59985" y="11169"/>
                    <a:pt x="60452" y="9482"/>
                  </a:cubicBezTo>
                  <a:cubicBezTo>
                    <a:pt x="60768" y="8342"/>
                    <a:pt x="60814" y="6975"/>
                    <a:pt x="60847" y="5801"/>
                  </a:cubicBezTo>
                  <a:cubicBezTo>
                    <a:pt x="60875" y="4843"/>
                    <a:pt x="61060" y="3888"/>
                    <a:pt x="60893" y="2933"/>
                  </a:cubicBezTo>
                  <a:cubicBezTo>
                    <a:pt x="60868" y="2786"/>
                    <a:pt x="60734" y="2714"/>
                    <a:pt x="60599" y="2714"/>
                  </a:cubicBezTo>
                  <a:cubicBezTo>
                    <a:pt x="60553" y="2714"/>
                    <a:pt x="60506" y="2722"/>
                    <a:pt x="60463" y="2739"/>
                  </a:cubicBezTo>
                  <a:cubicBezTo>
                    <a:pt x="60144" y="2571"/>
                    <a:pt x="59712" y="2513"/>
                    <a:pt x="59245" y="2513"/>
                  </a:cubicBezTo>
                  <a:cubicBezTo>
                    <a:pt x="58317" y="2513"/>
                    <a:pt x="57253" y="2739"/>
                    <a:pt x="56663" y="2773"/>
                  </a:cubicBezTo>
                  <a:cubicBezTo>
                    <a:pt x="54095" y="2917"/>
                    <a:pt x="51440" y="3186"/>
                    <a:pt x="48973" y="3969"/>
                  </a:cubicBezTo>
                  <a:cubicBezTo>
                    <a:pt x="48967" y="3968"/>
                    <a:pt x="48961" y="3967"/>
                    <a:pt x="48955" y="3967"/>
                  </a:cubicBezTo>
                  <a:cubicBezTo>
                    <a:pt x="48928" y="3967"/>
                    <a:pt x="48901" y="3976"/>
                    <a:pt x="48880" y="3992"/>
                  </a:cubicBezTo>
                  <a:cubicBezTo>
                    <a:pt x="48713" y="3523"/>
                    <a:pt x="48554" y="3052"/>
                    <a:pt x="48412" y="2574"/>
                  </a:cubicBezTo>
                  <a:cubicBezTo>
                    <a:pt x="48206" y="1887"/>
                    <a:pt x="48183" y="1162"/>
                    <a:pt x="47906" y="497"/>
                  </a:cubicBezTo>
                  <a:cubicBezTo>
                    <a:pt x="47762" y="151"/>
                    <a:pt x="47492" y="1"/>
                    <a:pt x="47253" y="1"/>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544;p37">
              <a:extLst>
                <a:ext uri="{FF2B5EF4-FFF2-40B4-BE49-F238E27FC236}">
                  <a16:creationId xmlns:a16="http://schemas.microsoft.com/office/drawing/2014/main" id="{C0F89510-0EA5-DA70-BF2B-A5C19674C54E}"/>
                </a:ext>
              </a:extLst>
            </p:cNvPr>
            <p:cNvSpPr/>
            <p:nvPr/>
          </p:nvSpPr>
          <p:spPr>
            <a:xfrm>
              <a:off x="1440850" y="1310900"/>
              <a:ext cx="379950" cy="279325"/>
            </a:xfrm>
            <a:custGeom>
              <a:avLst/>
              <a:gdLst/>
              <a:ahLst/>
              <a:cxnLst/>
              <a:rect l="l" t="t" r="r" b="b"/>
              <a:pathLst>
                <a:path w="15198" h="11173" extrusionOk="0">
                  <a:moveTo>
                    <a:pt x="346" y="1"/>
                  </a:moveTo>
                  <a:cubicBezTo>
                    <a:pt x="307" y="1"/>
                    <a:pt x="270" y="30"/>
                    <a:pt x="286" y="80"/>
                  </a:cubicBezTo>
                  <a:cubicBezTo>
                    <a:pt x="309" y="150"/>
                    <a:pt x="339" y="214"/>
                    <a:pt x="363" y="283"/>
                  </a:cubicBezTo>
                  <a:cubicBezTo>
                    <a:pt x="351" y="279"/>
                    <a:pt x="338" y="278"/>
                    <a:pt x="326" y="278"/>
                  </a:cubicBezTo>
                  <a:cubicBezTo>
                    <a:pt x="270" y="278"/>
                    <a:pt x="217" y="308"/>
                    <a:pt x="187" y="357"/>
                  </a:cubicBezTo>
                  <a:cubicBezTo>
                    <a:pt x="0" y="685"/>
                    <a:pt x="108" y="1261"/>
                    <a:pt x="114" y="1619"/>
                  </a:cubicBezTo>
                  <a:cubicBezTo>
                    <a:pt x="130" y="2506"/>
                    <a:pt x="422" y="3368"/>
                    <a:pt x="710" y="4203"/>
                  </a:cubicBezTo>
                  <a:cubicBezTo>
                    <a:pt x="1070" y="5257"/>
                    <a:pt x="1492" y="6309"/>
                    <a:pt x="1927" y="7334"/>
                  </a:cubicBezTo>
                  <a:cubicBezTo>
                    <a:pt x="2264" y="8128"/>
                    <a:pt x="2717" y="8924"/>
                    <a:pt x="3421" y="9450"/>
                  </a:cubicBezTo>
                  <a:cubicBezTo>
                    <a:pt x="5154" y="10740"/>
                    <a:pt x="7457" y="11105"/>
                    <a:pt x="9557" y="11165"/>
                  </a:cubicBezTo>
                  <a:cubicBezTo>
                    <a:pt x="9734" y="11170"/>
                    <a:pt x="9910" y="11172"/>
                    <a:pt x="10085" y="11172"/>
                  </a:cubicBezTo>
                  <a:cubicBezTo>
                    <a:pt x="11082" y="11172"/>
                    <a:pt x="12069" y="11096"/>
                    <a:pt x="13062" y="10969"/>
                  </a:cubicBezTo>
                  <a:cubicBezTo>
                    <a:pt x="13637" y="10893"/>
                    <a:pt x="14770" y="11033"/>
                    <a:pt x="15157" y="10483"/>
                  </a:cubicBezTo>
                  <a:cubicBezTo>
                    <a:pt x="15197" y="10424"/>
                    <a:pt x="15193" y="10334"/>
                    <a:pt x="15157" y="10277"/>
                  </a:cubicBezTo>
                  <a:cubicBezTo>
                    <a:pt x="14971" y="9968"/>
                    <a:pt x="14582" y="9911"/>
                    <a:pt x="14211" y="9911"/>
                  </a:cubicBezTo>
                  <a:cubicBezTo>
                    <a:pt x="14033" y="9911"/>
                    <a:pt x="13858" y="9924"/>
                    <a:pt x="13713" y="9929"/>
                  </a:cubicBezTo>
                  <a:cubicBezTo>
                    <a:pt x="13621" y="9932"/>
                    <a:pt x="13529" y="9933"/>
                    <a:pt x="13436" y="9933"/>
                  </a:cubicBezTo>
                  <a:cubicBezTo>
                    <a:pt x="12697" y="9933"/>
                    <a:pt x="11945" y="9849"/>
                    <a:pt x="11218" y="9738"/>
                  </a:cubicBezTo>
                  <a:cubicBezTo>
                    <a:pt x="9625" y="9495"/>
                    <a:pt x="8083" y="8946"/>
                    <a:pt x="6744" y="8038"/>
                  </a:cubicBezTo>
                  <a:cubicBezTo>
                    <a:pt x="5985" y="7523"/>
                    <a:pt x="5396" y="6832"/>
                    <a:pt x="4769" y="6171"/>
                  </a:cubicBezTo>
                  <a:cubicBezTo>
                    <a:pt x="4075" y="5440"/>
                    <a:pt x="3497" y="4715"/>
                    <a:pt x="2982" y="3849"/>
                  </a:cubicBezTo>
                  <a:cubicBezTo>
                    <a:pt x="2600" y="3207"/>
                    <a:pt x="2174" y="2628"/>
                    <a:pt x="1710" y="2045"/>
                  </a:cubicBezTo>
                  <a:cubicBezTo>
                    <a:pt x="1199" y="1402"/>
                    <a:pt x="889" y="669"/>
                    <a:pt x="405" y="29"/>
                  </a:cubicBezTo>
                  <a:cubicBezTo>
                    <a:pt x="390" y="10"/>
                    <a:pt x="368" y="1"/>
                    <a:pt x="3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545;p37">
              <a:extLst>
                <a:ext uri="{FF2B5EF4-FFF2-40B4-BE49-F238E27FC236}">
                  <a16:creationId xmlns:a16="http://schemas.microsoft.com/office/drawing/2014/main" id="{3B00270F-81C2-1355-B143-352A3F172029}"/>
                </a:ext>
              </a:extLst>
            </p:cNvPr>
            <p:cNvSpPr/>
            <p:nvPr/>
          </p:nvSpPr>
          <p:spPr>
            <a:xfrm>
              <a:off x="1726250" y="1514575"/>
              <a:ext cx="123025" cy="53925"/>
            </a:xfrm>
            <a:custGeom>
              <a:avLst/>
              <a:gdLst/>
              <a:ahLst/>
              <a:cxnLst/>
              <a:rect l="l" t="t" r="r" b="b"/>
              <a:pathLst>
                <a:path w="4921" h="2157" extrusionOk="0">
                  <a:moveTo>
                    <a:pt x="2640" y="0"/>
                  </a:moveTo>
                  <a:cubicBezTo>
                    <a:pt x="1751" y="0"/>
                    <a:pt x="596" y="725"/>
                    <a:pt x="230" y="1594"/>
                  </a:cubicBezTo>
                  <a:cubicBezTo>
                    <a:pt x="206" y="1598"/>
                    <a:pt x="186" y="1611"/>
                    <a:pt x="169" y="1629"/>
                  </a:cubicBezTo>
                  <a:cubicBezTo>
                    <a:pt x="0" y="1812"/>
                    <a:pt x="17" y="1932"/>
                    <a:pt x="136" y="2013"/>
                  </a:cubicBezTo>
                  <a:cubicBezTo>
                    <a:pt x="149" y="2042"/>
                    <a:pt x="178" y="2061"/>
                    <a:pt x="209" y="2061"/>
                  </a:cubicBezTo>
                  <a:cubicBezTo>
                    <a:pt x="215" y="2061"/>
                    <a:pt x="221" y="2061"/>
                    <a:pt x="227" y="2059"/>
                  </a:cubicBezTo>
                  <a:cubicBezTo>
                    <a:pt x="415" y="2133"/>
                    <a:pt x="725" y="2156"/>
                    <a:pt x="1035" y="2156"/>
                  </a:cubicBezTo>
                  <a:cubicBezTo>
                    <a:pt x="1533" y="2156"/>
                    <a:pt x="2033" y="2098"/>
                    <a:pt x="2044" y="2098"/>
                  </a:cubicBezTo>
                  <a:cubicBezTo>
                    <a:pt x="2420" y="2092"/>
                    <a:pt x="2815" y="1963"/>
                    <a:pt x="3189" y="1928"/>
                  </a:cubicBezTo>
                  <a:cubicBezTo>
                    <a:pt x="3232" y="1923"/>
                    <a:pt x="3274" y="1921"/>
                    <a:pt x="3315" y="1921"/>
                  </a:cubicBezTo>
                  <a:cubicBezTo>
                    <a:pt x="3607" y="1921"/>
                    <a:pt x="3871" y="2022"/>
                    <a:pt x="4155" y="2095"/>
                  </a:cubicBezTo>
                  <a:cubicBezTo>
                    <a:pt x="4230" y="2114"/>
                    <a:pt x="4312" y="2127"/>
                    <a:pt x="4391" y="2127"/>
                  </a:cubicBezTo>
                  <a:cubicBezTo>
                    <a:pt x="4574" y="2127"/>
                    <a:pt x="4746" y="2060"/>
                    <a:pt x="4802" y="1855"/>
                  </a:cubicBezTo>
                  <a:cubicBezTo>
                    <a:pt x="4921" y="1417"/>
                    <a:pt x="4459" y="858"/>
                    <a:pt x="4185" y="573"/>
                  </a:cubicBezTo>
                  <a:cubicBezTo>
                    <a:pt x="3797" y="171"/>
                    <a:pt x="3226" y="15"/>
                    <a:pt x="2685" y="1"/>
                  </a:cubicBezTo>
                  <a:cubicBezTo>
                    <a:pt x="2670" y="0"/>
                    <a:pt x="2655" y="0"/>
                    <a:pt x="2640" y="0"/>
                  </a:cubicBezTo>
                  <a:close/>
                </a:path>
              </a:pathLst>
            </a:custGeom>
            <a:solidFill>
              <a:srgbClr val="FDC0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546;p37">
              <a:extLst>
                <a:ext uri="{FF2B5EF4-FFF2-40B4-BE49-F238E27FC236}">
                  <a16:creationId xmlns:a16="http://schemas.microsoft.com/office/drawing/2014/main" id="{3D284553-7C0D-8B94-0AFC-EB9E87E2D4AE}"/>
                </a:ext>
              </a:extLst>
            </p:cNvPr>
            <p:cNvSpPr/>
            <p:nvPr/>
          </p:nvSpPr>
          <p:spPr>
            <a:xfrm>
              <a:off x="1386025" y="1166150"/>
              <a:ext cx="103475" cy="153550"/>
            </a:xfrm>
            <a:custGeom>
              <a:avLst/>
              <a:gdLst/>
              <a:ahLst/>
              <a:cxnLst/>
              <a:rect l="l" t="t" r="r" b="b"/>
              <a:pathLst>
                <a:path w="4139" h="6142" extrusionOk="0">
                  <a:moveTo>
                    <a:pt x="2103" y="0"/>
                  </a:moveTo>
                  <a:cubicBezTo>
                    <a:pt x="1672" y="0"/>
                    <a:pt x="1270" y="196"/>
                    <a:pt x="1081" y="587"/>
                  </a:cubicBezTo>
                  <a:cubicBezTo>
                    <a:pt x="991" y="589"/>
                    <a:pt x="920" y="660"/>
                    <a:pt x="917" y="750"/>
                  </a:cubicBezTo>
                  <a:cubicBezTo>
                    <a:pt x="840" y="1942"/>
                    <a:pt x="306" y="3051"/>
                    <a:pt x="118" y="4224"/>
                  </a:cubicBezTo>
                  <a:cubicBezTo>
                    <a:pt x="34" y="4741"/>
                    <a:pt x="0" y="5537"/>
                    <a:pt x="497" y="5885"/>
                  </a:cubicBezTo>
                  <a:cubicBezTo>
                    <a:pt x="752" y="6065"/>
                    <a:pt x="1011" y="6141"/>
                    <a:pt x="1264" y="6141"/>
                  </a:cubicBezTo>
                  <a:cubicBezTo>
                    <a:pt x="2202" y="6141"/>
                    <a:pt x="3065" y="5093"/>
                    <a:pt x="3368" y="4285"/>
                  </a:cubicBezTo>
                  <a:cubicBezTo>
                    <a:pt x="3797" y="3142"/>
                    <a:pt x="4139" y="1291"/>
                    <a:pt x="3105" y="382"/>
                  </a:cubicBezTo>
                  <a:cubicBezTo>
                    <a:pt x="2816" y="127"/>
                    <a:pt x="2450" y="0"/>
                    <a:pt x="2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547;p37">
              <a:extLst>
                <a:ext uri="{FF2B5EF4-FFF2-40B4-BE49-F238E27FC236}">
                  <a16:creationId xmlns:a16="http://schemas.microsoft.com/office/drawing/2014/main" id="{AD3B9498-0D2E-ADB3-8B97-5D4DFB1F4692}"/>
                </a:ext>
              </a:extLst>
            </p:cNvPr>
            <p:cNvSpPr/>
            <p:nvPr/>
          </p:nvSpPr>
          <p:spPr>
            <a:xfrm>
              <a:off x="1746450" y="1577825"/>
              <a:ext cx="101675" cy="98875"/>
            </a:xfrm>
            <a:custGeom>
              <a:avLst/>
              <a:gdLst/>
              <a:ahLst/>
              <a:cxnLst/>
              <a:rect l="l" t="t" r="r" b="b"/>
              <a:pathLst>
                <a:path w="4067" h="3955" extrusionOk="0">
                  <a:moveTo>
                    <a:pt x="1965" y="0"/>
                  </a:moveTo>
                  <a:cubicBezTo>
                    <a:pt x="1651" y="0"/>
                    <a:pt x="1331" y="124"/>
                    <a:pt x="1099" y="329"/>
                  </a:cubicBezTo>
                  <a:cubicBezTo>
                    <a:pt x="171" y="1148"/>
                    <a:pt x="1" y="2616"/>
                    <a:pt x="893" y="3527"/>
                  </a:cubicBezTo>
                  <a:cubicBezTo>
                    <a:pt x="1185" y="3825"/>
                    <a:pt x="1562" y="3954"/>
                    <a:pt x="1947" y="3954"/>
                  </a:cubicBezTo>
                  <a:cubicBezTo>
                    <a:pt x="2574" y="3954"/>
                    <a:pt x="3224" y="3612"/>
                    <a:pt x="3569" y="3098"/>
                  </a:cubicBezTo>
                  <a:cubicBezTo>
                    <a:pt x="4014" y="2435"/>
                    <a:pt x="4067" y="1832"/>
                    <a:pt x="3202" y="655"/>
                  </a:cubicBezTo>
                  <a:cubicBezTo>
                    <a:pt x="3194" y="644"/>
                    <a:pt x="3184" y="639"/>
                    <a:pt x="3173" y="639"/>
                  </a:cubicBezTo>
                  <a:cubicBezTo>
                    <a:pt x="3140" y="639"/>
                    <a:pt x="3100" y="678"/>
                    <a:pt x="3078" y="701"/>
                  </a:cubicBezTo>
                  <a:cubicBezTo>
                    <a:pt x="2938" y="489"/>
                    <a:pt x="2766" y="298"/>
                    <a:pt x="2506" y="143"/>
                  </a:cubicBezTo>
                  <a:cubicBezTo>
                    <a:pt x="2341" y="45"/>
                    <a:pt x="2154" y="0"/>
                    <a:pt x="1965" y="0"/>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548;p37">
              <a:extLst>
                <a:ext uri="{FF2B5EF4-FFF2-40B4-BE49-F238E27FC236}">
                  <a16:creationId xmlns:a16="http://schemas.microsoft.com/office/drawing/2014/main" id="{A66CC4CB-57D4-7B3C-47B6-75AE5A4B94CA}"/>
                </a:ext>
              </a:extLst>
            </p:cNvPr>
            <p:cNvSpPr/>
            <p:nvPr/>
          </p:nvSpPr>
          <p:spPr>
            <a:xfrm>
              <a:off x="1161500" y="1848425"/>
              <a:ext cx="236050" cy="133525"/>
            </a:xfrm>
            <a:custGeom>
              <a:avLst/>
              <a:gdLst/>
              <a:ahLst/>
              <a:cxnLst/>
              <a:rect l="l" t="t" r="r" b="b"/>
              <a:pathLst>
                <a:path w="9442" h="5341" extrusionOk="0">
                  <a:moveTo>
                    <a:pt x="1298" y="1"/>
                  </a:moveTo>
                  <a:cubicBezTo>
                    <a:pt x="981" y="1"/>
                    <a:pt x="663" y="17"/>
                    <a:pt x="346" y="48"/>
                  </a:cubicBezTo>
                  <a:cubicBezTo>
                    <a:pt x="278" y="55"/>
                    <a:pt x="193" y="95"/>
                    <a:pt x="182" y="174"/>
                  </a:cubicBezTo>
                  <a:cubicBezTo>
                    <a:pt x="1" y="1480"/>
                    <a:pt x="1009" y="2592"/>
                    <a:pt x="1908" y="3407"/>
                  </a:cubicBezTo>
                  <a:cubicBezTo>
                    <a:pt x="3054" y="4447"/>
                    <a:pt x="4557" y="5124"/>
                    <a:pt x="6094" y="5308"/>
                  </a:cubicBezTo>
                  <a:cubicBezTo>
                    <a:pt x="6276" y="5330"/>
                    <a:pt x="6450" y="5340"/>
                    <a:pt x="6618" y="5340"/>
                  </a:cubicBezTo>
                  <a:cubicBezTo>
                    <a:pt x="7307" y="5340"/>
                    <a:pt x="7910" y="5167"/>
                    <a:pt x="8595" y="4893"/>
                  </a:cubicBezTo>
                  <a:cubicBezTo>
                    <a:pt x="8925" y="4760"/>
                    <a:pt x="9442" y="4440"/>
                    <a:pt x="9292" y="3995"/>
                  </a:cubicBezTo>
                  <a:cubicBezTo>
                    <a:pt x="8935" y="2933"/>
                    <a:pt x="7854" y="2223"/>
                    <a:pt x="6768" y="1893"/>
                  </a:cubicBezTo>
                  <a:cubicBezTo>
                    <a:pt x="6405" y="1593"/>
                    <a:pt x="6054" y="1281"/>
                    <a:pt x="5656" y="1021"/>
                  </a:cubicBezTo>
                  <a:cubicBezTo>
                    <a:pt x="5188" y="715"/>
                    <a:pt x="4555" y="553"/>
                    <a:pt x="4026" y="395"/>
                  </a:cubicBezTo>
                  <a:cubicBezTo>
                    <a:pt x="3139" y="134"/>
                    <a:pt x="2220" y="1"/>
                    <a:pt x="1298" y="1"/>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549;p37">
              <a:extLst>
                <a:ext uri="{FF2B5EF4-FFF2-40B4-BE49-F238E27FC236}">
                  <a16:creationId xmlns:a16="http://schemas.microsoft.com/office/drawing/2014/main" id="{6FD4CC80-820C-0E9E-2CF5-5C1E05591279}"/>
                </a:ext>
              </a:extLst>
            </p:cNvPr>
            <p:cNvSpPr/>
            <p:nvPr/>
          </p:nvSpPr>
          <p:spPr>
            <a:xfrm>
              <a:off x="1345550" y="2422050"/>
              <a:ext cx="160300" cy="136225"/>
            </a:xfrm>
            <a:custGeom>
              <a:avLst/>
              <a:gdLst/>
              <a:ahLst/>
              <a:cxnLst/>
              <a:rect l="l" t="t" r="r" b="b"/>
              <a:pathLst>
                <a:path w="6412" h="5449" extrusionOk="0">
                  <a:moveTo>
                    <a:pt x="1553" y="0"/>
                  </a:moveTo>
                  <a:cubicBezTo>
                    <a:pt x="1413" y="0"/>
                    <a:pt x="1274" y="73"/>
                    <a:pt x="1151" y="257"/>
                  </a:cubicBezTo>
                  <a:cubicBezTo>
                    <a:pt x="973" y="521"/>
                    <a:pt x="861" y="825"/>
                    <a:pt x="798" y="1135"/>
                  </a:cubicBezTo>
                  <a:cubicBezTo>
                    <a:pt x="790" y="1134"/>
                    <a:pt x="783" y="1133"/>
                    <a:pt x="775" y="1133"/>
                  </a:cubicBezTo>
                  <a:cubicBezTo>
                    <a:pt x="733" y="1133"/>
                    <a:pt x="690" y="1158"/>
                    <a:pt x="685" y="1213"/>
                  </a:cubicBezTo>
                  <a:cubicBezTo>
                    <a:pt x="592" y="2127"/>
                    <a:pt x="0" y="3446"/>
                    <a:pt x="506" y="4327"/>
                  </a:cubicBezTo>
                  <a:cubicBezTo>
                    <a:pt x="1035" y="5246"/>
                    <a:pt x="2139" y="5306"/>
                    <a:pt x="3087" y="5376"/>
                  </a:cubicBezTo>
                  <a:cubicBezTo>
                    <a:pt x="3565" y="5410"/>
                    <a:pt x="4043" y="5449"/>
                    <a:pt x="4520" y="5449"/>
                  </a:cubicBezTo>
                  <a:cubicBezTo>
                    <a:pt x="4818" y="5449"/>
                    <a:pt x="5116" y="5434"/>
                    <a:pt x="5414" y="5393"/>
                  </a:cubicBezTo>
                  <a:cubicBezTo>
                    <a:pt x="5903" y="5325"/>
                    <a:pt x="6412" y="4890"/>
                    <a:pt x="5959" y="4406"/>
                  </a:cubicBezTo>
                  <a:cubicBezTo>
                    <a:pt x="5453" y="3866"/>
                    <a:pt x="4605" y="3701"/>
                    <a:pt x="3925" y="3501"/>
                  </a:cubicBezTo>
                  <a:cubicBezTo>
                    <a:pt x="3381" y="3342"/>
                    <a:pt x="2915" y="3042"/>
                    <a:pt x="2737" y="2482"/>
                  </a:cubicBezTo>
                  <a:cubicBezTo>
                    <a:pt x="2555" y="1902"/>
                    <a:pt x="2626" y="1230"/>
                    <a:pt x="2346" y="678"/>
                  </a:cubicBezTo>
                  <a:cubicBezTo>
                    <a:pt x="2195" y="382"/>
                    <a:pt x="1872" y="0"/>
                    <a:pt x="1553" y="0"/>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550;p37">
              <a:extLst>
                <a:ext uri="{FF2B5EF4-FFF2-40B4-BE49-F238E27FC236}">
                  <a16:creationId xmlns:a16="http://schemas.microsoft.com/office/drawing/2014/main" id="{42E97D7C-1264-E450-2D2A-829D4D46B8E1}"/>
                </a:ext>
              </a:extLst>
            </p:cNvPr>
            <p:cNvSpPr/>
            <p:nvPr/>
          </p:nvSpPr>
          <p:spPr>
            <a:xfrm>
              <a:off x="1113525" y="1609675"/>
              <a:ext cx="487200" cy="872400"/>
            </a:xfrm>
            <a:custGeom>
              <a:avLst/>
              <a:gdLst/>
              <a:ahLst/>
              <a:cxnLst/>
              <a:rect l="l" t="t" r="r" b="b"/>
              <a:pathLst>
                <a:path w="19488" h="34896" extrusionOk="0">
                  <a:moveTo>
                    <a:pt x="3700" y="0"/>
                  </a:moveTo>
                  <a:cubicBezTo>
                    <a:pt x="3537" y="0"/>
                    <a:pt x="3446" y="113"/>
                    <a:pt x="3451" y="371"/>
                  </a:cubicBezTo>
                  <a:cubicBezTo>
                    <a:pt x="3452" y="549"/>
                    <a:pt x="398" y="3224"/>
                    <a:pt x="199" y="6410"/>
                  </a:cubicBezTo>
                  <a:cubicBezTo>
                    <a:pt x="1" y="9594"/>
                    <a:pt x="7332" y="12447"/>
                    <a:pt x="9552" y="14097"/>
                  </a:cubicBezTo>
                  <a:cubicBezTo>
                    <a:pt x="11109" y="15254"/>
                    <a:pt x="13099" y="16533"/>
                    <a:pt x="14596" y="17754"/>
                  </a:cubicBezTo>
                  <a:cubicBezTo>
                    <a:pt x="16033" y="18928"/>
                    <a:pt x="12547" y="24265"/>
                    <a:pt x="12057" y="25414"/>
                  </a:cubicBezTo>
                  <a:cubicBezTo>
                    <a:pt x="11284" y="27220"/>
                    <a:pt x="10588" y="29040"/>
                    <a:pt x="10116" y="30952"/>
                  </a:cubicBezTo>
                  <a:cubicBezTo>
                    <a:pt x="9813" y="32189"/>
                    <a:pt x="9222" y="33943"/>
                    <a:pt x="10019" y="34540"/>
                  </a:cubicBezTo>
                  <a:cubicBezTo>
                    <a:pt x="10243" y="34708"/>
                    <a:pt x="10725" y="34896"/>
                    <a:pt x="11179" y="34896"/>
                  </a:cubicBezTo>
                  <a:cubicBezTo>
                    <a:pt x="11455" y="34896"/>
                    <a:pt x="11720" y="34826"/>
                    <a:pt x="11910" y="34640"/>
                  </a:cubicBezTo>
                  <a:cubicBezTo>
                    <a:pt x="12586" y="33975"/>
                    <a:pt x="12722" y="32338"/>
                    <a:pt x="12900" y="31870"/>
                  </a:cubicBezTo>
                  <a:cubicBezTo>
                    <a:pt x="14448" y="27819"/>
                    <a:pt x="17095" y="24328"/>
                    <a:pt x="18538" y="20207"/>
                  </a:cubicBezTo>
                  <a:cubicBezTo>
                    <a:pt x="19110" y="18574"/>
                    <a:pt x="19488" y="16981"/>
                    <a:pt x="19189" y="15260"/>
                  </a:cubicBezTo>
                  <a:cubicBezTo>
                    <a:pt x="18895" y="13565"/>
                    <a:pt x="17114" y="11801"/>
                    <a:pt x="16099" y="10478"/>
                  </a:cubicBezTo>
                  <a:cubicBezTo>
                    <a:pt x="14483" y="8367"/>
                    <a:pt x="12510" y="6346"/>
                    <a:pt x="10033" y="5302"/>
                  </a:cubicBezTo>
                  <a:cubicBezTo>
                    <a:pt x="8980" y="4859"/>
                    <a:pt x="4771" y="0"/>
                    <a:pt x="37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551;p37">
              <a:extLst>
                <a:ext uri="{FF2B5EF4-FFF2-40B4-BE49-F238E27FC236}">
                  <a16:creationId xmlns:a16="http://schemas.microsoft.com/office/drawing/2014/main" id="{D78A1D2E-A26E-763B-3E37-C6FCB7B5DA57}"/>
                </a:ext>
              </a:extLst>
            </p:cNvPr>
            <p:cNvSpPr/>
            <p:nvPr/>
          </p:nvSpPr>
          <p:spPr>
            <a:xfrm>
              <a:off x="1414625" y="1769000"/>
              <a:ext cx="132050" cy="132750"/>
            </a:xfrm>
            <a:custGeom>
              <a:avLst/>
              <a:gdLst/>
              <a:ahLst/>
              <a:cxnLst/>
              <a:rect l="l" t="t" r="r" b="b"/>
              <a:pathLst>
                <a:path w="5282" h="5310" extrusionOk="0">
                  <a:moveTo>
                    <a:pt x="104" y="1"/>
                  </a:moveTo>
                  <a:cubicBezTo>
                    <a:pt x="48" y="1"/>
                    <a:pt x="1" y="69"/>
                    <a:pt x="50" y="122"/>
                  </a:cubicBezTo>
                  <a:cubicBezTo>
                    <a:pt x="908" y="1033"/>
                    <a:pt x="1836" y="1841"/>
                    <a:pt x="2651" y="2799"/>
                  </a:cubicBezTo>
                  <a:cubicBezTo>
                    <a:pt x="3366" y="3640"/>
                    <a:pt x="4111" y="4738"/>
                    <a:pt x="5081" y="5296"/>
                  </a:cubicBezTo>
                  <a:cubicBezTo>
                    <a:pt x="5097" y="5306"/>
                    <a:pt x="5114" y="5310"/>
                    <a:pt x="5131" y="5310"/>
                  </a:cubicBezTo>
                  <a:cubicBezTo>
                    <a:pt x="5209" y="5310"/>
                    <a:pt x="5281" y="5222"/>
                    <a:pt x="5231" y="5145"/>
                  </a:cubicBezTo>
                  <a:cubicBezTo>
                    <a:pt x="4598" y="4203"/>
                    <a:pt x="3661" y="3394"/>
                    <a:pt x="2908" y="2540"/>
                  </a:cubicBezTo>
                  <a:cubicBezTo>
                    <a:pt x="2062" y="1583"/>
                    <a:pt x="1105" y="858"/>
                    <a:pt x="152" y="20"/>
                  </a:cubicBezTo>
                  <a:cubicBezTo>
                    <a:pt x="137" y="6"/>
                    <a:pt x="120" y="1"/>
                    <a:pt x="104" y="1"/>
                  </a:cubicBezTo>
                  <a:close/>
                </a:path>
              </a:pathLst>
            </a:custGeom>
            <a:solidFill>
              <a:srgbClr val="F5B2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552;p37">
              <a:extLst>
                <a:ext uri="{FF2B5EF4-FFF2-40B4-BE49-F238E27FC236}">
                  <a16:creationId xmlns:a16="http://schemas.microsoft.com/office/drawing/2014/main" id="{EB8E1002-9D4E-C939-A764-1CB29BE9F72E}"/>
                </a:ext>
              </a:extLst>
            </p:cNvPr>
            <p:cNvSpPr/>
            <p:nvPr/>
          </p:nvSpPr>
          <p:spPr>
            <a:xfrm>
              <a:off x="1474325" y="2051150"/>
              <a:ext cx="71500" cy="38250"/>
            </a:xfrm>
            <a:custGeom>
              <a:avLst/>
              <a:gdLst/>
              <a:ahLst/>
              <a:cxnLst/>
              <a:rect l="l" t="t" r="r" b="b"/>
              <a:pathLst>
                <a:path w="2860" h="1530" extrusionOk="0">
                  <a:moveTo>
                    <a:pt x="2562" y="1"/>
                  </a:moveTo>
                  <a:cubicBezTo>
                    <a:pt x="2560" y="1"/>
                    <a:pt x="2558" y="1"/>
                    <a:pt x="2557" y="1"/>
                  </a:cubicBezTo>
                  <a:cubicBezTo>
                    <a:pt x="2184" y="20"/>
                    <a:pt x="1828" y="146"/>
                    <a:pt x="1465" y="221"/>
                  </a:cubicBezTo>
                  <a:cubicBezTo>
                    <a:pt x="1012" y="313"/>
                    <a:pt x="546" y="351"/>
                    <a:pt x="85" y="382"/>
                  </a:cubicBezTo>
                  <a:cubicBezTo>
                    <a:pt x="81" y="382"/>
                    <a:pt x="79" y="386"/>
                    <a:pt x="73" y="388"/>
                  </a:cubicBezTo>
                  <a:cubicBezTo>
                    <a:pt x="65" y="389"/>
                    <a:pt x="59" y="395"/>
                    <a:pt x="50" y="399"/>
                  </a:cubicBezTo>
                  <a:cubicBezTo>
                    <a:pt x="37" y="405"/>
                    <a:pt x="25" y="408"/>
                    <a:pt x="19" y="419"/>
                  </a:cubicBezTo>
                  <a:cubicBezTo>
                    <a:pt x="11" y="429"/>
                    <a:pt x="6" y="443"/>
                    <a:pt x="6" y="456"/>
                  </a:cubicBezTo>
                  <a:cubicBezTo>
                    <a:pt x="5" y="462"/>
                    <a:pt x="0" y="465"/>
                    <a:pt x="0" y="471"/>
                  </a:cubicBezTo>
                  <a:cubicBezTo>
                    <a:pt x="2" y="480"/>
                    <a:pt x="5" y="491"/>
                    <a:pt x="11" y="501"/>
                  </a:cubicBezTo>
                  <a:cubicBezTo>
                    <a:pt x="13" y="511"/>
                    <a:pt x="17" y="522"/>
                    <a:pt x="25" y="532"/>
                  </a:cubicBezTo>
                  <a:cubicBezTo>
                    <a:pt x="501" y="985"/>
                    <a:pt x="1237" y="1529"/>
                    <a:pt x="1919" y="1529"/>
                  </a:cubicBezTo>
                  <a:cubicBezTo>
                    <a:pt x="2239" y="1529"/>
                    <a:pt x="2547" y="1410"/>
                    <a:pt x="2810" y="1105"/>
                  </a:cubicBezTo>
                  <a:cubicBezTo>
                    <a:pt x="2859" y="1051"/>
                    <a:pt x="2825" y="944"/>
                    <a:pt x="2753" y="944"/>
                  </a:cubicBezTo>
                  <a:cubicBezTo>
                    <a:pt x="2743" y="944"/>
                    <a:pt x="2733" y="946"/>
                    <a:pt x="2722" y="951"/>
                  </a:cubicBezTo>
                  <a:cubicBezTo>
                    <a:pt x="2410" y="1077"/>
                    <a:pt x="2140" y="1168"/>
                    <a:pt x="1846" y="1168"/>
                  </a:cubicBezTo>
                  <a:cubicBezTo>
                    <a:pt x="1702" y="1168"/>
                    <a:pt x="1552" y="1146"/>
                    <a:pt x="1389" y="1096"/>
                  </a:cubicBezTo>
                  <a:cubicBezTo>
                    <a:pt x="1040" y="986"/>
                    <a:pt x="727" y="774"/>
                    <a:pt x="416" y="573"/>
                  </a:cubicBezTo>
                  <a:lnTo>
                    <a:pt x="416" y="573"/>
                  </a:lnTo>
                  <a:cubicBezTo>
                    <a:pt x="522" y="577"/>
                    <a:pt x="631" y="579"/>
                    <a:pt x="740" y="579"/>
                  </a:cubicBezTo>
                  <a:cubicBezTo>
                    <a:pt x="1390" y="579"/>
                    <a:pt x="2085" y="504"/>
                    <a:pt x="2600" y="167"/>
                  </a:cubicBezTo>
                  <a:cubicBezTo>
                    <a:pt x="2670" y="123"/>
                    <a:pt x="2650" y="1"/>
                    <a:pt x="2562" y="1"/>
                  </a:cubicBezTo>
                  <a:close/>
                </a:path>
              </a:pathLst>
            </a:custGeom>
            <a:solidFill>
              <a:srgbClr val="F5B2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553;p37">
              <a:extLst>
                <a:ext uri="{FF2B5EF4-FFF2-40B4-BE49-F238E27FC236}">
                  <a16:creationId xmlns:a16="http://schemas.microsoft.com/office/drawing/2014/main" id="{57D40111-ADA5-C917-38A9-BD54119933D6}"/>
                </a:ext>
              </a:extLst>
            </p:cNvPr>
            <p:cNvSpPr/>
            <p:nvPr/>
          </p:nvSpPr>
          <p:spPr>
            <a:xfrm>
              <a:off x="1142475" y="1253475"/>
              <a:ext cx="372125" cy="531750"/>
            </a:xfrm>
            <a:custGeom>
              <a:avLst/>
              <a:gdLst/>
              <a:ahLst/>
              <a:cxnLst/>
              <a:rect l="l" t="t" r="r" b="b"/>
              <a:pathLst>
                <a:path w="14885" h="21270" extrusionOk="0">
                  <a:moveTo>
                    <a:pt x="10151" y="1"/>
                  </a:moveTo>
                  <a:cubicBezTo>
                    <a:pt x="10141" y="1"/>
                    <a:pt x="10134" y="5"/>
                    <a:pt x="10130" y="14"/>
                  </a:cubicBezTo>
                  <a:cubicBezTo>
                    <a:pt x="10100" y="13"/>
                    <a:pt x="10071" y="13"/>
                    <a:pt x="10041" y="13"/>
                  </a:cubicBezTo>
                  <a:cubicBezTo>
                    <a:pt x="6851" y="13"/>
                    <a:pt x="5124" y="5180"/>
                    <a:pt x="4122" y="7482"/>
                  </a:cubicBezTo>
                  <a:cubicBezTo>
                    <a:pt x="3213" y="9569"/>
                    <a:pt x="2383" y="11626"/>
                    <a:pt x="1032" y="13439"/>
                  </a:cubicBezTo>
                  <a:cubicBezTo>
                    <a:pt x="892" y="13774"/>
                    <a:pt x="771" y="14118"/>
                    <a:pt x="671" y="14469"/>
                  </a:cubicBezTo>
                  <a:cubicBezTo>
                    <a:pt x="1" y="16890"/>
                    <a:pt x="1249" y="19049"/>
                    <a:pt x="3490" y="20109"/>
                  </a:cubicBezTo>
                  <a:cubicBezTo>
                    <a:pt x="4832" y="20743"/>
                    <a:pt x="6503" y="21269"/>
                    <a:pt x="8084" y="21269"/>
                  </a:cubicBezTo>
                  <a:cubicBezTo>
                    <a:pt x="8538" y="21269"/>
                    <a:pt x="8985" y="21226"/>
                    <a:pt x="9414" y="21129"/>
                  </a:cubicBezTo>
                  <a:cubicBezTo>
                    <a:pt x="9787" y="21044"/>
                    <a:pt x="10143" y="20891"/>
                    <a:pt x="10461" y="20678"/>
                  </a:cubicBezTo>
                  <a:cubicBezTo>
                    <a:pt x="11279" y="18887"/>
                    <a:pt x="12155" y="17088"/>
                    <a:pt x="12617" y="15186"/>
                  </a:cubicBezTo>
                  <a:cubicBezTo>
                    <a:pt x="13140" y="13047"/>
                    <a:pt x="14742" y="10047"/>
                    <a:pt x="14819" y="7867"/>
                  </a:cubicBezTo>
                  <a:cubicBezTo>
                    <a:pt x="14884" y="5986"/>
                    <a:pt x="13678" y="555"/>
                    <a:pt x="10650" y="336"/>
                  </a:cubicBezTo>
                  <a:cubicBezTo>
                    <a:pt x="10534" y="326"/>
                    <a:pt x="10238" y="1"/>
                    <a:pt x="101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554;p37">
              <a:extLst>
                <a:ext uri="{FF2B5EF4-FFF2-40B4-BE49-F238E27FC236}">
                  <a16:creationId xmlns:a16="http://schemas.microsoft.com/office/drawing/2014/main" id="{73603C5B-86D2-DED0-5DDF-4D4F869B1A3E}"/>
                </a:ext>
              </a:extLst>
            </p:cNvPr>
            <p:cNvSpPr/>
            <p:nvPr/>
          </p:nvSpPr>
          <p:spPr>
            <a:xfrm>
              <a:off x="1373375" y="1316675"/>
              <a:ext cx="407125" cy="345525"/>
            </a:xfrm>
            <a:custGeom>
              <a:avLst/>
              <a:gdLst/>
              <a:ahLst/>
              <a:cxnLst/>
              <a:rect l="l" t="t" r="r" b="b"/>
              <a:pathLst>
                <a:path w="16285" h="13821" extrusionOk="0">
                  <a:moveTo>
                    <a:pt x="2177" y="1"/>
                  </a:moveTo>
                  <a:cubicBezTo>
                    <a:pt x="1679" y="1"/>
                    <a:pt x="1132" y="299"/>
                    <a:pt x="794" y="630"/>
                  </a:cubicBezTo>
                  <a:cubicBezTo>
                    <a:pt x="338" y="1075"/>
                    <a:pt x="0" y="1927"/>
                    <a:pt x="319" y="2493"/>
                  </a:cubicBezTo>
                  <a:cubicBezTo>
                    <a:pt x="321" y="2503"/>
                    <a:pt x="321" y="2510"/>
                    <a:pt x="322" y="2520"/>
                  </a:cubicBezTo>
                  <a:cubicBezTo>
                    <a:pt x="686" y="4900"/>
                    <a:pt x="1748" y="7402"/>
                    <a:pt x="2803" y="9559"/>
                  </a:cubicBezTo>
                  <a:cubicBezTo>
                    <a:pt x="3700" y="11399"/>
                    <a:pt x="4917" y="13073"/>
                    <a:pt x="6963" y="13623"/>
                  </a:cubicBezTo>
                  <a:cubicBezTo>
                    <a:pt x="7481" y="13763"/>
                    <a:pt x="8059" y="13821"/>
                    <a:pt x="8665" y="13821"/>
                  </a:cubicBezTo>
                  <a:cubicBezTo>
                    <a:pt x="10392" y="13821"/>
                    <a:pt x="12346" y="13353"/>
                    <a:pt x="13793" y="13002"/>
                  </a:cubicBezTo>
                  <a:cubicBezTo>
                    <a:pt x="14720" y="12777"/>
                    <a:pt x="16285" y="11933"/>
                    <a:pt x="15184" y="10833"/>
                  </a:cubicBezTo>
                  <a:cubicBezTo>
                    <a:pt x="14759" y="10408"/>
                    <a:pt x="14209" y="10312"/>
                    <a:pt x="13646" y="10312"/>
                  </a:cubicBezTo>
                  <a:cubicBezTo>
                    <a:pt x="13450" y="10312"/>
                    <a:pt x="13252" y="10324"/>
                    <a:pt x="13057" y="10337"/>
                  </a:cubicBezTo>
                  <a:cubicBezTo>
                    <a:pt x="12524" y="10373"/>
                    <a:pt x="11967" y="10408"/>
                    <a:pt x="11407" y="10408"/>
                  </a:cubicBezTo>
                  <a:cubicBezTo>
                    <a:pt x="10270" y="10408"/>
                    <a:pt x="9124" y="10264"/>
                    <a:pt x="8161" y="9698"/>
                  </a:cubicBezTo>
                  <a:cubicBezTo>
                    <a:pt x="5911" y="8375"/>
                    <a:pt x="4637" y="4598"/>
                    <a:pt x="3995" y="2274"/>
                  </a:cubicBezTo>
                  <a:cubicBezTo>
                    <a:pt x="3808" y="1598"/>
                    <a:pt x="3502" y="480"/>
                    <a:pt x="2806" y="212"/>
                  </a:cubicBezTo>
                  <a:cubicBezTo>
                    <a:pt x="2622" y="63"/>
                    <a:pt x="2405" y="1"/>
                    <a:pt x="21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555;p37">
              <a:extLst>
                <a:ext uri="{FF2B5EF4-FFF2-40B4-BE49-F238E27FC236}">
                  <a16:creationId xmlns:a16="http://schemas.microsoft.com/office/drawing/2014/main" id="{1B5F2B1F-A7B1-7168-F0F8-8CA84C75FB6D}"/>
                </a:ext>
              </a:extLst>
            </p:cNvPr>
            <p:cNvSpPr/>
            <p:nvPr/>
          </p:nvSpPr>
          <p:spPr>
            <a:xfrm>
              <a:off x="1345650" y="1356325"/>
              <a:ext cx="112325" cy="231600"/>
            </a:xfrm>
            <a:custGeom>
              <a:avLst/>
              <a:gdLst/>
              <a:ahLst/>
              <a:cxnLst/>
              <a:rect l="l" t="t" r="r" b="b"/>
              <a:pathLst>
                <a:path w="4493" h="9264" extrusionOk="0">
                  <a:moveTo>
                    <a:pt x="1152" y="0"/>
                  </a:moveTo>
                  <a:cubicBezTo>
                    <a:pt x="1124" y="0"/>
                    <a:pt x="1097" y="27"/>
                    <a:pt x="1103" y="61"/>
                  </a:cubicBezTo>
                  <a:cubicBezTo>
                    <a:pt x="1222" y="810"/>
                    <a:pt x="1632" y="1493"/>
                    <a:pt x="1835" y="2225"/>
                  </a:cubicBezTo>
                  <a:cubicBezTo>
                    <a:pt x="2078" y="3110"/>
                    <a:pt x="2130" y="4039"/>
                    <a:pt x="2337" y="4933"/>
                  </a:cubicBezTo>
                  <a:cubicBezTo>
                    <a:pt x="2344" y="4958"/>
                    <a:pt x="2351" y="4984"/>
                    <a:pt x="2359" y="5010"/>
                  </a:cubicBezTo>
                  <a:cubicBezTo>
                    <a:pt x="2231" y="4837"/>
                    <a:pt x="2101" y="4670"/>
                    <a:pt x="1989" y="4500"/>
                  </a:cubicBezTo>
                  <a:cubicBezTo>
                    <a:pt x="1516" y="3785"/>
                    <a:pt x="955" y="2898"/>
                    <a:pt x="141" y="2548"/>
                  </a:cubicBezTo>
                  <a:cubicBezTo>
                    <a:pt x="129" y="2543"/>
                    <a:pt x="117" y="2540"/>
                    <a:pt x="105" y="2540"/>
                  </a:cubicBezTo>
                  <a:cubicBezTo>
                    <a:pt x="43" y="2540"/>
                    <a:pt x="0" y="2610"/>
                    <a:pt x="49" y="2667"/>
                  </a:cubicBezTo>
                  <a:cubicBezTo>
                    <a:pt x="564" y="3277"/>
                    <a:pt x="1137" y="3787"/>
                    <a:pt x="1607" y="4443"/>
                  </a:cubicBezTo>
                  <a:cubicBezTo>
                    <a:pt x="1867" y="4804"/>
                    <a:pt x="2280" y="5234"/>
                    <a:pt x="2568" y="5691"/>
                  </a:cubicBezTo>
                  <a:cubicBezTo>
                    <a:pt x="2657" y="5944"/>
                    <a:pt x="2760" y="6198"/>
                    <a:pt x="2872" y="6448"/>
                  </a:cubicBezTo>
                  <a:cubicBezTo>
                    <a:pt x="2883" y="6499"/>
                    <a:pt x="2889" y="6552"/>
                    <a:pt x="2893" y="6603"/>
                  </a:cubicBezTo>
                  <a:cubicBezTo>
                    <a:pt x="2893" y="6641"/>
                    <a:pt x="2917" y="6657"/>
                    <a:pt x="2944" y="6657"/>
                  </a:cubicBezTo>
                  <a:cubicBezTo>
                    <a:pt x="2952" y="6657"/>
                    <a:pt x="2959" y="6656"/>
                    <a:pt x="2967" y="6654"/>
                  </a:cubicBezTo>
                  <a:cubicBezTo>
                    <a:pt x="3380" y="7535"/>
                    <a:pt x="3887" y="8392"/>
                    <a:pt x="4295" y="9216"/>
                  </a:cubicBezTo>
                  <a:cubicBezTo>
                    <a:pt x="4311" y="9249"/>
                    <a:pt x="4340" y="9263"/>
                    <a:pt x="4370" y="9263"/>
                  </a:cubicBezTo>
                  <a:cubicBezTo>
                    <a:pt x="4430" y="9263"/>
                    <a:pt x="4492" y="9210"/>
                    <a:pt x="4470" y="9142"/>
                  </a:cubicBezTo>
                  <a:cubicBezTo>
                    <a:pt x="3949" y="7573"/>
                    <a:pt x="2931" y="6195"/>
                    <a:pt x="2555" y="4571"/>
                  </a:cubicBezTo>
                  <a:cubicBezTo>
                    <a:pt x="2368" y="3770"/>
                    <a:pt x="2308" y="2947"/>
                    <a:pt x="2116" y="2148"/>
                  </a:cubicBezTo>
                  <a:cubicBezTo>
                    <a:pt x="1943" y="1415"/>
                    <a:pt x="1575" y="668"/>
                    <a:pt x="1191" y="24"/>
                  </a:cubicBezTo>
                  <a:cubicBezTo>
                    <a:pt x="1181" y="7"/>
                    <a:pt x="1166" y="0"/>
                    <a:pt x="1152" y="0"/>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556;p37">
              <a:extLst>
                <a:ext uri="{FF2B5EF4-FFF2-40B4-BE49-F238E27FC236}">
                  <a16:creationId xmlns:a16="http://schemas.microsoft.com/office/drawing/2014/main" id="{9E522BC0-2FBF-24C6-BBAD-58467A18040E}"/>
                </a:ext>
              </a:extLst>
            </p:cNvPr>
            <p:cNvSpPr/>
            <p:nvPr/>
          </p:nvSpPr>
          <p:spPr>
            <a:xfrm>
              <a:off x="1729350" y="1535950"/>
              <a:ext cx="133200" cy="92575"/>
            </a:xfrm>
            <a:custGeom>
              <a:avLst/>
              <a:gdLst/>
              <a:ahLst/>
              <a:cxnLst/>
              <a:rect l="l" t="t" r="r" b="b"/>
              <a:pathLst>
                <a:path w="5328" h="3703" extrusionOk="0">
                  <a:moveTo>
                    <a:pt x="3049" y="0"/>
                  </a:moveTo>
                  <a:cubicBezTo>
                    <a:pt x="1903" y="0"/>
                    <a:pt x="630" y="759"/>
                    <a:pt x="153" y="1741"/>
                  </a:cubicBezTo>
                  <a:cubicBezTo>
                    <a:pt x="131" y="1781"/>
                    <a:pt x="142" y="1830"/>
                    <a:pt x="178" y="1860"/>
                  </a:cubicBezTo>
                  <a:cubicBezTo>
                    <a:pt x="1" y="2528"/>
                    <a:pt x="683" y="3495"/>
                    <a:pt x="1349" y="3495"/>
                  </a:cubicBezTo>
                  <a:cubicBezTo>
                    <a:pt x="1563" y="3495"/>
                    <a:pt x="1776" y="3395"/>
                    <a:pt x="1958" y="3153"/>
                  </a:cubicBezTo>
                  <a:cubicBezTo>
                    <a:pt x="2210" y="2816"/>
                    <a:pt x="2378" y="2430"/>
                    <a:pt x="2598" y="2075"/>
                  </a:cubicBezTo>
                  <a:cubicBezTo>
                    <a:pt x="2711" y="1890"/>
                    <a:pt x="2803" y="1816"/>
                    <a:pt x="2881" y="1816"/>
                  </a:cubicBezTo>
                  <a:cubicBezTo>
                    <a:pt x="3006" y="1816"/>
                    <a:pt x="3093" y="2011"/>
                    <a:pt x="3165" y="2245"/>
                  </a:cubicBezTo>
                  <a:cubicBezTo>
                    <a:pt x="3301" y="2679"/>
                    <a:pt x="3397" y="3300"/>
                    <a:pt x="3807" y="3575"/>
                  </a:cubicBezTo>
                  <a:cubicBezTo>
                    <a:pt x="3936" y="3660"/>
                    <a:pt x="4099" y="3703"/>
                    <a:pt x="4264" y="3703"/>
                  </a:cubicBezTo>
                  <a:cubicBezTo>
                    <a:pt x="4539" y="3703"/>
                    <a:pt x="4820" y="3585"/>
                    <a:pt x="4959" y="3351"/>
                  </a:cubicBezTo>
                  <a:cubicBezTo>
                    <a:pt x="5327" y="2726"/>
                    <a:pt x="5193" y="1863"/>
                    <a:pt x="4922" y="1227"/>
                  </a:cubicBezTo>
                  <a:cubicBezTo>
                    <a:pt x="4552" y="353"/>
                    <a:pt x="3830" y="0"/>
                    <a:pt x="3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557;p37">
              <a:extLst>
                <a:ext uri="{FF2B5EF4-FFF2-40B4-BE49-F238E27FC236}">
                  <a16:creationId xmlns:a16="http://schemas.microsoft.com/office/drawing/2014/main" id="{077EE804-7EB6-471C-835B-9C584AD4F410}"/>
                </a:ext>
              </a:extLst>
            </p:cNvPr>
            <p:cNvSpPr/>
            <p:nvPr/>
          </p:nvSpPr>
          <p:spPr>
            <a:xfrm>
              <a:off x="1189375" y="1753425"/>
              <a:ext cx="156575" cy="96350"/>
            </a:xfrm>
            <a:custGeom>
              <a:avLst/>
              <a:gdLst/>
              <a:ahLst/>
              <a:cxnLst/>
              <a:rect l="l" t="t" r="r" b="b"/>
              <a:pathLst>
                <a:path w="6263" h="3854" extrusionOk="0">
                  <a:moveTo>
                    <a:pt x="164" y="0"/>
                  </a:moveTo>
                  <a:cubicBezTo>
                    <a:pt x="85" y="0"/>
                    <a:pt x="1" y="91"/>
                    <a:pt x="44" y="191"/>
                  </a:cubicBezTo>
                  <a:cubicBezTo>
                    <a:pt x="655" y="1591"/>
                    <a:pt x="1374" y="3259"/>
                    <a:pt x="2950" y="3754"/>
                  </a:cubicBezTo>
                  <a:cubicBezTo>
                    <a:pt x="3164" y="3821"/>
                    <a:pt x="3389" y="3853"/>
                    <a:pt x="3617" y="3853"/>
                  </a:cubicBezTo>
                  <a:cubicBezTo>
                    <a:pt x="4785" y="3853"/>
                    <a:pt x="6034" y="3024"/>
                    <a:pt x="6247" y="1887"/>
                  </a:cubicBezTo>
                  <a:cubicBezTo>
                    <a:pt x="6263" y="1805"/>
                    <a:pt x="6190" y="1718"/>
                    <a:pt x="6115" y="1718"/>
                  </a:cubicBezTo>
                  <a:cubicBezTo>
                    <a:pt x="6086" y="1718"/>
                    <a:pt x="6056" y="1731"/>
                    <a:pt x="6030" y="1762"/>
                  </a:cubicBezTo>
                  <a:cubicBezTo>
                    <a:pt x="5343" y="2596"/>
                    <a:pt x="4567" y="3397"/>
                    <a:pt x="3556" y="3397"/>
                  </a:cubicBezTo>
                  <a:cubicBezTo>
                    <a:pt x="3232" y="3397"/>
                    <a:pt x="2884" y="3315"/>
                    <a:pt x="2508" y="3126"/>
                  </a:cubicBezTo>
                  <a:cubicBezTo>
                    <a:pt x="1399" y="2569"/>
                    <a:pt x="756" y="1131"/>
                    <a:pt x="258" y="66"/>
                  </a:cubicBezTo>
                  <a:cubicBezTo>
                    <a:pt x="236" y="20"/>
                    <a:pt x="201" y="0"/>
                    <a:pt x="164" y="0"/>
                  </a:cubicBezTo>
                  <a:close/>
                </a:path>
              </a:pathLst>
            </a:custGeom>
            <a:solidFill>
              <a:srgbClr val="F5B2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558;p37">
              <a:extLst>
                <a:ext uri="{FF2B5EF4-FFF2-40B4-BE49-F238E27FC236}">
                  <a16:creationId xmlns:a16="http://schemas.microsoft.com/office/drawing/2014/main" id="{E250D090-C6FB-48F2-1AE4-C52492CA4F25}"/>
                </a:ext>
              </a:extLst>
            </p:cNvPr>
            <p:cNvSpPr/>
            <p:nvPr/>
          </p:nvSpPr>
          <p:spPr>
            <a:xfrm>
              <a:off x="1173525" y="2340475"/>
              <a:ext cx="158275" cy="134500"/>
            </a:xfrm>
            <a:custGeom>
              <a:avLst/>
              <a:gdLst/>
              <a:ahLst/>
              <a:cxnLst/>
              <a:rect l="l" t="t" r="r" b="b"/>
              <a:pathLst>
                <a:path w="6331" h="5380" extrusionOk="0">
                  <a:moveTo>
                    <a:pt x="1534" y="0"/>
                  </a:moveTo>
                  <a:cubicBezTo>
                    <a:pt x="1396" y="0"/>
                    <a:pt x="1259" y="72"/>
                    <a:pt x="1136" y="254"/>
                  </a:cubicBezTo>
                  <a:cubicBezTo>
                    <a:pt x="963" y="515"/>
                    <a:pt x="850" y="814"/>
                    <a:pt x="788" y="1123"/>
                  </a:cubicBezTo>
                  <a:cubicBezTo>
                    <a:pt x="779" y="1120"/>
                    <a:pt x="770" y="1119"/>
                    <a:pt x="762" y="1119"/>
                  </a:cubicBezTo>
                  <a:cubicBezTo>
                    <a:pt x="719" y="1119"/>
                    <a:pt x="681" y="1152"/>
                    <a:pt x="678" y="1199"/>
                  </a:cubicBezTo>
                  <a:cubicBezTo>
                    <a:pt x="587" y="2100"/>
                    <a:pt x="1" y="3402"/>
                    <a:pt x="502" y="4272"/>
                  </a:cubicBezTo>
                  <a:cubicBezTo>
                    <a:pt x="1021" y="5179"/>
                    <a:pt x="2112" y="5238"/>
                    <a:pt x="3047" y="5306"/>
                  </a:cubicBezTo>
                  <a:cubicBezTo>
                    <a:pt x="3522" y="5341"/>
                    <a:pt x="3996" y="5380"/>
                    <a:pt x="4470" y="5380"/>
                  </a:cubicBezTo>
                  <a:cubicBezTo>
                    <a:pt x="4762" y="5380"/>
                    <a:pt x="5054" y="5365"/>
                    <a:pt x="5345" y="5325"/>
                  </a:cubicBezTo>
                  <a:cubicBezTo>
                    <a:pt x="5828" y="5257"/>
                    <a:pt x="6330" y="4828"/>
                    <a:pt x="5882" y="4350"/>
                  </a:cubicBezTo>
                  <a:cubicBezTo>
                    <a:pt x="5384" y="3817"/>
                    <a:pt x="4546" y="3655"/>
                    <a:pt x="3875" y="3458"/>
                  </a:cubicBezTo>
                  <a:cubicBezTo>
                    <a:pt x="3338" y="3300"/>
                    <a:pt x="2877" y="3005"/>
                    <a:pt x="2702" y="2451"/>
                  </a:cubicBezTo>
                  <a:cubicBezTo>
                    <a:pt x="2522" y="1878"/>
                    <a:pt x="2593" y="1216"/>
                    <a:pt x="2316" y="670"/>
                  </a:cubicBezTo>
                  <a:cubicBezTo>
                    <a:pt x="2167" y="377"/>
                    <a:pt x="1849" y="0"/>
                    <a:pt x="1534" y="0"/>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2559;p37">
              <a:extLst>
                <a:ext uri="{FF2B5EF4-FFF2-40B4-BE49-F238E27FC236}">
                  <a16:creationId xmlns:a16="http://schemas.microsoft.com/office/drawing/2014/main" id="{7DB7A7EF-C9A0-A39E-79B7-3F8AAFD90128}"/>
                </a:ext>
              </a:extLst>
            </p:cNvPr>
            <p:cNvSpPr/>
            <p:nvPr/>
          </p:nvSpPr>
          <p:spPr>
            <a:xfrm>
              <a:off x="877075" y="1850450"/>
              <a:ext cx="412975" cy="552375"/>
            </a:xfrm>
            <a:custGeom>
              <a:avLst/>
              <a:gdLst/>
              <a:ahLst/>
              <a:cxnLst/>
              <a:rect l="l" t="t" r="r" b="b"/>
              <a:pathLst>
                <a:path w="16519" h="22095" extrusionOk="0">
                  <a:moveTo>
                    <a:pt x="3805" y="0"/>
                  </a:moveTo>
                  <a:cubicBezTo>
                    <a:pt x="3110" y="0"/>
                    <a:pt x="2424" y="51"/>
                    <a:pt x="1862" y="243"/>
                  </a:cubicBezTo>
                  <a:cubicBezTo>
                    <a:pt x="277" y="601"/>
                    <a:pt x="0" y="2453"/>
                    <a:pt x="723" y="3843"/>
                  </a:cubicBezTo>
                  <a:cubicBezTo>
                    <a:pt x="1952" y="6207"/>
                    <a:pt x="4749" y="6717"/>
                    <a:pt x="7201" y="6717"/>
                  </a:cubicBezTo>
                  <a:cubicBezTo>
                    <a:pt x="7413" y="6717"/>
                    <a:pt x="7623" y="6714"/>
                    <a:pt x="7829" y="6707"/>
                  </a:cubicBezTo>
                  <a:cubicBezTo>
                    <a:pt x="8460" y="6685"/>
                    <a:pt x="9060" y="6565"/>
                    <a:pt x="9678" y="6446"/>
                  </a:cubicBezTo>
                  <a:cubicBezTo>
                    <a:pt x="9845" y="6413"/>
                    <a:pt x="9998" y="6398"/>
                    <a:pt x="10138" y="6398"/>
                  </a:cubicBezTo>
                  <a:cubicBezTo>
                    <a:pt x="11672" y="6398"/>
                    <a:pt x="11664" y="8219"/>
                    <a:pt x="11800" y="9450"/>
                  </a:cubicBezTo>
                  <a:cubicBezTo>
                    <a:pt x="12041" y="11629"/>
                    <a:pt x="12233" y="13805"/>
                    <a:pt x="12253" y="15998"/>
                  </a:cubicBezTo>
                  <a:cubicBezTo>
                    <a:pt x="12262" y="16887"/>
                    <a:pt x="11438" y="22094"/>
                    <a:pt x="13271" y="22094"/>
                  </a:cubicBezTo>
                  <a:cubicBezTo>
                    <a:pt x="13328" y="22094"/>
                    <a:pt x="13389" y="22089"/>
                    <a:pt x="13452" y="22079"/>
                  </a:cubicBezTo>
                  <a:cubicBezTo>
                    <a:pt x="14517" y="21899"/>
                    <a:pt x="14939" y="21389"/>
                    <a:pt x="15092" y="20333"/>
                  </a:cubicBezTo>
                  <a:cubicBezTo>
                    <a:pt x="15352" y="18550"/>
                    <a:pt x="15702" y="16762"/>
                    <a:pt x="15833" y="14962"/>
                  </a:cubicBezTo>
                  <a:cubicBezTo>
                    <a:pt x="16076" y="11660"/>
                    <a:pt x="16518" y="8174"/>
                    <a:pt x="16382" y="4857"/>
                  </a:cubicBezTo>
                  <a:cubicBezTo>
                    <a:pt x="16262" y="1921"/>
                    <a:pt x="14420" y="1342"/>
                    <a:pt x="11805" y="790"/>
                  </a:cubicBezTo>
                  <a:cubicBezTo>
                    <a:pt x="10024" y="414"/>
                    <a:pt x="8258" y="61"/>
                    <a:pt x="6437" y="61"/>
                  </a:cubicBezTo>
                  <a:cubicBezTo>
                    <a:pt x="6351" y="61"/>
                    <a:pt x="6265" y="62"/>
                    <a:pt x="6179" y="63"/>
                  </a:cubicBezTo>
                  <a:cubicBezTo>
                    <a:pt x="6127" y="64"/>
                    <a:pt x="6074" y="65"/>
                    <a:pt x="6020" y="65"/>
                  </a:cubicBezTo>
                  <a:cubicBezTo>
                    <a:pt x="5382" y="65"/>
                    <a:pt x="4588" y="0"/>
                    <a:pt x="38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2560;p37">
              <a:extLst>
                <a:ext uri="{FF2B5EF4-FFF2-40B4-BE49-F238E27FC236}">
                  <a16:creationId xmlns:a16="http://schemas.microsoft.com/office/drawing/2014/main" id="{9645A2DB-9574-30AF-BDA9-FE7115BF1E0F}"/>
                </a:ext>
              </a:extLst>
            </p:cNvPr>
            <p:cNvSpPr/>
            <p:nvPr/>
          </p:nvSpPr>
          <p:spPr>
            <a:xfrm>
              <a:off x="1164300" y="1967175"/>
              <a:ext cx="67900" cy="36225"/>
            </a:xfrm>
            <a:custGeom>
              <a:avLst/>
              <a:gdLst/>
              <a:ahLst/>
              <a:cxnLst/>
              <a:rect l="l" t="t" r="r" b="b"/>
              <a:pathLst>
                <a:path w="2716" h="1449" extrusionOk="0">
                  <a:moveTo>
                    <a:pt x="2543" y="0"/>
                  </a:moveTo>
                  <a:cubicBezTo>
                    <a:pt x="1606" y="0"/>
                    <a:pt x="618" y="576"/>
                    <a:pt x="51" y="1280"/>
                  </a:cubicBezTo>
                  <a:cubicBezTo>
                    <a:pt x="0" y="1322"/>
                    <a:pt x="16" y="1378"/>
                    <a:pt x="54" y="1412"/>
                  </a:cubicBezTo>
                  <a:cubicBezTo>
                    <a:pt x="73" y="1434"/>
                    <a:pt x="99" y="1448"/>
                    <a:pt x="125" y="1448"/>
                  </a:cubicBezTo>
                  <a:cubicBezTo>
                    <a:pt x="146" y="1448"/>
                    <a:pt x="168" y="1439"/>
                    <a:pt x="186" y="1416"/>
                  </a:cubicBezTo>
                  <a:cubicBezTo>
                    <a:pt x="413" y="1234"/>
                    <a:pt x="636" y="1045"/>
                    <a:pt x="889" y="900"/>
                  </a:cubicBezTo>
                  <a:cubicBezTo>
                    <a:pt x="1443" y="581"/>
                    <a:pt x="2097" y="481"/>
                    <a:pt x="2643" y="159"/>
                  </a:cubicBezTo>
                  <a:cubicBezTo>
                    <a:pt x="2716" y="116"/>
                    <a:pt x="2682" y="3"/>
                    <a:pt x="2601" y="1"/>
                  </a:cubicBezTo>
                  <a:cubicBezTo>
                    <a:pt x="2582" y="1"/>
                    <a:pt x="2562" y="0"/>
                    <a:pt x="2543" y="0"/>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2561;p37">
              <a:extLst>
                <a:ext uri="{FF2B5EF4-FFF2-40B4-BE49-F238E27FC236}">
                  <a16:creationId xmlns:a16="http://schemas.microsoft.com/office/drawing/2014/main" id="{A9FD21C3-5726-42B9-0B99-2512ECF1561B}"/>
                </a:ext>
              </a:extLst>
            </p:cNvPr>
            <p:cNvSpPr/>
            <p:nvPr/>
          </p:nvSpPr>
          <p:spPr>
            <a:xfrm>
              <a:off x="1164225" y="1999250"/>
              <a:ext cx="75200" cy="15200"/>
            </a:xfrm>
            <a:custGeom>
              <a:avLst/>
              <a:gdLst/>
              <a:ahLst/>
              <a:cxnLst/>
              <a:rect l="l" t="t" r="r" b="b"/>
              <a:pathLst>
                <a:path w="3008" h="608" extrusionOk="0">
                  <a:moveTo>
                    <a:pt x="1962" y="1"/>
                  </a:moveTo>
                  <a:cubicBezTo>
                    <a:pt x="1318" y="1"/>
                    <a:pt x="654" y="139"/>
                    <a:pt x="107" y="391"/>
                  </a:cubicBezTo>
                  <a:cubicBezTo>
                    <a:pt x="0" y="440"/>
                    <a:pt x="59" y="607"/>
                    <a:pt x="162" y="607"/>
                  </a:cubicBezTo>
                  <a:cubicBezTo>
                    <a:pt x="172" y="607"/>
                    <a:pt x="183" y="606"/>
                    <a:pt x="195" y="602"/>
                  </a:cubicBezTo>
                  <a:cubicBezTo>
                    <a:pt x="1098" y="288"/>
                    <a:pt x="2012" y="520"/>
                    <a:pt x="2911" y="306"/>
                  </a:cubicBezTo>
                  <a:cubicBezTo>
                    <a:pt x="3008" y="283"/>
                    <a:pt x="3006" y="136"/>
                    <a:pt x="2911" y="112"/>
                  </a:cubicBezTo>
                  <a:cubicBezTo>
                    <a:pt x="2611" y="36"/>
                    <a:pt x="2289" y="1"/>
                    <a:pt x="1962" y="1"/>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2562;p37">
              <a:extLst>
                <a:ext uri="{FF2B5EF4-FFF2-40B4-BE49-F238E27FC236}">
                  <a16:creationId xmlns:a16="http://schemas.microsoft.com/office/drawing/2014/main" id="{0653E362-745C-202A-044C-204E434877DB}"/>
                </a:ext>
              </a:extLst>
            </p:cNvPr>
            <p:cNvSpPr/>
            <p:nvPr/>
          </p:nvSpPr>
          <p:spPr>
            <a:xfrm>
              <a:off x="928950" y="1315200"/>
              <a:ext cx="102175" cy="151575"/>
            </a:xfrm>
            <a:custGeom>
              <a:avLst/>
              <a:gdLst/>
              <a:ahLst/>
              <a:cxnLst/>
              <a:rect l="l" t="t" r="r" b="b"/>
              <a:pathLst>
                <a:path w="4087" h="6063" extrusionOk="0">
                  <a:moveTo>
                    <a:pt x="2077" y="0"/>
                  </a:moveTo>
                  <a:cubicBezTo>
                    <a:pt x="1651" y="0"/>
                    <a:pt x="1254" y="194"/>
                    <a:pt x="1068" y="581"/>
                  </a:cubicBezTo>
                  <a:cubicBezTo>
                    <a:pt x="980" y="582"/>
                    <a:pt x="909" y="652"/>
                    <a:pt x="906" y="740"/>
                  </a:cubicBezTo>
                  <a:cubicBezTo>
                    <a:pt x="828" y="1917"/>
                    <a:pt x="304" y="3012"/>
                    <a:pt x="117" y="4170"/>
                  </a:cubicBezTo>
                  <a:cubicBezTo>
                    <a:pt x="35" y="4680"/>
                    <a:pt x="1" y="5466"/>
                    <a:pt x="491" y="5809"/>
                  </a:cubicBezTo>
                  <a:cubicBezTo>
                    <a:pt x="743" y="5987"/>
                    <a:pt x="999" y="6063"/>
                    <a:pt x="1250" y="6063"/>
                  </a:cubicBezTo>
                  <a:cubicBezTo>
                    <a:pt x="2175" y="6063"/>
                    <a:pt x="3026" y="5027"/>
                    <a:pt x="3326" y="4230"/>
                  </a:cubicBezTo>
                  <a:cubicBezTo>
                    <a:pt x="3748" y="3103"/>
                    <a:pt x="4087" y="1273"/>
                    <a:pt x="3066" y="376"/>
                  </a:cubicBezTo>
                  <a:cubicBezTo>
                    <a:pt x="2781" y="126"/>
                    <a:pt x="2419" y="0"/>
                    <a:pt x="20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2563;p37">
              <a:extLst>
                <a:ext uri="{FF2B5EF4-FFF2-40B4-BE49-F238E27FC236}">
                  <a16:creationId xmlns:a16="http://schemas.microsoft.com/office/drawing/2014/main" id="{C01378FA-3406-A99D-27AC-24B2F26B37D3}"/>
                </a:ext>
              </a:extLst>
            </p:cNvPr>
            <p:cNvSpPr/>
            <p:nvPr/>
          </p:nvSpPr>
          <p:spPr>
            <a:xfrm>
              <a:off x="918525" y="1144275"/>
              <a:ext cx="187750" cy="229075"/>
            </a:xfrm>
            <a:custGeom>
              <a:avLst/>
              <a:gdLst/>
              <a:ahLst/>
              <a:cxnLst/>
              <a:rect l="l" t="t" r="r" b="b"/>
              <a:pathLst>
                <a:path w="7510" h="9163" extrusionOk="0">
                  <a:moveTo>
                    <a:pt x="4951" y="1"/>
                  </a:moveTo>
                  <a:cubicBezTo>
                    <a:pt x="4294" y="1"/>
                    <a:pt x="3471" y="314"/>
                    <a:pt x="2569" y="655"/>
                  </a:cubicBezTo>
                  <a:cubicBezTo>
                    <a:pt x="164" y="1564"/>
                    <a:pt x="0" y="5365"/>
                    <a:pt x="1179" y="7252"/>
                  </a:cubicBezTo>
                  <a:cubicBezTo>
                    <a:pt x="1870" y="8357"/>
                    <a:pt x="3205" y="9162"/>
                    <a:pt x="4441" y="9162"/>
                  </a:cubicBezTo>
                  <a:cubicBezTo>
                    <a:pt x="5248" y="9162"/>
                    <a:pt x="6012" y="8820"/>
                    <a:pt x="6529" y="7994"/>
                  </a:cubicBezTo>
                  <a:cubicBezTo>
                    <a:pt x="7417" y="6581"/>
                    <a:pt x="7510" y="1979"/>
                    <a:pt x="6140" y="700"/>
                  </a:cubicBezTo>
                  <a:cubicBezTo>
                    <a:pt x="5870" y="189"/>
                    <a:pt x="5460" y="1"/>
                    <a:pt x="4951" y="1"/>
                  </a:cubicBezTo>
                  <a:close/>
                </a:path>
              </a:pathLst>
            </a:custGeom>
            <a:solidFill>
              <a:srgbClr val="FDDF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2564;p37">
              <a:extLst>
                <a:ext uri="{FF2B5EF4-FFF2-40B4-BE49-F238E27FC236}">
                  <a16:creationId xmlns:a16="http://schemas.microsoft.com/office/drawing/2014/main" id="{108E14B7-6E73-83CB-6CCF-5C7675927A36}"/>
                </a:ext>
              </a:extLst>
            </p:cNvPr>
            <p:cNvSpPr/>
            <p:nvPr/>
          </p:nvSpPr>
          <p:spPr>
            <a:xfrm>
              <a:off x="889025" y="2525450"/>
              <a:ext cx="158225" cy="134525"/>
            </a:xfrm>
            <a:custGeom>
              <a:avLst/>
              <a:gdLst/>
              <a:ahLst/>
              <a:cxnLst/>
              <a:rect l="l" t="t" r="r" b="b"/>
              <a:pathLst>
                <a:path w="6329" h="5381" extrusionOk="0">
                  <a:moveTo>
                    <a:pt x="1532" y="1"/>
                  </a:moveTo>
                  <a:cubicBezTo>
                    <a:pt x="1395" y="1"/>
                    <a:pt x="1258" y="73"/>
                    <a:pt x="1135" y="255"/>
                  </a:cubicBezTo>
                  <a:cubicBezTo>
                    <a:pt x="961" y="516"/>
                    <a:pt x="849" y="813"/>
                    <a:pt x="787" y="1122"/>
                  </a:cubicBezTo>
                  <a:cubicBezTo>
                    <a:pt x="779" y="1119"/>
                    <a:pt x="770" y="1118"/>
                    <a:pt x="761" y="1118"/>
                  </a:cubicBezTo>
                  <a:cubicBezTo>
                    <a:pt x="718" y="1118"/>
                    <a:pt x="680" y="1152"/>
                    <a:pt x="676" y="1198"/>
                  </a:cubicBezTo>
                  <a:cubicBezTo>
                    <a:pt x="585" y="2101"/>
                    <a:pt x="0" y="3402"/>
                    <a:pt x="500" y="4272"/>
                  </a:cubicBezTo>
                  <a:cubicBezTo>
                    <a:pt x="1021" y="5179"/>
                    <a:pt x="2111" y="5239"/>
                    <a:pt x="3047" y="5307"/>
                  </a:cubicBezTo>
                  <a:cubicBezTo>
                    <a:pt x="3518" y="5341"/>
                    <a:pt x="3990" y="5380"/>
                    <a:pt x="4462" y="5380"/>
                  </a:cubicBezTo>
                  <a:cubicBezTo>
                    <a:pt x="4756" y="5380"/>
                    <a:pt x="5051" y="5365"/>
                    <a:pt x="5345" y="5324"/>
                  </a:cubicBezTo>
                  <a:cubicBezTo>
                    <a:pt x="5827" y="5257"/>
                    <a:pt x="6328" y="4828"/>
                    <a:pt x="5882" y="4350"/>
                  </a:cubicBezTo>
                  <a:cubicBezTo>
                    <a:pt x="5384" y="3816"/>
                    <a:pt x="4545" y="3654"/>
                    <a:pt x="3873" y="3457"/>
                  </a:cubicBezTo>
                  <a:cubicBezTo>
                    <a:pt x="3336" y="3300"/>
                    <a:pt x="2877" y="3004"/>
                    <a:pt x="2702" y="2451"/>
                  </a:cubicBezTo>
                  <a:cubicBezTo>
                    <a:pt x="2521" y="1878"/>
                    <a:pt x="2592" y="1215"/>
                    <a:pt x="2315" y="669"/>
                  </a:cubicBezTo>
                  <a:cubicBezTo>
                    <a:pt x="2166" y="377"/>
                    <a:pt x="1848" y="1"/>
                    <a:pt x="1532" y="1"/>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2565;p37">
              <a:extLst>
                <a:ext uri="{FF2B5EF4-FFF2-40B4-BE49-F238E27FC236}">
                  <a16:creationId xmlns:a16="http://schemas.microsoft.com/office/drawing/2014/main" id="{D30B3956-2507-3E50-BCD9-C6D6BE706361}"/>
                </a:ext>
              </a:extLst>
            </p:cNvPr>
            <p:cNvSpPr/>
            <p:nvPr/>
          </p:nvSpPr>
          <p:spPr>
            <a:xfrm>
              <a:off x="790050" y="1802500"/>
              <a:ext cx="350875" cy="792675"/>
            </a:xfrm>
            <a:custGeom>
              <a:avLst/>
              <a:gdLst/>
              <a:ahLst/>
              <a:cxnLst/>
              <a:rect l="l" t="t" r="r" b="b"/>
              <a:pathLst>
                <a:path w="14035" h="31707" extrusionOk="0">
                  <a:moveTo>
                    <a:pt x="2155" y="1"/>
                  </a:moveTo>
                  <a:cubicBezTo>
                    <a:pt x="2103" y="1"/>
                    <a:pt x="2052" y="9"/>
                    <a:pt x="2001" y="25"/>
                  </a:cubicBezTo>
                  <a:cubicBezTo>
                    <a:pt x="856" y="396"/>
                    <a:pt x="0" y="4075"/>
                    <a:pt x="37" y="5002"/>
                  </a:cubicBezTo>
                  <a:cubicBezTo>
                    <a:pt x="82" y="6198"/>
                    <a:pt x="226" y="6602"/>
                    <a:pt x="823" y="7621"/>
                  </a:cubicBezTo>
                  <a:cubicBezTo>
                    <a:pt x="1364" y="8548"/>
                    <a:pt x="3502" y="9969"/>
                    <a:pt x="4225" y="10757"/>
                  </a:cubicBezTo>
                  <a:cubicBezTo>
                    <a:pt x="5520" y="12168"/>
                    <a:pt x="7091" y="13372"/>
                    <a:pt x="8568" y="14580"/>
                  </a:cubicBezTo>
                  <a:cubicBezTo>
                    <a:pt x="9986" y="15740"/>
                    <a:pt x="7184" y="20795"/>
                    <a:pt x="6698" y="21929"/>
                  </a:cubicBezTo>
                  <a:cubicBezTo>
                    <a:pt x="5934" y="23712"/>
                    <a:pt x="5248" y="25509"/>
                    <a:pt x="4782" y="27396"/>
                  </a:cubicBezTo>
                  <a:cubicBezTo>
                    <a:pt x="4482" y="28617"/>
                    <a:pt x="4100" y="29921"/>
                    <a:pt x="4895" y="31042"/>
                  </a:cubicBezTo>
                  <a:cubicBezTo>
                    <a:pt x="5230" y="31515"/>
                    <a:pt x="5526" y="31706"/>
                    <a:pt x="5788" y="31706"/>
                  </a:cubicBezTo>
                  <a:cubicBezTo>
                    <a:pt x="6783" y="31706"/>
                    <a:pt x="7285" y="28946"/>
                    <a:pt x="7530" y="28304"/>
                  </a:cubicBezTo>
                  <a:cubicBezTo>
                    <a:pt x="9058" y="24303"/>
                    <a:pt x="11672" y="20859"/>
                    <a:pt x="13097" y="16790"/>
                  </a:cubicBezTo>
                  <a:cubicBezTo>
                    <a:pt x="13662" y="15177"/>
                    <a:pt x="14035" y="13606"/>
                    <a:pt x="13741" y="11905"/>
                  </a:cubicBezTo>
                  <a:cubicBezTo>
                    <a:pt x="13450" y="10233"/>
                    <a:pt x="11690" y="8490"/>
                    <a:pt x="10690" y="7185"/>
                  </a:cubicBezTo>
                  <a:cubicBezTo>
                    <a:pt x="9094" y="5100"/>
                    <a:pt x="7145" y="3106"/>
                    <a:pt x="4702" y="2076"/>
                  </a:cubicBezTo>
                  <a:cubicBezTo>
                    <a:pt x="3996" y="1780"/>
                    <a:pt x="2952" y="1"/>
                    <a:pt x="2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2566;p37">
              <a:extLst>
                <a:ext uri="{FF2B5EF4-FFF2-40B4-BE49-F238E27FC236}">
                  <a16:creationId xmlns:a16="http://schemas.microsoft.com/office/drawing/2014/main" id="{A346B597-69C4-0DA2-3A6C-1144A1904AC4}"/>
                </a:ext>
              </a:extLst>
            </p:cNvPr>
            <p:cNvSpPr/>
            <p:nvPr/>
          </p:nvSpPr>
          <p:spPr>
            <a:xfrm>
              <a:off x="957225" y="1880850"/>
              <a:ext cx="130350" cy="131000"/>
            </a:xfrm>
            <a:custGeom>
              <a:avLst/>
              <a:gdLst/>
              <a:ahLst/>
              <a:cxnLst/>
              <a:rect l="l" t="t" r="r" b="b"/>
              <a:pathLst>
                <a:path w="5214" h="5240" extrusionOk="0">
                  <a:moveTo>
                    <a:pt x="101" y="1"/>
                  </a:moveTo>
                  <a:cubicBezTo>
                    <a:pt x="46" y="1"/>
                    <a:pt x="0" y="67"/>
                    <a:pt x="48" y="118"/>
                  </a:cubicBezTo>
                  <a:cubicBezTo>
                    <a:pt x="896" y="1020"/>
                    <a:pt x="1813" y="1816"/>
                    <a:pt x="2615" y="2761"/>
                  </a:cubicBezTo>
                  <a:cubicBezTo>
                    <a:pt x="3321" y="3593"/>
                    <a:pt x="4057" y="4676"/>
                    <a:pt x="5014" y="5226"/>
                  </a:cubicBezTo>
                  <a:cubicBezTo>
                    <a:pt x="5030" y="5236"/>
                    <a:pt x="5047" y="5240"/>
                    <a:pt x="5064" y="5240"/>
                  </a:cubicBezTo>
                  <a:cubicBezTo>
                    <a:pt x="5141" y="5240"/>
                    <a:pt x="5213" y="5154"/>
                    <a:pt x="5162" y="5078"/>
                  </a:cubicBezTo>
                  <a:cubicBezTo>
                    <a:pt x="4538" y="4147"/>
                    <a:pt x="3611" y="3351"/>
                    <a:pt x="2869" y="2508"/>
                  </a:cubicBezTo>
                  <a:cubicBezTo>
                    <a:pt x="2035" y="1561"/>
                    <a:pt x="1089" y="845"/>
                    <a:pt x="149" y="19"/>
                  </a:cubicBezTo>
                  <a:cubicBezTo>
                    <a:pt x="133" y="6"/>
                    <a:pt x="117" y="1"/>
                    <a:pt x="101" y="1"/>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2567;p37">
              <a:extLst>
                <a:ext uri="{FF2B5EF4-FFF2-40B4-BE49-F238E27FC236}">
                  <a16:creationId xmlns:a16="http://schemas.microsoft.com/office/drawing/2014/main" id="{4D1A7324-91E2-8EAE-2302-B34E5309AA16}"/>
                </a:ext>
              </a:extLst>
            </p:cNvPr>
            <p:cNvSpPr/>
            <p:nvPr/>
          </p:nvSpPr>
          <p:spPr>
            <a:xfrm>
              <a:off x="1016150" y="2159325"/>
              <a:ext cx="70550" cy="37750"/>
            </a:xfrm>
            <a:custGeom>
              <a:avLst/>
              <a:gdLst/>
              <a:ahLst/>
              <a:cxnLst/>
              <a:rect l="l" t="t" r="r" b="b"/>
              <a:pathLst>
                <a:path w="2822" h="1510" extrusionOk="0">
                  <a:moveTo>
                    <a:pt x="2529" y="1"/>
                  </a:moveTo>
                  <a:cubicBezTo>
                    <a:pt x="2527" y="1"/>
                    <a:pt x="2526" y="1"/>
                    <a:pt x="2524" y="1"/>
                  </a:cubicBezTo>
                  <a:cubicBezTo>
                    <a:pt x="2156" y="20"/>
                    <a:pt x="1805" y="145"/>
                    <a:pt x="1446" y="219"/>
                  </a:cubicBezTo>
                  <a:cubicBezTo>
                    <a:pt x="999" y="309"/>
                    <a:pt x="540" y="347"/>
                    <a:pt x="85" y="377"/>
                  </a:cubicBezTo>
                  <a:cubicBezTo>
                    <a:pt x="81" y="377"/>
                    <a:pt x="77" y="381"/>
                    <a:pt x="73" y="381"/>
                  </a:cubicBezTo>
                  <a:cubicBezTo>
                    <a:pt x="65" y="385"/>
                    <a:pt x="57" y="388"/>
                    <a:pt x="50" y="392"/>
                  </a:cubicBezTo>
                  <a:cubicBezTo>
                    <a:pt x="39" y="397"/>
                    <a:pt x="28" y="405"/>
                    <a:pt x="19" y="414"/>
                  </a:cubicBezTo>
                  <a:cubicBezTo>
                    <a:pt x="12" y="425"/>
                    <a:pt x="8" y="437"/>
                    <a:pt x="6" y="450"/>
                  </a:cubicBezTo>
                  <a:cubicBezTo>
                    <a:pt x="6" y="454"/>
                    <a:pt x="0" y="459"/>
                    <a:pt x="0" y="465"/>
                  </a:cubicBezTo>
                  <a:cubicBezTo>
                    <a:pt x="0" y="476"/>
                    <a:pt x="8" y="485"/>
                    <a:pt x="11" y="494"/>
                  </a:cubicBezTo>
                  <a:cubicBezTo>
                    <a:pt x="14" y="505"/>
                    <a:pt x="19" y="516"/>
                    <a:pt x="25" y="525"/>
                  </a:cubicBezTo>
                  <a:cubicBezTo>
                    <a:pt x="494" y="973"/>
                    <a:pt x="1221" y="1510"/>
                    <a:pt x="1894" y="1510"/>
                  </a:cubicBezTo>
                  <a:cubicBezTo>
                    <a:pt x="2210" y="1510"/>
                    <a:pt x="2514" y="1392"/>
                    <a:pt x="2774" y="1091"/>
                  </a:cubicBezTo>
                  <a:cubicBezTo>
                    <a:pt x="2822" y="1037"/>
                    <a:pt x="2790" y="933"/>
                    <a:pt x="2720" y="933"/>
                  </a:cubicBezTo>
                  <a:cubicBezTo>
                    <a:pt x="2710" y="933"/>
                    <a:pt x="2699" y="935"/>
                    <a:pt x="2688" y="940"/>
                  </a:cubicBezTo>
                  <a:cubicBezTo>
                    <a:pt x="2378" y="1063"/>
                    <a:pt x="2112" y="1153"/>
                    <a:pt x="1822" y="1153"/>
                  </a:cubicBezTo>
                  <a:cubicBezTo>
                    <a:pt x="1680" y="1153"/>
                    <a:pt x="1532" y="1132"/>
                    <a:pt x="1372" y="1082"/>
                  </a:cubicBezTo>
                  <a:cubicBezTo>
                    <a:pt x="1025" y="975"/>
                    <a:pt x="718" y="765"/>
                    <a:pt x="410" y="566"/>
                  </a:cubicBezTo>
                  <a:lnTo>
                    <a:pt x="410" y="566"/>
                  </a:lnTo>
                  <a:cubicBezTo>
                    <a:pt x="518" y="569"/>
                    <a:pt x="628" y="572"/>
                    <a:pt x="739" y="572"/>
                  </a:cubicBezTo>
                  <a:cubicBezTo>
                    <a:pt x="1378" y="572"/>
                    <a:pt x="2060" y="496"/>
                    <a:pt x="2567" y="165"/>
                  </a:cubicBezTo>
                  <a:cubicBezTo>
                    <a:pt x="2636" y="121"/>
                    <a:pt x="2616" y="1"/>
                    <a:pt x="2529" y="1"/>
                  </a:cubicBezTo>
                  <a:close/>
                </a:path>
              </a:pathLst>
            </a:custGeom>
            <a:solidFill>
              <a:srgbClr val="559A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2568;p37">
              <a:extLst>
                <a:ext uri="{FF2B5EF4-FFF2-40B4-BE49-F238E27FC236}">
                  <a16:creationId xmlns:a16="http://schemas.microsoft.com/office/drawing/2014/main" id="{C233106F-BF48-E1CB-41F9-4F6284B3279F}"/>
                </a:ext>
              </a:extLst>
            </p:cNvPr>
            <p:cNvSpPr/>
            <p:nvPr/>
          </p:nvSpPr>
          <p:spPr>
            <a:xfrm>
              <a:off x="791550" y="1413475"/>
              <a:ext cx="230375" cy="483450"/>
            </a:xfrm>
            <a:custGeom>
              <a:avLst/>
              <a:gdLst/>
              <a:ahLst/>
              <a:cxnLst/>
              <a:rect l="l" t="t" r="r" b="b"/>
              <a:pathLst>
                <a:path w="9215" h="19338" extrusionOk="0">
                  <a:moveTo>
                    <a:pt x="6152" y="0"/>
                  </a:moveTo>
                  <a:cubicBezTo>
                    <a:pt x="6099" y="0"/>
                    <a:pt x="6048" y="6"/>
                    <a:pt x="5999" y="18"/>
                  </a:cubicBezTo>
                  <a:cubicBezTo>
                    <a:pt x="5220" y="206"/>
                    <a:pt x="3732" y="2404"/>
                    <a:pt x="3383" y="3010"/>
                  </a:cubicBezTo>
                  <a:cubicBezTo>
                    <a:pt x="1918" y="5551"/>
                    <a:pt x="1049" y="7861"/>
                    <a:pt x="625" y="10838"/>
                  </a:cubicBezTo>
                  <a:cubicBezTo>
                    <a:pt x="353" y="12751"/>
                    <a:pt x="1" y="16249"/>
                    <a:pt x="1255" y="17848"/>
                  </a:cubicBezTo>
                  <a:cubicBezTo>
                    <a:pt x="1957" y="18744"/>
                    <a:pt x="3148" y="19338"/>
                    <a:pt x="4288" y="19338"/>
                  </a:cubicBezTo>
                  <a:cubicBezTo>
                    <a:pt x="4999" y="19338"/>
                    <a:pt x="5691" y="19107"/>
                    <a:pt x="6231" y="18574"/>
                  </a:cubicBezTo>
                  <a:cubicBezTo>
                    <a:pt x="7640" y="17185"/>
                    <a:pt x="8039" y="15125"/>
                    <a:pt x="8331" y="13251"/>
                  </a:cubicBezTo>
                  <a:cubicBezTo>
                    <a:pt x="8512" y="12089"/>
                    <a:pt x="9215" y="9431"/>
                    <a:pt x="8754" y="8381"/>
                  </a:cubicBezTo>
                  <a:lnTo>
                    <a:pt x="8491" y="1963"/>
                  </a:lnTo>
                  <a:cubicBezTo>
                    <a:pt x="8221" y="1354"/>
                    <a:pt x="6972" y="0"/>
                    <a:pt x="61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2569;p37">
              <a:extLst>
                <a:ext uri="{FF2B5EF4-FFF2-40B4-BE49-F238E27FC236}">
                  <a16:creationId xmlns:a16="http://schemas.microsoft.com/office/drawing/2014/main" id="{8AE6401A-0907-CCAD-79AF-E69120064633}"/>
                </a:ext>
              </a:extLst>
            </p:cNvPr>
            <p:cNvSpPr/>
            <p:nvPr/>
          </p:nvSpPr>
          <p:spPr>
            <a:xfrm>
              <a:off x="653725" y="1427475"/>
              <a:ext cx="385975" cy="332675"/>
            </a:xfrm>
            <a:custGeom>
              <a:avLst/>
              <a:gdLst/>
              <a:ahLst/>
              <a:cxnLst/>
              <a:rect l="l" t="t" r="r" b="b"/>
              <a:pathLst>
                <a:path w="15439" h="13307" extrusionOk="0">
                  <a:moveTo>
                    <a:pt x="10963" y="1731"/>
                  </a:moveTo>
                  <a:cubicBezTo>
                    <a:pt x="11093" y="1731"/>
                    <a:pt x="11227" y="1737"/>
                    <a:pt x="11366" y="1754"/>
                  </a:cubicBezTo>
                  <a:cubicBezTo>
                    <a:pt x="12637" y="1915"/>
                    <a:pt x="13235" y="3505"/>
                    <a:pt x="13503" y="4839"/>
                  </a:cubicBezTo>
                  <a:cubicBezTo>
                    <a:pt x="13786" y="6241"/>
                    <a:pt x="13056" y="7625"/>
                    <a:pt x="12310" y="8747"/>
                  </a:cubicBezTo>
                  <a:cubicBezTo>
                    <a:pt x="11717" y="9641"/>
                    <a:pt x="10826" y="10738"/>
                    <a:pt x="9637" y="10738"/>
                  </a:cubicBezTo>
                  <a:cubicBezTo>
                    <a:pt x="9624" y="10738"/>
                    <a:pt x="9612" y="10738"/>
                    <a:pt x="9599" y="10738"/>
                  </a:cubicBezTo>
                  <a:cubicBezTo>
                    <a:pt x="9052" y="10727"/>
                    <a:pt x="8302" y="10288"/>
                    <a:pt x="7696" y="10288"/>
                  </a:cubicBezTo>
                  <a:cubicBezTo>
                    <a:pt x="7670" y="10288"/>
                    <a:pt x="7645" y="10289"/>
                    <a:pt x="7620" y="10291"/>
                  </a:cubicBezTo>
                  <a:cubicBezTo>
                    <a:pt x="7756" y="9910"/>
                    <a:pt x="7881" y="9530"/>
                    <a:pt x="8000" y="9174"/>
                  </a:cubicBezTo>
                  <a:cubicBezTo>
                    <a:pt x="8478" y="7761"/>
                    <a:pt x="8862" y="6460"/>
                    <a:pt x="9083" y="4972"/>
                  </a:cubicBezTo>
                  <a:cubicBezTo>
                    <a:pt x="9236" y="3952"/>
                    <a:pt x="9547" y="2908"/>
                    <a:pt x="9453" y="1731"/>
                  </a:cubicBezTo>
                  <a:lnTo>
                    <a:pt x="9453" y="1731"/>
                  </a:lnTo>
                  <a:cubicBezTo>
                    <a:pt x="9597" y="1773"/>
                    <a:pt x="9749" y="1788"/>
                    <a:pt x="9908" y="1788"/>
                  </a:cubicBezTo>
                  <a:cubicBezTo>
                    <a:pt x="10227" y="1788"/>
                    <a:pt x="10577" y="1731"/>
                    <a:pt x="10963" y="1731"/>
                  </a:cubicBezTo>
                  <a:close/>
                  <a:moveTo>
                    <a:pt x="7430" y="0"/>
                  </a:moveTo>
                  <a:cubicBezTo>
                    <a:pt x="6939" y="0"/>
                    <a:pt x="6440" y="44"/>
                    <a:pt x="5939" y="64"/>
                  </a:cubicBezTo>
                  <a:cubicBezTo>
                    <a:pt x="5860" y="67"/>
                    <a:pt x="5777" y="69"/>
                    <a:pt x="5691" y="69"/>
                  </a:cubicBezTo>
                  <a:cubicBezTo>
                    <a:pt x="5263" y="69"/>
                    <a:pt x="4755" y="34"/>
                    <a:pt x="4240" y="34"/>
                  </a:cubicBezTo>
                  <a:cubicBezTo>
                    <a:pt x="3338" y="34"/>
                    <a:pt x="2417" y="141"/>
                    <a:pt x="1879" y="726"/>
                  </a:cubicBezTo>
                  <a:cubicBezTo>
                    <a:pt x="1089" y="1587"/>
                    <a:pt x="2371" y="1822"/>
                    <a:pt x="3264" y="2053"/>
                  </a:cubicBezTo>
                  <a:cubicBezTo>
                    <a:pt x="3783" y="2186"/>
                    <a:pt x="4315" y="2262"/>
                    <a:pt x="4852" y="2282"/>
                  </a:cubicBezTo>
                  <a:cubicBezTo>
                    <a:pt x="4674" y="2500"/>
                    <a:pt x="4508" y="2718"/>
                    <a:pt x="4365" y="2931"/>
                  </a:cubicBezTo>
                  <a:cubicBezTo>
                    <a:pt x="2911" y="5081"/>
                    <a:pt x="1" y="11228"/>
                    <a:pt x="3386" y="12910"/>
                  </a:cubicBezTo>
                  <a:cubicBezTo>
                    <a:pt x="3939" y="13186"/>
                    <a:pt x="4420" y="13306"/>
                    <a:pt x="4841" y="13306"/>
                  </a:cubicBezTo>
                  <a:cubicBezTo>
                    <a:pt x="5760" y="13306"/>
                    <a:pt x="6395" y="12734"/>
                    <a:pt x="6873" y="11945"/>
                  </a:cubicBezTo>
                  <a:cubicBezTo>
                    <a:pt x="6898" y="12007"/>
                    <a:pt x="8455" y="12924"/>
                    <a:pt x="9125" y="12971"/>
                  </a:cubicBezTo>
                  <a:cubicBezTo>
                    <a:pt x="9196" y="12976"/>
                    <a:pt x="9268" y="12978"/>
                    <a:pt x="9340" y="12978"/>
                  </a:cubicBezTo>
                  <a:cubicBezTo>
                    <a:pt x="10289" y="12978"/>
                    <a:pt x="11229" y="12562"/>
                    <a:pt x="12024" y="12085"/>
                  </a:cubicBezTo>
                  <a:cubicBezTo>
                    <a:pt x="13902" y="10960"/>
                    <a:pt x="14986" y="9083"/>
                    <a:pt x="15227" y="6946"/>
                  </a:cubicBezTo>
                  <a:cubicBezTo>
                    <a:pt x="15439" y="5076"/>
                    <a:pt x="14935" y="3268"/>
                    <a:pt x="13911" y="1725"/>
                  </a:cubicBezTo>
                  <a:cubicBezTo>
                    <a:pt x="13453" y="1037"/>
                    <a:pt x="12909" y="509"/>
                    <a:pt x="12105" y="256"/>
                  </a:cubicBezTo>
                  <a:cubicBezTo>
                    <a:pt x="11503" y="66"/>
                    <a:pt x="10790" y="0"/>
                    <a:pt x="10095" y="0"/>
                  </a:cubicBezTo>
                  <a:cubicBezTo>
                    <a:pt x="9528" y="0"/>
                    <a:pt x="8973" y="44"/>
                    <a:pt x="8501" y="100"/>
                  </a:cubicBezTo>
                  <a:cubicBezTo>
                    <a:pt x="8150" y="24"/>
                    <a:pt x="7792" y="0"/>
                    <a:pt x="7430" y="0"/>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2570;p37">
              <a:extLst>
                <a:ext uri="{FF2B5EF4-FFF2-40B4-BE49-F238E27FC236}">
                  <a16:creationId xmlns:a16="http://schemas.microsoft.com/office/drawing/2014/main" id="{5D76F88C-B0E0-7722-CEB0-D9B38FB238D4}"/>
                </a:ext>
              </a:extLst>
            </p:cNvPr>
            <p:cNvSpPr/>
            <p:nvPr/>
          </p:nvSpPr>
          <p:spPr>
            <a:xfrm>
              <a:off x="896625" y="1444400"/>
              <a:ext cx="418550" cy="331000"/>
            </a:xfrm>
            <a:custGeom>
              <a:avLst/>
              <a:gdLst/>
              <a:ahLst/>
              <a:cxnLst/>
              <a:rect l="l" t="t" r="r" b="b"/>
              <a:pathLst>
                <a:path w="16742" h="13240" extrusionOk="0">
                  <a:moveTo>
                    <a:pt x="1493" y="0"/>
                  </a:moveTo>
                  <a:cubicBezTo>
                    <a:pt x="1200" y="0"/>
                    <a:pt x="956" y="86"/>
                    <a:pt x="816" y="217"/>
                  </a:cubicBezTo>
                  <a:cubicBezTo>
                    <a:pt x="347" y="657"/>
                    <a:pt x="1" y="1499"/>
                    <a:pt x="329" y="2056"/>
                  </a:cubicBezTo>
                  <a:cubicBezTo>
                    <a:pt x="329" y="2067"/>
                    <a:pt x="330" y="2073"/>
                    <a:pt x="332" y="2082"/>
                  </a:cubicBezTo>
                  <a:cubicBezTo>
                    <a:pt x="705" y="4433"/>
                    <a:pt x="1798" y="6903"/>
                    <a:pt x="2880" y="9032"/>
                  </a:cubicBezTo>
                  <a:cubicBezTo>
                    <a:pt x="3802" y="10849"/>
                    <a:pt x="5053" y="12501"/>
                    <a:pt x="7158" y="13045"/>
                  </a:cubicBezTo>
                  <a:cubicBezTo>
                    <a:pt x="7691" y="13183"/>
                    <a:pt x="8284" y="13240"/>
                    <a:pt x="8906" y="13240"/>
                  </a:cubicBezTo>
                  <a:cubicBezTo>
                    <a:pt x="10682" y="13240"/>
                    <a:pt x="12692" y="12778"/>
                    <a:pt x="14181" y="12430"/>
                  </a:cubicBezTo>
                  <a:cubicBezTo>
                    <a:pt x="15133" y="12209"/>
                    <a:pt x="16741" y="11377"/>
                    <a:pt x="15609" y="10291"/>
                  </a:cubicBezTo>
                  <a:cubicBezTo>
                    <a:pt x="15173" y="9871"/>
                    <a:pt x="14608" y="9776"/>
                    <a:pt x="14027" y="9776"/>
                  </a:cubicBezTo>
                  <a:cubicBezTo>
                    <a:pt x="13826" y="9776"/>
                    <a:pt x="13623" y="9788"/>
                    <a:pt x="13423" y="9801"/>
                  </a:cubicBezTo>
                  <a:cubicBezTo>
                    <a:pt x="12875" y="9837"/>
                    <a:pt x="12303" y="9871"/>
                    <a:pt x="11728" y="9871"/>
                  </a:cubicBezTo>
                  <a:cubicBezTo>
                    <a:pt x="10558" y="9871"/>
                    <a:pt x="9380" y="9729"/>
                    <a:pt x="8389" y="9170"/>
                  </a:cubicBezTo>
                  <a:cubicBezTo>
                    <a:pt x="6075" y="7863"/>
                    <a:pt x="4483" y="4733"/>
                    <a:pt x="3863" y="2429"/>
                  </a:cubicBezTo>
                  <a:cubicBezTo>
                    <a:pt x="3365" y="581"/>
                    <a:pt x="2259" y="0"/>
                    <a:pt x="14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2571;p37">
              <a:extLst>
                <a:ext uri="{FF2B5EF4-FFF2-40B4-BE49-F238E27FC236}">
                  <a16:creationId xmlns:a16="http://schemas.microsoft.com/office/drawing/2014/main" id="{7605CFD4-9442-B260-071E-0DDA6BA10CAA}"/>
                </a:ext>
              </a:extLst>
            </p:cNvPr>
            <p:cNvSpPr/>
            <p:nvPr/>
          </p:nvSpPr>
          <p:spPr>
            <a:xfrm>
              <a:off x="914150" y="1111875"/>
              <a:ext cx="235900" cy="206600"/>
            </a:xfrm>
            <a:custGeom>
              <a:avLst/>
              <a:gdLst/>
              <a:ahLst/>
              <a:cxnLst/>
              <a:rect l="l" t="t" r="r" b="b"/>
              <a:pathLst>
                <a:path w="9436" h="8264" extrusionOk="0">
                  <a:moveTo>
                    <a:pt x="4070" y="1"/>
                  </a:moveTo>
                  <a:cubicBezTo>
                    <a:pt x="2041" y="1"/>
                    <a:pt x="1142" y="1227"/>
                    <a:pt x="519" y="2716"/>
                  </a:cubicBezTo>
                  <a:cubicBezTo>
                    <a:pt x="262" y="3332"/>
                    <a:pt x="84" y="4043"/>
                    <a:pt x="98" y="4728"/>
                  </a:cubicBezTo>
                  <a:cubicBezTo>
                    <a:pt x="24" y="5104"/>
                    <a:pt x="1" y="5502"/>
                    <a:pt x="72" y="5867"/>
                  </a:cubicBezTo>
                  <a:cubicBezTo>
                    <a:pt x="175" y="6386"/>
                    <a:pt x="457" y="6859"/>
                    <a:pt x="669" y="7340"/>
                  </a:cubicBezTo>
                  <a:cubicBezTo>
                    <a:pt x="795" y="7626"/>
                    <a:pt x="893" y="8036"/>
                    <a:pt x="1114" y="8264"/>
                  </a:cubicBezTo>
                  <a:cubicBezTo>
                    <a:pt x="1533" y="8021"/>
                    <a:pt x="1777" y="7373"/>
                    <a:pt x="2050" y="6988"/>
                  </a:cubicBezTo>
                  <a:cubicBezTo>
                    <a:pt x="2493" y="6363"/>
                    <a:pt x="2913" y="5763"/>
                    <a:pt x="3239" y="5101"/>
                  </a:cubicBezTo>
                  <a:cubicBezTo>
                    <a:pt x="3690" y="4724"/>
                    <a:pt x="4178" y="4393"/>
                    <a:pt x="4696" y="4113"/>
                  </a:cubicBezTo>
                  <a:cubicBezTo>
                    <a:pt x="5678" y="3582"/>
                    <a:pt x="6774" y="3634"/>
                    <a:pt x="7824" y="3333"/>
                  </a:cubicBezTo>
                  <a:cubicBezTo>
                    <a:pt x="8282" y="3202"/>
                    <a:pt x="8625" y="3038"/>
                    <a:pt x="8961" y="2701"/>
                  </a:cubicBezTo>
                  <a:cubicBezTo>
                    <a:pt x="9071" y="2591"/>
                    <a:pt x="9420" y="2331"/>
                    <a:pt x="9347" y="2166"/>
                  </a:cubicBezTo>
                  <a:cubicBezTo>
                    <a:pt x="9216" y="1858"/>
                    <a:pt x="8205" y="1889"/>
                    <a:pt x="7917" y="1810"/>
                  </a:cubicBezTo>
                  <a:cubicBezTo>
                    <a:pt x="8140" y="1632"/>
                    <a:pt x="8560" y="1566"/>
                    <a:pt x="8828" y="1400"/>
                  </a:cubicBezTo>
                  <a:cubicBezTo>
                    <a:pt x="8936" y="1334"/>
                    <a:pt x="9436" y="1018"/>
                    <a:pt x="9395" y="872"/>
                  </a:cubicBezTo>
                  <a:cubicBezTo>
                    <a:pt x="9373" y="792"/>
                    <a:pt x="9287" y="771"/>
                    <a:pt x="9192" y="771"/>
                  </a:cubicBezTo>
                  <a:cubicBezTo>
                    <a:pt x="9088" y="771"/>
                    <a:pt x="8972" y="796"/>
                    <a:pt x="8919" y="799"/>
                  </a:cubicBezTo>
                  <a:cubicBezTo>
                    <a:pt x="8881" y="801"/>
                    <a:pt x="8843" y="802"/>
                    <a:pt x="8806" y="802"/>
                  </a:cubicBezTo>
                  <a:cubicBezTo>
                    <a:pt x="8501" y="802"/>
                    <a:pt x="8225" y="733"/>
                    <a:pt x="7922" y="664"/>
                  </a:cubicBezTo>
                  <a:cubicBezTo>
                    <a:pt x="7057" y="466"/>
                    <a:pt x="6661" y="457"/>
                    <a:pt x="5803" y="242"/>
                  </a:cubicBezTo>
                  <a:cubicBezTo>
                    <a:pt x="5147" y="76"/>
                    <a:pt x="4574" y="1"/>
                    <a:pt x="4070" y="1"/>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2572;p37">
              <a:extLst>
                <a:ext uri="{FF2B5EF4-FFF2-40B4-BE49-F238E27FC236}">
                  <a16:creationId xmlns:a16="http://schemas.microsoft.com/office/drawing/2014/main" id="{16226055-F2CF-A3DE-30A1-1C726313DD76}"/>
                </a:ext>
              </a:extLst>
            </p:cNvPr>
            <p:cNvSpPr/>
            <p:nvPr/>
          </p:nvSpPr>
          <p:spPr>
            <a:xfrm>
              <a:off x="925050" y="1244850"/>
              <a:ext cx="62425" cy="63600"/>
            </a:xfrm>
            <a:custGeom>
              <a:avLst/>
              <a:gdLst/>
              <a:ahLst/>
              <a:cxnLst/>
              <a:rect l="l" t="t" r="r" b="b"/>
              <a:pathLst>
                <a:path w="2497" h="2544" extrusionOk="0">
                  <a:moveTo>
                    <a:pt x="1464" y="1"/>
                  </a:moveTo>
                  <a:cubicBezTo>
                    <a:pt x="1292" y="1"/>
                    <a:pt x="1081" y="79"/>
                    <a:pt x="955" y="166"/>
                  </a:cubicBezTo>
                  <a:cubicBezTo>
                    <a:pt x="0" y="828"/>
                    <a:pt x="761" y="2544"/>
                    <a:pt x="1826" y="2544"/>
                  </a:cubicBezTo>
                  <a:cubicBezTo>
                    <a:pt x="1883" y="2544"/>
                    <a:pt x="1940" y="2539"/>
                    <a:pt x="1999" y="2529"/>
                  </a:cubicBezTo>
                  <a:cubicBezTo>
                    <a:pt x="2200" y="2389"/>
                    <a:pt x="2497" y="2247"/>
                    <a:pt x="2477" y="1963"/>
                  </a:cubicBezTo>
                  <a:cubicBezTo>
                    <a:pt x="2463" y="1789"/>
                    <a:pt x="2381" y="1621"/>
                    <a:pt x="2333" y="1454"/>
                  </a:cubicBezTo>
                  <a:cubicBezTo>
                    <a:pt x="2277" y="1267"/>
                    <a:pt x="2223" y="1081"/>
                    <a:pt x="2161" y="897"/>
                  </a:cubicBezTo>
                  <a:cubicBezTo>
                    <a:pt x="2059" y="596"/>
                    <a:pt x="1918" y="76"/>
                    <a:pt x="1549" y="8"/>
                  </a:cubicBezTo>
                  <a:cubicBezTo>
                    <a:pt x="1522" y="3"/>
                    <a:pt x="1494" y="1"/>
                    <a:pt x="14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2573;p37">
              <a:extLst>
                <a:ext uri="{FF2B5EF4-FFF2-40B4-BE49-F238E27FC236}">
                  <a16:creationId xmlns:a16="http://schemas.microsoft.com/office/drawing/2014/main" id="{E3B319B7-B75E-3DFC-137D-A27F03A57D59}"/>
                </a:ext>
              </a:extLst>
            </p:cNvPr>
            <p:cNvSpPr/>
            <p:nvPr/>
          </p:nvSpPr>
          <p:spPr>
            <a:xfrm>
              <a:off x="1242350" y="1669450"/>
              <a:ext cx="129000" cy="86775"/>
            </a:xfrm>
            <a:custGeom>
              <a:avLst/>
              <a:gdLst/>
              <a:ahLst/>
              <a:cxnLst/>
              <a:rect l="l" t="t" r="r" b="b"/>
              <a:pathLst>
                <a:path w="5160" h="3471" extrusionOk="0">
                  <a:moveTo>
                    <a:pt x="2510" y="1"/>
                  </a:moveTo>
                  <a:cubicBezTo>
                    <a:pt x="1536" y="1"/>
                    <a:pt x="1" y="686"/>
                    <a:pt x="412" y="1755"/>
                  </a:cubicBezTo>
                  <a:cubicBezTo>
                    <a:pt x="364" y="2359"/>
                    <a:pt x="701" y="2939"/>
                    <a:pt x="1402" y="3244"/>
                  </a:cubicBezTo>
                  <a:cubicBezTo>
                    <a:pt x="1740" y="3391"/>
                    <a:pt x="2131" y="3470"/>
                    <a:pt x="2524" y="3470"/>
                  </a:cubicBezTo>
                  <a:cubicBezTo>
                    <a:pt x="3213" y="3470"/>
                    <a:pt x="3904" y="3225"/>
                    <a:pt x="4307" y="2669"/>
                  </a:cubicBezTo>
                  <a:cubicBezTo>
                    <a:pt x="5159" y="1495"/>
                    <a:pt x="3882" y="166"/>
                    <a:pt x="2739" y="15"/>
                  </a:cubicBezTo>
                  <a:cubicBezTo>
                    <a:pt x="2668" y="5"/>
                    <a:pt x="2591" y="1"/>
                    <a:pt x="25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2574;p37">
              <a:extLst>
                <a:ext uri="{FF2B5EF4-FFF2-40B4-BE49-F238E27FC236}">
                  <a16:creationId xmlns:a16="http://schemas.microsoft.com/office/drawing/2014/main" id="{48256C1B-3F32-F47E-DE20-C4E2C7C3B24E}"/>
                </a:ext>
              </a:extLst>
            </p:cNvPr>
            <p:cNvSpPr/>
            <p:nvPr/>
          </p:nvSpPr>
          <p:spPr>
            <a:xfrm>
              <a:off x="1375450" y="993025"/>
              <a:ext cx="190225" cy="232025"/>
            </a:xfrm>
            <a:custGeom>
              <a:avLst/>
              <a:gdLst/>
              <a:ahLst/>
              <a:cxnLst/>
              <a:rect l="l" t="t" r="r" b="b"/>
              <a:pathLst>
                <a:path w="7609" h="9281" extrusionOk="0">
                  <a:moveTo>
                    <a:pt x="5014" y="0"/>
                  </a:moveTo>
                  <a:cubicBezTo>
                    <a:pt x="4349" y="0"/>
                    <a:pt x="3516" y="317"/>
                    <a:pt x="2602" y="663"/>
                  </a:cubicBezTo>
                  <a:cubicBezTo>
                    <a:pt x="166" y="1583"/>
                    <a:pt x="1" y="5434"/>
                    <a:pt x="1195" y="7345"/>
                  </a:cubicBezTo>
                  <a:cubicBezTo>
                    <a:pt x="1894" y="8465"/>
                    <a:pt x="3246" y="9280"/>
                    <a:pt x="4499" y="9280"/>
                  </a:cubicBezTo>
                  <a:cubicBezTo>
                    <a:pt x="5316" y="9280"/>
                    <a:pt x="6091" y="8933"/>
                    <a:pt x="6615" y="8097"/>
                  </a:cubicBezTo>
                  <a:cubicBezTo>
                    <a:pt x="7512" y="6665"/>
                    <a:pt x="7608" y="2004"/>
                    <a:pt x="6219" y="709"/>
                  </a:cubicBezTo>
                  <a:cubicBezTo>
                    <a:pt x="5946" y="192"/>
                    <a:pt x="5530" y="0"/>
                    <a:pt x="50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2575;p37">
              <a:extLst>
                <a:ext uri="{FF2B5EF4-FFF2-40B4-BE49-F238E27FC236}">
                  <a16:creationId xmlns:a16="http://schemas.microsoft.com/office/drawing/2014/main" id="{E5D1F696-0212-85A3-F0C7-674458E462BC}"/>
                </a:ext>
              </a:extLst>
            </p:cNvPr>
            <p:cNvSpPr/>
            <p:nvPr/>
          </p:nvSpPr>
          <p:spPr>
            <a:xfrm>
              <a:off x="1335900" y="916825"/>
              <a:ext cx="291000" cy="203950"/>
            </a:xfrm>
            <a:custGeom>
              <a:avLst/>
              <a:gdLst/>
              <a:ahLst/>
              <a:cxnLst/>
              <a:rect l="l" t="t" r="r" b="b"/>
              <a:pathLst>
                <a:path w="11640" h="8158" extrusionOk="0">
                  <a:moveTo>
                    <a:pt x="5134" y="1"/>
                  </a:moveTo>
                  <a:cubicBezTo>
                    <a:pt x="4041" y="1"/>
                    <a:pt x="2909" y="385"/>
                    <a:pt x="2084" y="997"/>
                  </a:cubicBezTo>
                  <a:cubicBezTo>
                    <a:pt x="1" y="2542"/>
                    <a:pt x="372" y="5663"/>
                    <a:pt x="1594" y="7630"/>
                  </a:cubicBezTo>
                  <a:cubicBezTo>
                    <a:pt x="1611" y="7733"/>
                    <a:pt x="1639" y="7834"/>
                    <a:pt x="1694" y="7922"/>
                  </a:cubicBezTo>
                  <a:cubicBezTo>
                    <a:pt x="1785" y="8064"/>
                    <a:pt x="1930" y="8157"/>
                    <a:pt x="2083" y="8157"/>
                  </a:cubicBezTo>
                  <a:cubicBezTo>
                    <a:pt x="2158" y="8157"/>
                    <a:pt x="2234" y="8135"/>
                    <a:pt x="2307" y="8084"/>
                  </a:cubicBezTo>
                  <a:cubicBezTo>
                    <a:pt x="2412" y="8012"/>
                    <a:pt x="2393" y="7848"/>
                    <a:pt x="2304" y="7791"/>
                  </a:cubicBezTo>
                  <a:cubicBezTo>
                    <a:pt x="2304" y="6552"/>
                    <a:pt x="3544" y="5663"/>
                    <a:pt x="4535" y="5149"/>
                  </a:cubicBezTo>
                  <a:cubicBezTo>
                    <a:pt x="5021" y="4898"/>
                    <a:pt x="5489" y="4809"/>
                    <a:pt x="5966" y="4809"/>
                  </a:cubicBezTo>
                  <a:cubicBezTo>
                    <a:pt x="6394" y="4809"/>
                    <a:pt x="6830" y="4881"/>
                    <a:pt x="7293" y="4971"/>
                  </a:cubicBezTo>
                  <a:cubicBezTo>
                    <a:pt x="7903" y="5091"/>
                    <a:pt x="8578" y="5227"/>
                    <a:pt x="9211" y="5227"/>
                  </a:cubicBezTo>
                  <a:cubicBezTo>
                    <a:pt x="10118" y="5227"/>
                    <a:pt x="10940" y="4947"/>
                    <a:pt x="11360" y="3934"/>
                  </a:cubicBezTo>
                  <a:cubicBezTo>
                    <a:pt x="11404" y="3827"/>
                    <a:pt x="11296" y="3682"/>
                    <a:pt x="11182" y="3682"/>
                  </a:cubicBezTo>
                  <a:cubicBezTo>
                    <a:pt x="11177" y="3682"/>
                    <a:pt x="11173" y="3683"/>
                    <a:pt x="11168" y="3683"/>
                  </a:cubicBezTo>
                  <a:cubicBezTo>
                    <a:pt x="10922" y="3708"/>
                    <a:pt x="10674" y="3721"/>
                    <a:pt x="10427" y="3721"/>
                  </a:cubicBezTo>
                  <a:cubicBezTo>
                    <a:pt x="10400" y="3721"/>
                    <a:pt x="10373" y="3721"/>
                    <a:pt x="10345" y="3720"/>
                  </a:cubicBezTo>
                  <a:cubicBezTo>
                    <a:pt x="10458" y="3668"/>
                    <a:pt x="10565" y="3607"/>
                    <a:pt x="10668" y="3536"/>
                  </a:cubicBezTo>
                  <a:cubicBezTo>
                    <a:pt x="11143" y="3205"/>
                    <a:pt x="11640" y="2717"/>
                    <a:pt x="11612" y="2098"/>
                  </a:cubicBezTo>
                  <a:cubicBezTo>
                    <a:pt x="11605" y="1968"/>
                    <a:pt x="11510" y="1897"/>
                    <a:pt x="11393" y="1897"/>
                  </a:cubicBezTo>
                  <a:cubicBezTo>
                    <a:pt x="11380" y="1897"/>
                    <a:pt x="11366" y="1898"/>
                    <a:pt x="11352" y="1900"/>
                  </a:cubicBezTo>
                  <a:cubicBezTo>
                    <a:pt x="10924" y="1960"/>
                    <a:pt x="10503" y="2042"/>
                    <a:pt x="10072" y="2044"/>
                  </a:cubicBezTo>
                  <a:cubicBezTo>
                    <a:pt x="9557" y="2044"/>
                    <a:pt x="9113" y="1684"/>
                    <a:pt x="8698" y="1424"/>
                  </a:cubicBezTo>
                  <a:cubicBezTo>
                    <a:pt x="8026" y="998"/>
                    <a:pt x="7347" y="565"/>
                    <a:pt x="6606" y="269"/>
                  </a:cubicBezTo>
                  <a:cubicBezTo>
                    <a:pt x="6148" y="85"/>
                    <a:pt x="5645" y="1"/>
                    <a:pt x="51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2576;p37">
              <a:extLst>
                <a:ext uri="{FF2B5EF4-FFF2-40B4-BE49-F238E27FC236}">
                  <a16:creationId xmlns:a16="http://schemas.microsoft.com/office/drawing/2014/main" id="{EF5C1FBE-A93E-6CB2-A4B6-ECD3C37AEDA5}"/>
                </a:ext>
              </a:extLst>
            </p:cNvPr>
            <p:cNvSpPr/>
            <p:nvPr/>
          </p:nvSpPr>
          <p:spPr>
            <a:xfrm>
              <a:off x="1349700" y="1068975"/>
              <a:ext cx="82650" cy="75925"/>
            </a:xfrm>
            <a:custGeom>
              <a:avLst/>
              <a:gdLst/>
              <a:ahLst/>
              <a:cxnLst/>
              <a:rect l="l" t="t" r="r" b="b"/>
              <a:pathLst>
                <a:path w="3306" h="3037" extrusionOk="0">
                  <a:moveTo>
                    <a:pt x="1580" y="1"/>
                  </a:moveTo>
                  <a:cubicBezTo>
                    <a:pt x="1391" y="1"/>
                    <a:pt x="1185" y="95"/>
                    <a:pt x="958" y="320"/>
                  </a:cubicBezTo>
                  <a:cubicBezTo>
                    <a:pt x="1" y="1275"/>
                    <a:pt x="1099" y="3037"/>
                    <a:pt x="2313" y="3037"/>
                  </a:cubicBezTo>
                  <a:cubicBezTo>
                    <a:pt x="2454" y="3037"/>
                    <a:pt x="2596" y="3013"/>
                    <a:pt x="2737" y="2962"/>
                  </a:cubicBezTo>
                  <a:lnTo>
                    <a:pt x="3306" y="2393"/>
                  </a:lnTo>
                  <a:cubicBezTo>
                    <a:pt x="2908" y="1809"/>
                    <a:pt x="2408" y="1"/>
                    <a:pt x="1580" y="1"/>
                  </a:cubicBezTo>
                  <a:close/>
                </a:path>
              </a:pathLst>
            </a:custGeom>
            <a:solidFill>
              <a:srgbClr val="FDDF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29" name="Picture 1428">
            <a:extLst>
              <a:ext uri="{FF2B5EF4-FFF2-40B4-BE49-F238E27FC236}">
                <a16:creationId xmlns:a16="http://schemas.microsoft.com/office/drawing/2014/main" id="{DB2CFAE6-9C38-D5E6-AA6D-F8004F3C486D}"/>
              </a:ext>
            </a:extLst>
          </p:cNvPr>
          <p:cNvPicPr>
            <a:picLocks noChangeAspect="1"/>
          </p:cNvPicPr>
          <p:nvPr/>
        </p:nvPicPr>
        <p:blipFill>
          <a:blip r:embed="rId3"/>
          <a:stretch>
            <a:fillRect/>
          </a:stretch>
        </p:blipFill>
        <p:spPr>
          <a:xfrm>
            <a:off x="1317591" y="966884"/>
            <a:ext cx="5706804" cy="2120175"/>
          </a:xfrm>
          <a:prstGeom prst="rect">
            <a:avLst/>
          </a:prstGeom>
        </p:spPr>
      </p:pic>
      <p:sp>
        <p:nvSpPr>
          <p:cNvPr id="1431" name="TextBox 1430">
            <a:extLst>
              <a:ext uri="{FF2B5EF4-FFF2-40B4-BE49-F238E27FC236}">
                <a16:creationId xmlns:a16="http://schemas.microsoft.com/office/drawing/2014/main" id="{2EE0E13A-013A-8C75-6F73-BD53C25FFB0C}"/>
              </a:ext>
            </a:extLst>
          </p:cNvPr>
          <p:cNvSpPr txBox="1"/>
          <p:nvPr/>
        </p:nvSpPr>
        <p:spPr>
          <a:xfrm>
            <a:off x="1779486" y="3019842"/>
            <a:ext cx="5244909" cy="1954381"/>
          </a:xfrm>
          <a:prstGeom prst="rect">
            <a:avLst/>
          </a:prstGeom>
          <a:noFill/>
        </p:spPr>
        <p:txBody>
          <a:bodyPr wrap="square">
            <a:spAutoFit/>
          </a:bodyPr>
          <a:lstStyle/>
          <a:p>
            <a:r>
              <a:rPr lang="en-US" sz="1100" b="0" i="0" dirty="0">
                <a:effectLst/>
                <a:latin typeface="Garamond" panose="02020404030301010803" pitchFamily="18" charset="0"/>
              </a:rPr>
              <a:t>Looking at the Geo Map the Highest House Price Index belongs to Brazil, the Netherlands, and Switzerland. A high House Price Index indicates homes are more expensive compared to the median income of that country. Brazil, the Netherlands, and Switzerland is very expensive in regards to housing. A low House Price Index indicates homes are more inexpensive compared to the median income of that country. Canada and South Africa are the cheapest by this measure. One of the issues with using a Geo Map is that it is harder to see the color of some of the smaller countries. Looking at this map in order to see Europe clearly it needed to be zoomed in. This dataset only has 20 countries so the countries that are colored on the map are very few. But this allows one to better visually compare Countries. The cluster of darker countries seem to be in Europe indicating higher prices for buying homes.</a:t>
            </a:r>
            <a:endParaRPr lang="en-US" sz="1100" dirty="0">
              <a:latin typeface="Garamond" panose="02020404030301010803" pitchFamily="18" charset="0"/>
            </a:endParaRPr>
          </a:p>
        </p:txBody>
      </p:sp>
    </p:spTree>
    <p:extLst>
      <p:ext uri="{BB962C8B-B14F-4D97-AF65-F5344CB8AC3E}">
        <p14:creationId xmlns:p14="http://schemas.microsoft.com/office/powerpoint/2010/main" val="5655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8"/>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Highest vs. Lowest Price Index</a:t>
            </a:r>
            <a:endParaRPr dirty="0"/>
          </a:p>
        </p:txBody>
      </p:sp>
      <p:sp>
        <p:nvSpPr>
          <p:cNvPr id="210" name="Google Shape;210;p18"/>
          <p:cNvSpPr/>
          <p:nvPr/>
        </p:nvSpPr>
        <p:spPr>
          <a:xfrm>
            <a:off x="895475" y="3332175"/>
            <a:ext cx="8362659" cy="26126"/>
          </a:xfrm>
          <a:custGeom>
            <a:avLst/>
            <a:gdLst/>
            <a:ahLst/>
            <a:cxnLst/>
            <a:rect l="l" t="t" r="r" b="b"/>
            <a:pathLst>
              <a:path w="143713" h="2706" extrusionOk="0">
                <a:moveTo>
                  <a:pt x="0" y="0"/>
                </a:moveTo>
                <a:lnTo>
                  <a:pt x="0" y="2705"/>
                </a:lnTo>
                <a:lnTo>
                  <a:pt x="143712" y="2705"/>
                </a:lnTo>
                <a:lnTo>
                  <a:pt x="14371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8"/>
          <p:cNvSpPr/>
          <p:nvPr/>
        </p:nvSpPr>
        <p:spPr>
          <a:xfrm rot="-8100000">
            <a:off x="773185" y="3253173"/>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8"/>
          <p:cNvSpPr/>
          <p:nvPr/>
        </p:nvSpPr>
        <p:spPr>
          <a:xfrm rot="-8100000">
            <a:off x="3634310" y="3253186"/>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8"/>
          <p:cNvSpPr/>
          <p:nvPr/>
        </p:nvSpPr>
        <p:spPr>
          <a:xfrm rot="-8100000">
            <a:off x="6272635" y="3253173"/>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8"/>
          <p:cNvSpPr/>
          <p:nvPr/>
        </p:nvSpPr>
        <p:spPr>
          <a:xfrm rot="-8100000">
            <a:off x="8814085" y="3253173"/>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a:extLst>
              <a:ext uri="{FF2B5EF4-FFF2-40B4-BE49-F238E27FC236}">
                <a16:creationId xmlns:a16="http://schemas.microsoft.com/office/drawing/2014/main" id="{1C4EF873-0AD4-0F4E-380E-D81C6100A658}"/>
              </a:ext>
            </a:extLst>
          </p:cNvPr>
          <p:cNvPicPr>
            <a:picLocks noChangeAspect="1"/>
          </p:cNvPicPr>
          <p:nvPr/>
        </p:nvPicPr>
        <p:blipFill>
          <a:blip r:embed="rId3"/>
          <a:stretch>
            <a:fillRect/>
          </a:stretch>
        </p:blipFill>
        <p:spPr>
          <a:xfrm>
            <a:off x="0" y="2167973"/>
            <a:ext cx="4760843" cy="2975527"/>
          </a:xfrm>
          <a:prstGeom prst="rect">
            <a:avLst/>
          </a:prstGeom>
        </p:spPr>
      </p:pic>
      <p:pic>
        <p:nvPicPr>
          <p:cNvPr id="8" name="Picture 7">
            <a:extLst>
              <a:ext uri="{FF2B5EF4-FFF2-40B4-BE49-F238E27FC236}">
                <a16:creationId xmlns:a16="http://schemas.microsoft.com/office/drawing/2014/main" id="{5CC0BE29-5C37-48C2-4882-C05C01EA9AA8}"/>
              </a:ext>
            </a:extLst>
          </p:cNvPr>
          <p:cNvPicPr>
            <a:picLocks noChangeAspect="1"/>
          </p:cNvPicPr>
          <p:nvPr/>
        </p:nvPicPr>
        <p:blipFill>
          <a:blip r:embed="rId4"/>
          <a:stretch>
            <a:fillRect/>
          </a:stretch>
        </p:blipFill>
        <p:spPr>
          <a:xfrm>
            <a:off x="4229184" y="0"/>
            <a:ext cx="4914816" cy="3071760"/>
          </a:xfrm>
          <a:prstGeom prst="rect">
            <a:avLst/>
          </a:prstGeom>
        </p:spPr>
      </p:pic>
      <p:sp>
        <p:nvSpPr>
          <p:cNvPr id="9" name="TextBox 8">
            <a:extLst>
              <a:ext uri="{FF2B5EF4-FFF2-40B4-BE49-F238E27FC236}">
                <a16:creationId xmlns:a16="http://schemas.microsoft.com/office/drawing/2014/main" id="{6741FD92-B543-35F6-AFA7-98D3DCCFAE30}"/>
              </a:ext>
            </a:extLst>
          </p:cNvPr>
          <p:cNvSpPr txBox="1"/>
          <p:nvPr/>
        </p:nvSpPr>
        <p:spPr>
          <a:xfrm>
            <a:off x="94421" y="1008508"/>
            <a:ext cx="4572000" cy="1169551"/>
          </a:xfrm>
          <a:prstGeom prst="rect">
            <a:avLst/>
          </a:prstGeom>
          <a:noFill/>
        </p:spPr>
        <p:txBody>
          <a:bodyPr wrap="square" rtlCol="0">
            <a:spAutoFit/>
          </a:bodyPr>
          <a:lstStyle/>
          <a:p>
            <a:r>
              <a:rPr lang="en-US" sz="1000" dirty="0">
                <a:latin typeface="Garamond" panose="02020404030301010803" pitchFamily="18" charset="0"/>
              </a:rPr>
              <a:t>The Top Countries by House Price Index are the most expensive. This graph was made to examine both the years and countries when it comes to House Price Index. For most of these countries it seems that 2024 was the more expensive year except for Brazil and Switzerland. It seems that in more recent years Switzerland has lowered their prices. France and Italy seems to have a more consistent incline of raising costs compared to the other countries. 2015 seems like a notable year for Italy, Brazil, and the Netherlands because they all seem to be higher for the countries because afterwards there is a drop. </a:t>
            </a:r>
          </a:p>
        </p:txBody>
      </p:sp>
      <p:sp>
        <p:nvSpPr>
          <p:cNvPr id="10" name="TextBox 9">
            <a:extLst>
              <a:ext uri="{FF2B5EF4-FFF2-40B4-BE49-F238E27FC236}">
                <a16:creationId xmlns:a16="http://schemas.microsoft.com/office/drawing/2014/main" id="{78841925-E6FF-FD96-4564-C4C64B3B9842}"/>
              </a:ext>
            </a:extLst>
          </p:cNvPr>
          <p:cNvSpPr txBox="1"/>
          <p:nvPr/>
        </p:nvSpPr>
        <p:spPr>
          <a:xfrm>
            <a:off x="4419709" y="3598082"/>
            <a:ext cx="4572000" cy="1015663"/>
          </a:xfrm>
          <a:prstGeom prst="rect">
            <a:avLst/>
          </a:prstGeom>
          <a:noFill/>
        </p:spPr>
        <p:txBody>
          <a:bodyPr wrap="square" rtlCol="0">
            <a:spAutoFit/>
          </a:bodyPr>
          <a:lstStyle/>
          <a:p>
            <a:r>
              <a:rPr lang="en-US" sz="1000" dirty="0">
                <a:latin typeface="Garamond" panose="02020404030301010803" pitchFamily="18" charset="0"/>
              </a:rPr>
              <a:t>For Bottom House Price Index the most part there is less frequent change with these countries as compared to the top House Price Index. It seems however that prices increased for most of these countries in 2024 except in Canada. That Japan and Sweden seemed to have a lower House Price Index around the 2020. This could potentially be explained by the Covid 19 pandemic. The lowest any of these countries reach is slightly above 75 and it is Japan.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9"/>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Affordability Ratio by Country</a:t>
            </a:r>
            <a:endParaRPr dirty="0"/>
          </a:p>
        </p:txBody>
      </p:sp>
      <p:sp>
        <p:nvSpPr>
          <p:cNvPr id="272" name="Google Shape;272;p19"/>
          <p:cNvSpPr/>
          <p:nvPr/>
        </p:nvSpPr>
        <p:spPr>
          <a:xfrm>
            <a:off x="-1819150" y="3332162"/>
            <a:ext cx="8362659" cy="26126"/>
          </a:xfrm>
          <a:custGeom>
            <a:avLst/>
            <a:gdLst/>
            <a:ahLst/>
            <a:cxnLst/>
            <a:rect l="l" t="t" r="r" b="b"/>
            <a:pathLst>
              <a:path w="143713" h="2706" extrusionOk="0">
                <a:moveTo>
                  <a:pt x="0" y="0"/>
                </a:moveTo>
                <a:lnTo>
                  <a:pt x="0" y="2705"/>
                </a:lnTo>
                <a:lnTo>
                  <a:pt x="143712" y="2705"/>
                </a:lnTo>
                <a:lnTo>
                  <a:pt x="14371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rot="-8100000">
            <a:off x="937260" y="3253173"/>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rot="-8100000">
            <a:off x="3586685" y="3253186"/>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4021D9A2-41EF-704B-56E4-61637ECA9CF0}"/>
              </a:ext>
            </a:extLst>
          </p:cNvPr>
          <p:cNvPicPr>
            <a:picLocks noChangeAspect="1"/>
          </p:cNvPicPr>
          <p:nvPr/>
        </p:nvPicPr>
        <p:blipFill>
          <a:blip r:embed="rId3"/>
          <a:stretch>
            <a:fillRect/>
          </a:stretch>
        </p:blipFill>
        <p:spPr>
          <a:xfrm>
            <a:off x="373798" y="1046592"/>
            <a:ext cx="6169711" cy="3598997"/>
          </a:xfrm>
          <a:prstGeom prst="rect">
            <a:avLst/>
          </a:prstGeom>
        </p:spPr>
      </p:pic>
      <p:sp>
        <p:nvSpPr>
          <p:cNvPr id="4" name="TextBox 3">
            <a:extLst>
              <a:ext uri="{FF2B5EF4-FFF2-40B4-BE49-F238E27FC236}">
                <a16:creationId xmlns:a16="http://schemas.microsoft.com/office/drawing/2014/main" id="{E6EB68F8-A733-D117-D82D-851DB377F4DB}"/>
              </a:ext>
            </a:extLst>
          </p:cNvPr>
          <p:cNvSpPr txBox="1"/>
          <p:nvPr/>
        </p:nvSpPr>
        <p:spPr>
          <a:xfrm>
            <a:off x="6347062" y="1242391"/>
            <a:ext cx="2585471" cy="3308598"/>
          </a:xfrm>
          <a:prstGeom prst="rect">
            <a:avLst/>
          </a:prstGeom>
          <a:noFill/>
        </p:spPr>
        <p:txBody>
          <a:bodyPr wrap="square" rtlCol="0">
            <a:spAutoFit/>
          </a:bodyPr>
          <a:lstStyle/>
          <a:p>
            <a:r>
              <a:rPr lang="en-US" sz="1100" dirty="0">
                <a:latin typeface="Garamond" panose="02020404030301010803" pitchFamily="18" charset="0"/>
              </a:rPr>
              <a:t>The Affordability Ratio is a metric used to measure a household's ability to afford things relating to goods, services, and housing. A high Affordability Ratio meaning means that housing is less affordable. Whereas a low affordability ratio means it is easier to afford things. It is interesting that Brazil is the lowest Affordability Ratio because on the Geo Map it indicated a high Price Index which means housing is more expensive. It implies that it is easy to purchase most things except a house. The highest Affordability Ratio is Russia which is interesting because that country did not seem to stand out in other charts. It makes one question why most things are harder to purchase. It looks like most countries Affordability Ratio is between to 8.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9"/>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GDP Growth % vs Mortgage Rate %</a:t>
            </a:r>
            <a:endParaRPr dirty="0"/>
          </a:p>
        </p:txBody>
      </p:sp>
      <p:sp>
        <p:nvSpPr>
          <p:cNvPr id="272" name="Google Shape;272;p19"/>
          <p:cNvSpPr/>
          <p:nvPr/>
        </p:nvSpPr>
        <p:spPr>
          <a:xfrm>
            <a:off x="-1819150" y="3332162"/>
            <a:ext cx="8362659" cy="26126"/>
          </a:xfrm>
          <a:custGeom>
            <a:avLst/>
            <a:gdLst/>
            <a:ahLst/>
            <a:cxnLst/>
            <a:rect l="l" t="t" r="r" b="b"/>
            <a:pathLst>
              <a:path w="143713" h="2706" extrusionOk="0">
                <a:moveTo>
                  <a:pt x="0" y="0"/>
                </a:moveTo>
                <a:lnTo>
                  <a:pt x="0" y="2705"/>
                </a:lnTo>
                <a:lnTo>
                  <a:pt x="143712" y="2705"/>
                </a:lnTo>
                <a:lnTo>
                  <a:pt x="143712"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rot="-8100000">
            <a:off x="937260" y="3253173"/>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rot="-8100000">
            <a:off x="3586685" y="3253186"/>
            <a:ext cx="184131" cy="184131"/>
          </a:xfrm>
          <a:prstGeom prst="rtTriangle">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E6EB68F8-A733-D117-D82D-851DB377F4DB}"/>
              </a:ext>
            </a:extLst>
          </p:cNvPr>
          <p:cNvSpPr txBox="1"/>
          <p:nvPr/>
        </p:nvSpPr>
        <p:spPr>
          <a:xfrm>
            <a:off x="5870240" y="1242391"/>
            <a:ext cx="3062293" cy="2123658"/>
          </a:xfrm>
          <a:prstGeom prst="rect">
            <a:avLst/>
          </a:prstGeom>
          <a:noFill/>
        </p:spPr>
        <p:txBody>
          <a:bodyPr wrap="square" rtlCol="0">
            <a:spAutoFit/>
          </a:bodyPr>
          <a:lstStyle/>
          <a:p>
            <a:r>
              <a:rPr lang="en-US" sz="1100" dirty="0">
                <a:latin typeface="Garamond" panose="02020404030301010803" pitchFamily="18" charset="0"/>
              </a:rPr>
              <a:t>The reason why this chart was created was because there is a correlation between GDP Growth % and Mortgage Rate % at 0.12.  Looking at the line chart it is clear that the lines mirror each other to some extent. Or is an inverse. When the GDP Increases the Mortgage Rate decreases. When the GDP decreases it seems the Mortgage Rate increases. Some areas of the lines correlation are harder to see than others like in 2017 to 2018. That time frame seems to be when they both decrease. The lines do not intersect at any point. The Mortgage Rate is higher overall than the GDP Growth %. </a:t>
            </a:r>
          </a:p>
        </p:txBody>
      </p:sp>
      <p:pic>
        <p:nvPicPr>
          <p:cNvPr id="5" name="Picture 4">
            <a:extLst>
              <a:ext uri="{FF2B5EF4-FFF2-40B4-BE49-F238E27FC236}">
                <a16:creationId xmlns:a16="http://schemas.microsoft.com/office/drawing/2014/main" id="{37BF7FD3-7DD7-656F-97ED-CFDFB4FC640F}"/>
              </a:ext>
            </a:extLst>
          </p:cNvPr>
          <p:cNvPicPr>
            <a:picLocks noChangeAspect="1"/>
          </p:cNvPicPr>
          <p:nvPr/>
        </p:nvPicPr>
        <p:blipFill>
          <a:blip r:embed="rId3"/>
          <a:stretch>
            <a:fillRect/>
          </a:stretch>
        </p:blipFill>
        <p:spPr>
          <a:xfrm>
            <a:off x="0" y="1034100"/>
            <a:ext cx="5870240" cy="3522144"/>
          </a:xfrm>
          <a:prstGeom prst="rect">
            <a:avLst/>
          </a:prstGeom>
        </p:spPr>
      </p:pic>
      <p:grpSp>
        <p:nvGrpSpPr>
          <p:cNvPr id="6" name="Google Shape;2256;p37">
            <a:extLst>
              <a:ext uri="{FF2B5EF4-FFF2-40B4-BE49-F238E27FC236}">
                <a16:creationId xmlns:a16="http://schemas.microsoft.com/office/drawing/2014/main" id="{5735161D-D0FC-8B1B-18F5-331C469B0CC3}"/>
              </a:ext>
            </a:extLst>
          </p:cNvPr>
          <p:cNvGrpSpPr/>
          <p:nvPr/>
        </p:nvGrpSpPr>
        <p:grpSpPr>
          <a:xfrm>
            <a:off x="6540417" y="4237891"/>
            <a:ext cx="457835" cy="845798"/>
            <a:chOff x="426500" y="2770200"/>
            <a:chExt cx="762550" cy="1408725"/>
          </a:xfrm>
        </p:grpSpPr>
        <p:sp>
          <p:nvSpPr>
            <p:cNvPr id="7" name="Google Shape;2257;p37">
              <a:extLst>
                <a:ext uri="{FF2B5EF4-FFF2-40B4-BE49-F238E27FC236}">
                  <a16:creationId xmlns:a16="http://schemas.microsoft.com/office/drawing/2014/main" id="{E5B89D10-A5D1-9D06-E305-2D3542FAC9E8}"/>
                </a:ext>
              </a:extLst>
            </p:cNvPr>
            <p:cNvSpPr/>
            <p:nvPr/>
          </p:nvSpPr>
          <p:spPr>
            <a:xfrm>
              <a:off x="610575" y="2849750"/>
              <a:ext cx="113675" cy="320325"/>
            </a:xfrm>
            <a:custGeom>
              <a:avLst/>
              <a:gdLst/>
              <a:ahLst/>
              <a:cxnLst/>
              <a:rect l="l" t="t" r="r" b="b"/>
              <a:pathLst>
                <a:path w="4547" h="12813" extrusionOk="0">
                  <a:moveTo>
                    <a:pt x="0" y="1"/>
                  </a:moveTo>
                  <a:lnTo>
                    <a:pt x="0" y="12812"/>
                  </a:lnTo>
                  <a:lnTo>
                    <a:pt x="4547" y="12812"/>
                  </a:lnTo>
                  <a:lnTo>
                    <a:pt x="45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58;p37">
              <a:extLst>
                <a:ext uri="{FF2B5EF4-FFF2-40B4-BE49-F238E27FC236}">
                  <a16:creationId xmlns:a16="http://schemas.microsoft.com/office/drawing/2014/main" id="{DA3B6F91-59BA-D398-F1B1-A6001A4617E0}"/>
                </a:ext>
              </a:extLst>
            </p:cNvPr>
            <p:cNvSpPr/>
            <p:nvPr/>
          </p:nvSpPr>
          <p:spPr>
            <a:xfrm>
              <a:off x="588725" y="2770200"/>
              <a:ext cx="157375" cy="98450"/>
            </a:xfrm>
            <a:custGeom>
              <a:avLst/>
              <a:gdLst/>
              <a:ahLst/>
              <a:cxnLst/>
              <a:rect l="l" t="t" r="r" b="b"/>
              <a:pathLst>
                <a:path w="6295" h="3938" extrusionOk="0">
                  <a:moveTo>
                    <a:pt x="176" y="0"/>
                  </a:moveTo>
                  <a:cubicBezTo>
                    <a:pt x="78" y="0"/>
                    <a:pt x="1" y="79"/>
                    <a:pt x="1" y="175"/>
                  </a:cubicBezTo>
                  <a:lnTo>
                    <a:pt x="1" y="3763"/>
                  </a:lnTo>
                  <a:cubicBezTo>
                    <a:pt x="1" y="3861"/>
                    <a:pt x="78" y="3938"/>
                    <a:pt x="176" y="3938"/>
                  </a:cubicBezTo>
                  <a:lnTo>
                    <a:pt x="6118" y="3938"/>
                  </a:lnTo>
                  <a:cubicBezTo>
                    <a:pt x="6216" y="3938"/>
                    <a:pt x="6294" y="3861"/>
                    <a:pt x="6294" y="3763"/>
                  </a:cubicBezTo>
                  <a:lnTo>
                    <a:pt x="6294" y="175"/>
                  </a:lnTo>
                  <a:cubicBezTo>
                    <a:pt x="6294" y="79"/>
                    <a:pt x="6216" y="0"/>
                    <a:pt x="61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59;p37">
              <a:extLst>
                <a:ext uri="{FF2B5EF4-FFF2-40B4-BE49-F238E27FC236}">
                  <a16:creationId xmlns:a16="http://schemas.microsoft.com/office/drawing/2014/main" id="{5315D6D5-0653-7820-D78C-5F0C27F1658F}"/>
                </a:ext>
              </a:extLst>
            </p:cNvPr>
            <p:cNvSpPr/>
            <p:nvPr/>
          </p:nvSpPr>
          <p:spPr>
            <a:xfrm>
              <a:off x="510500" y="2961650"/>
              <a:ext cx="60050" cy="283775"/>
            </a:xfrm>
            <a:custGeom>
              <a:avLst/>
              <a:gdLst/>
              <a:ahLst/>
              <a:cxnLst/>
              <a:rect l="l" t="t" r="r" b="b"/>
              <a:pathLst>
                <a:path w="2402" h="11351" extrusionOk="0">
                  <a:moveTo>
                    <a:pt x="1" y="0"/>
                  </a:moveTo>
                  <a:lnTo>
                    <a:pt x="1" y="11351"/>
                  </a:lnTo>
                  <a:lnTo>
                    <a:pt x="2402" y="11351"/>
                  </a:lnTo>
                  <a:lnTo>
                    <a:pt x="24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60;p37">
              <a:extLst>
                <a:ext uri="{FF2B5EF4-FFF2-40B4-BE49-F238E27FC236}">
                  <a16:creationId xmlns:a16="http://schemas.microsoft.com/office/drawing/2014/main" id="{19FE2EE6-0B11-BB91-2A76-49A7CD3FD275}"/>
                </a:ext>
              </a:extLst>
            </p:cNvPr>
            <p:cNvSpPr/>
            <p:nvPr/>
          </p:nvSpPr>
          <p:spPr>
            <a:xfrm>
              <a:off x="498975" y="2919650"/>
              <a:ext cx="83100" cy="52000"/>
            </a:xfrm>
            <a:custGeom>
              <a:avLst/>
              <a:gdLst/>
              <a:ahLst/>
              <a:cxnLst/>
              <a:rect l="l" t="t" r="r" b="b"/>
              <a:pathLst>
                <a:path w="3324" h="2080" extrusionOk="0">
                  <a:moveTo>
                    <a:pt x="119" y="0"/>
                  </a:moveTo>
                  <a:cubicBezTo>
                    <a:pt x="54" y="0"/>
                    <a:pt x="1" y="54"/>
                    <a:pt x="1" y="119"/>
                  </a:cubicBezTo>
                  <a:lnTo>
                    <a:pt x="1" y="1961"/>
                  </a:lnTo>
                  <a:cubicBezTo>
                    <a:pt x="1" y="2026"/>
                    <a:pt x="54" y="2079"/>
                    <a:pt x="119" y="2079"/>
                  </a:cubicBezTo>
                  <a:lnTo>
                    <a:pt x="3205" y="2079"/>
                  </a:lnTo>
                  <a:cubicBezTo>
                    <a:pt x="3270" y="2079"/>
                    <a:pt x="3324" y="2026"/>
                    <a:pt x="3324" y="1961"/>
                  </a:cubicBezTo>
                  <a:lnTo>
                    <a:pt x="3324" y="119"/>
                  </a:lnTo>
                  <a:cubicBezTo>
                    <a:pt x="3324" y="54"/>
                    <a:pt x="3270" y="0"/>
                    <a:pt x="3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61;p37">
              <a:extLst>
                <a:ext uri="{FF2B5EF4-FFF2-40B4-BE49-F238E27FC236}">
                  <a16:creationId xmlns:a16="http://schemas.microsoft.com/office/drawing/2014/main" id="{8F631607-3859-29ED-3723-B258FEADA887}"/>
                </a:ext>
              </a:extLst>
            </p:cNvPr>
            <p:cNvSpPr/>
            <p:nvPr/>
          </p:nvSpPr>
          <p:spPr>
            <a:xfrm>
              <a:off x="507050" y="3013725"/>
              <a:ext cx="600075" cy="1165200"/>
            </a:xfrm>
            <a:custGeom>
              <a:avLst/>
              <a:gdLst/>
              <a:ahLst/>
              <a:cxnLst/>
              <a:rect l="l" t="t" r="r" b="b"/>
              <a:pathLst>
                <a:path w="24003" h="46608" extrusionOk="0">
                  <a:moveTo>
                    <a:pt x="12001" y="1"/>
                  </a:moveTo>
                  <a:lnTo>
                    <a:pt x="1" y="9576"/>
                  </a:lnTo>
                  <a:lnTo>
                    <a:pt x="1" y="46607"/>
                  </a:lnTo>
                  <a:lnTo>
                    <a:pt x="24002" y="46607"/>
                  </a:lnTo>
                  <a:lnTo>
                    <a:pt x="24002" y="9576"/>
                  </a:lnTo>
                  <a:lnTo>
                    <a:pt x="120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62;p37">
              <a:extLst>
                <a:ext uri="{FF2B5EF4-FFF2-40B4-BE49-F238E27FC236}">
                  <a16:creationId xmlns:a16="http://schemas.microsoft.com/office/drawing/2014/main" id="{87D3B65A-D70F-607B-DB64-1472BB237B2B}"/>
                </a:ext>
              </a:extLst>
            </p:cNvPr>
            <p:cNvSpPr/>
            <p:nvPr/>
          </p:nvSpPr>
          <p:spPr>
            <a:xfrm>
              <a:off x="691575" y="3171400"/>
              <a:ext cx="231000" cy="231000"/>
            </a:xfrm>
            <a:custGeom>
              <a:avLst/>
              <a:gdLst/>
              <a:ahLst/>
              <a:cxnLst/>
              <a:rect l="l" t="t" r="r" b="b"/>
              <a:pathLst>
                <a:path w="9240" h="9240" extrusionOk="0">
                  <a:moveTo>
                    <a:pt x="4620" y="1"/>
                  </a:moveTo>
                  <a:cubicBezTo>
                    <a:pt x="2069" y="1"/>
                    <a:pt x="1" y="2070"/>
                    <a:pt x="1" y="4620"/>
                  </a:cubicBezTo>
                  <a:cubicBezTo>
                    <a:pt x="1" y="7171"/>
                    <a:pt x="2069" y="9240"/>
                    <a:pt x="4620" y="9240"/>
                  </a:cubicBezTo>
                  <a:cubicBezTo>
                    <a:pt x="7172" y="9240"/>
                    <a:pt x="9239" y="7173"/>
                    <a:pt x="9239" y="4622"/>
                  </a:cubicBezTo>
                  <a:cubicBezTo>
                    <a:pt x="9239" y="2070"/>
                    <a:pt x="7172" y="1"/>
                    <a:pt x="46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63;p37">
              <a:extLst>
                <a:ext uri="{FF2B5EF4-FFF2-40B4-BE49-F238E27FC236}">
                  <a16:creationId xmlns:a16="http://schemas.microsoft.com/office/drawing/2014/main" id="{44602A73-00AC-2E09-1E8E-91A1E15B212F}"/>
                </a:ext>
              </a:extLst>
            </p:cNvPr>
            <p:cNvSpPr/>
            <p:nvPr/>
          </p:nvSpPr>
          <p:spPr>
            <a:xfrm>
              <a:off x="426500" y="2978550"/>
              <a:ext cx="762550" cy="343600"/>
            </a:xfrm>
            <a:custGeom>
              <a:avLst/>
              <a:gdLst/>
              <a:ahLst/>
              <a:cxnLst/>
              <a:rect l="l" t="t" r="r" b="b"/>
              <a:pathLst>
                <a:path w="30502" h="13744" extrusionOk="0">
                  <a:moveTo>
                    <a:pt x="15224" y="1"/>
                  </a:moveTo>
                  <a:cubicBezTo>
                    <a:pt x="14913" y="1"/>
                    <a:pt x="14602" y="103"/>
                    <a:pt x="14345" y="308"/>
                  </a:cubicBezTo>
                  <a:lnTo>
                    <a:pt x="648" y="11234"/>
                  </a:lnTo>
                  <a:cubicBezTo>
                    <a:pt x="180" y="11608"/>
                    <a:pt x="0" y="12235"/>
                    <a:pt x="198" y="12800"/>
                  </a:cubicBezTo>
                  <a:cubicBezTo>
                    <a:pt x="396" y="13365"/>
                    <a:pt x="929" y="13743"/>
                    <a:pt x="1528" y="13743"/>
                  </a:cubicBezTo>
                  <a:cubicBezTo>
                    <a:pt x="1847" y="13743"/>
                    <a:pt x="2157" y="13635"/>
                    <a:pt x="2406" y="13436"/>
                  </a:cubicBezTo>
                  <a:lnTo>
                    <a:pt x="15223" y="3210"/>
                  </a:lnTo>
                  <a:lnTo>
                    <a:pt x="28042" y="13438"/>
                  </a:lnTo>
                  <a:cubicBezTo>
                    <a:pt x="28300" y="13643"/>
                    <a:pt x="28609" y="13742"/>
                    <a:pt x="28915" y="13742"/>
                  </a:cubicBezTo>
                  <a:cubicBezTo>
                    <a:pt x="29329" y="13742"/>
                    <a:pt x="29740" y="13561"/>
                    <a:pt x="30018" y="13212"/>
                  </a:cubicBezTo>
                  <a:cubicBezTo>
                    <a:pt x="30502" y="12604"/>
                    <a:pt x="30404" y="11720"/>
                    <a:pt x="29797" y="11234"/>
                  </a:cubicBezTo>
                  <a:lnTo>
                    <a:pt x="16102" y="308"/>
                  </a:lnTo>
                  <a:cubicBezTo>
                    <a:pt x="15845" y="103"/>
                    <a:pt x="15534" y="1"/>
                    <a:pt x="15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64;p37">
              <a:extLst>
                <a:ext uri="{FF2B5EF4-FFF2-40B4-BE49-F238E27FC236}">
                  <a16:creationId xmlns:a16="http://schemas.microsoft.com/office/drawing/2014/main" id="{C6A8DF85-5753-7341-E504-0E2AEC7F4C9F}"/>
                </a:ext>
              </a:extLst>
            </p:cNvPr>
            <p:cNvSpPr/>
            <p:nvPr/>
          </p:nvSpPr>
          <p:spPr>
            <a:xfrm>
              <a:off x="708400" y="3796000"/>
              <a:ext cx="221550" cy="382925"/>
            </a:xfrm>
            <a:custGeom>
              <a:avLst/>
              <a:gdLst/>
              <a:ahLst/>
              <a:cxnLst/>
              <a:rect l="l" t="t" r="r" b="b"/>
              <a:pathLst>
                <a:path w="8862" h="15317" extrusionOk="0">
                  <a:moveTo>
                    <a:pt x="4432" y="0"/>
                  </a:moveTo>
                  <a:cubicBezTo>
                    <a:pt x="1995" y="0"/>
                    <a:pt x="1" y="1994"/>
                    <a:pt x="1" y="4432"/>
                  </a:cubicBezTo>
                  <a:lnTo>
                    <a:pt x="1" y="15152"/>
                  </a:lnTo>
                  <a:cubicBezTo>
                    <a:pt x="1" y="15207"/>
                    <a:pt x="16" y="15260"/>
                    <a:pt x="17" y="15316"/>
                  </a:cubicBezTo>
                  <a:lnTo>
                    <a:pt x="8845" y="15316"/>
                  </a:lnTo>
                  <a:cubicBezTo>
                    <a:pt x="8847" y="15262"/>
                    <a:pt x="8861" y="15208"/>
                    <a:pt x="8861" y="15152"/>
                  </a:cubicBezTo>
                  <a:lnTo>
                    <a:pt x="8861" y="4430"/>
                  </a:lnTo>
                  <a:cubicBezTo>
                    <a:pt x="8861" y="1994"/>
                    <a:pt x="6868" y="0"/>
                    <a:pt x="4432" y="0"/>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65;p37">
              <a:extLst>
                <a:ext uri="{FF2B5EF4-FFF2-40B4-BE49-F238E27FC236}">
                  <a16:creationId xmlns:a16="http://schemas.microsoft.com/office/drawing/2014/main" id="{5AE6CA09-11F2-53DF-E559-E69FBC0E913F}"/>
                </a:ext>
              </a:extLst>
            </p:cNvPr>
            <p:cNvSpPr/>
            <p:nvPr/>
          </p:nvSpPr>
          <p:spPr>
            <a:xfrm>
              <a:off x="539250" y="3458525"/>
              <a:ext cx="245525" cy="244300"/>
            </a:xfrm>
            <a:custGeom>
              <a:avLst/>
              <a:gdLst/>
              <a:ahLst/>
              <a:cxnLst/>
              <a:rect l="l" t="t" r="r" b="b"/>
              <a:pathLst>
                <a:path w="9821" h="9772" extrusionOk="0">
                  <a:moveTo>
                    <a:pt x="172" y="0"/>
                  </a:moveTo>
                  <a:cubicBezTo>
                    <a:pt x="77" y="0"/>
                    <a:pt x="0" y="76"/>
                    <a:pt x="0" y="171"/>
                  </a:cubicBezTo>
                  <a:lnTo>
                    <a:pt x="0" y="9601"/>
                  </a:lnTo>
                  <a:cubicBezTo>
                    <a:pt x="0" y="9696"/>
                    <a:pt x="77" y="9771"/>
                    <a:pt x="172" y="9771"/>
                  </a:cubicBezTo>
                  <a:lnTo>
                    <a:pt x="9648" y="9771"/>
                  </a:lnTo>
                  <a:cubicBezTo>
                    <a:pt x="9743" y="9771"/>
                    <a:pt x="9820" y="9696"/>
                    <a:pt x="9820" y="9601"/>
                  </a:cubicBezTo>
                  <a:lnTo>
                    <a:pt x="9820" y="171"/>
                  </a:lnTo>
                  <a:cubicBezTo>
                    <a:pt x="9820" y="76"/>
                    <a:pt x="9743" y="0"/>
                    <a:pt x="96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66;p37">
              <a:extLst>
                <a:ext uri="{FF2B5EF4-FFF2-40B4-BE49-F238E27FC236}">
                  <a16:creationId xmlns:a16="http://schemas.microsoft.com/office/drawing/2014/main" id="{520424D9-3F19-19EF-9900-6E1CE94B968E}"/>
                </a:ext>
              </a:extLst>
            </p:cNvPr>
            <p:cNvSpPr/>
            <p:nvPr/>
          </p:nvSpPr>
          <p:spPr>
            <a:xfrm>
              <a:off x="829425" y="3458525"/>
              <a:ext cx="245475" cy="244300"/>
            </a:xfrm>
            <a:custGeom>
              <a:avLst/>
              <a:gdLst/>
              <a:ahLst/>
              <a:cxnLst/>
              <a:rect l="l" t="t" r="r" b="b"/>
              <a:pathLst>
                <a:path w="9819" h="9772" extrusionOk="0">
                  <a:moveTo>
                    <a:pt x="230" y="0"/>
                  </a:moveTo>
                  <a:cubicBezTo>
                    <a:pt x="102" y="0"/>
                    <a:pt x="0" y="102"/>
                    <a:pt x="0" y="230"/>
                  </a:cubicBezTo>
                  <a:lnTo>
                    <a:pt x="0" y="9541"/>
                  </a:lnTo>
                  <a:cubicBezTo>
                    <a:pt x="0" y="9669"/>
                    <a:pt x="102" y="9771"/>
                    <a:pt x="230" y="9771"/>
                  </a:cubicBezTo>
                  <a:lnTo>
                    <a:pt x="9587" y="9771"/>
                  </a:lnTo>
                  <a:cubicBezTo>
                    <a:pt x="9715" y="9771"/>
                    <a:pt x="9819" y="9669"/>
                    <a:pt x="9819" y="9541"/>
                  </a:cubicBezTo>
                  <a:lnTo>
                    <a:pt x="9819" y="230"/>
                  </a:lnTo>
                  <a:cubicBezTo>
                    <a:pt x="9819" y="102"/>
                    <a:pt x="9715" y="0"/>
                    <a:pt x="9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2743;p37">
            <a:extLst>
              <a:ext uri="{FF2B5EF4-FFF2-40B4-BE49-F238E27FC236}">
                <a16:creationId xmlns:a16="http://schemas.microsoft.com/office/drawing/2014/main" id="{82CCB1FE-1FAD-1698-9639-DDDAA02A181A}"/>
              </a:ext>
            </a:extLst>
          </p:cNvPr>
          <p:cNvGrpSpPr/>
          <p:nvPr/>
        </p:nvGrpSpPr>
        <p:grpSpPr>
          <a:xfrm>
            <a:off x="8380698" y="4193786"/>
            <a:ext cx="457835" cy="949713"/>
            <a:chOff x="5980250" y="1255500"/>
            <a:chExt cx="1400400" cy="3456875"/>
          </a:xfrm>
        </p:grpSpPr>
        <p:sp>
          <p:nvSpPr>
            <p:cNvPr id="18" name="Google Shape;2744;p37">
              <a:extLst>
                <a:ext uri="{FF2B5EF4-FFF2-40B4-BE49-F238E27FC236}">
                  <a16:creationId xmlns:a16="http://schemas.microsoft.com/office/drawing/2014/main" id="{88EB0619-C851-7C49-D298-599BD62C4EA3}"/>
                </a:ext>
              </a:extLst>
            </p:cNvPr>
            <p:cNvSpPr/>
            <p:nvPr/>
          </p:nvSpPr>
          <p:spPr>
            <a:xfrm>
              <a:off x="6180575" y="4598800"/>
              <a:ext cx="1200075" cy="113575"/>
            </a:xfrm>
            <a:custGeom>
              <a:avLst/>
              <a:gdLst/>
              <a:ahLst/>
              <a:cxnLst/>
              <a:rect l="l" t="t" r="r" b="b"/>
              <a:pathLst>
                <a:path w="48003" h="4543" extrusionOk="0">
                  <a:moveTo>
                    <a:pt x="24001" y="0"/>
                  </a:moveTo>
                  <a:cubicBezTo>
                    <a:pt x="10747" y="0"/>
                    <a:pt x="0" y="1016"/>
                    <a:pt x="0" y="2271"/>
                  </a:cubicBezTo>
                  <a:cubicBezTo>
                    <a:pt x="0" y="3525"/>
                    <a:pt x="10747" y="4542"/>
                    <a:pt x="24001" y="4542"/>
                  </a:cubicBezTo>
                  <a:cubicBezTo>
                    <a:pt x="37258" y="4542"/>
                    <a:pt x="48003" y="3525"/>
                    <a:pt x="48003" y="2271"/>
                  </a:cubicBezTo>
                  <a:cubicBezTo>
                    <a:pt x="48003" y="1016"/>
                    <a:pt x="37258" y="0"/>
                    <a:pt x="240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45;p37">
              <a:extLst>
                <a:ext uri="{FF2B5EF4-FFF2-40B4-BE49-F238E27FC236}">
                  <a16:creationId xmlns:a16="http://schemas.microsoft.com/office/drawing/2014/main" id="{8327E907-8728-AA40-BA98-2BD3A1850DB3}"/>
                </a:ext>
              </a:extLst>
            </p:cNvPr>
            <p:cNvSpPr/>
            <p:nvPr/>
          </p:nvSpPr>
          <p:spPr>
            <a:xfrm>
              <a:off x="6553025" y="1871275"/>
              <a:ext cx="133100" cy="143575"/>
            </a:xfrm>
            <a:custGeom>
              <a:avLst/>
              <a:gdLst/>
              <a:ahLst/>
              <a:cxnLst/>
              <a:rect l="l" t="t" r="r" b="b"/>
              <a:pathLst>
                <a:path w="5324" h="5743" extrusionOk="0">
                  <a:moveTo>
                    <a:pt x="3570" y="0"/>
                  </a:moveTo>
                  <a:cubicBezTo>
                    <a:pt x="3473" y="0"/>
                    <a:pt x="3355" y="17"/>
                    <a:pt x="3214" y="53"/>
                  </a:cubicBezTo>
                  <a:cubicBezTo>
                    <a:pt x="513" y="740"/>
                    <a:pt x="101" y="5600"/>
                    <a:pt x="1" y="5742"/>
                  </a:cubicBezTo>
                  <a:lnTo>
                    <a:pt x="101" y="5602"/>
                  </a:lnTo>
                  <a:cubicBezTo>
                    <a:pt x="101" y="5602"/>
                    <a:pt x="5324" y="0"/>
                    <a:pt x="3570" y="0"/>
                  </a:cubicBezTo>
                  <a:close/>
                </a:path>
              </a:pathLst>
            </a:custGeom>
            <a:solidFill>
              <a:srgbClr val="89CE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746;p37">
              <a:extLst>
                <a:ext uri="{FF2B5EF4-FFF2-40B4-BE49-F238E27FC236}">
                  <a16:creationId xmlns:a16="http://schemas.microsoft.com/office/drawing/2014/main" id="{8AF3061A-53EA-E86E-72C2-8D09F10400A8}"/>
                </a:ext>
              </a:extLst>
            </p:cNvPr>
            <p:cNvSpPr/>
            <p:nvPr/>
          </p:nvSpPr>
          <p:spPr>
            <a:xfrm>
              <a:off x="6499400" y="2158100"/>
              <a:ext cx="60475" cy="175600"/>
            </a:xfrm>
            <a:custGeom>
              <a:avLst/>
              <a:gdLst/>
              <a:ahLst/>
              <a:cxnLst/>
              <a:rect l="l" t="t" r="r" b="b"/>
              <a:pathLst>
                <a:path w="2419" h="7024" extrusionOk="0">
                  <a:moveTo>
                    <a:pt x="1161" y="1"/>
                  </a:moveTo>
                  <a:cubicBezTo>
                    <a:pt x="1161" y="1"/>
                    <a:pt x="360" y="5494"/>
                    <a:pt x="1" y="6483"/>
                  </a:cubicBezTo>
                  <a:lnTo>
                    <a:pt x="2418" y="7023"/>
                  </a:lnTo>
                  <a:lnTo>
                    <a:pt x="2418" y="7023"/>
                  </a:lnTo>
                  <a:lnTo>
                    <a:pt x="1161" y="1"/>
                  </a:lnTo>
                  <a:close/>
                </a:path>
              </a:pathLst>
            </a:custGeom>
            <a:solidFill>
              <a:srgbClr val="FDDF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747;p37">
              <a:extLst>
                <a:ext uri="{FF2B5EF4-FFF2-40B4-BE49-F238E27FC236}">
                  <a16:creationId xmlns:a16="http://schemas.microsoft.com/office/drawing/2014/main" id="{61C9B769-A8A6-3079-BBA3-E2BA78F57C08}"/>
                </a:ext>
              </a:extLst>
            </p:cNvPr>
            <p:cNvSpPr/>
            <p:nvPr/>
          </p:nvSpPr>
          <p:spPr>
            <a:xfrm>
              <a:off x="5980250" y="2031750"/>
              <a:ext cx="484725" cy="264175"/>
            </a:xfrm>
            <a:custGeom>
              <a:avLst/>
              <a:gdLst/>
              <a:ahLst/>
              <a:cxnLst/>
              <a:rect l="l" t="t" r="r" b="b"/>
              <a:pathLst>
                <a:path w="19389" h="10567" extrusionOk="0">
                  <a:moveTo>
                    <a:pt x="1210" y="1"/>
                  </a:moveTo>
                  <a:lnTo>
                    <a:pt x="1" y="9448"/>
                  </a:lnTo>
                  <a:lnTo>
                    <a:pt x="19389" y="10566"/>
                  </a:lnTo>
                  <a:lnTo>
                    <a:pt x="19389" y="6617"/>
                  </a:lnTo>
                  <a:lnTo>
                    <a:pt x="1210" y="1"/>
                  </a:ln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748;p37">
              <a:extLst>
                <a:ext uri="{FF2B5EF4-FFF2-40B4-BE49-F238E27FC236}">
                  <a16:creationId xmlns:a16="http://schemas.microsoft.com/office/drawing/2014/main" id="{AFDB9D1C-8D3D-D77F-1413-AA686887CB74}"/>
                </a:ext>
              </a:extLst>
            </p:cNvPr>
            <p:cNvSpPr/>
            <p:nvPr/>
          </p:nvSpPr>
          <p:spPr>
            <a:xfrm>
              <a:off x="5993725" y="2026800"/>
              <a:ext cx="461100" cy="262575"/>
            </a:xfrm>
            <a:custGeom>
              <a:avLst/>
              <a:gdLst/>
              <a:ahLst/>
              <a:cxnLst/>
              <a:rect l="l" t="t" r="r" b="b"/>
              <a:pathLst>
                <a:path w="18444" h="10503" extrusionOk="0">
                  <a:moveTo>
                    <a:pt x="1313" y="1"/>
                  </a:moveTo>
                  <a:lnTo>
                    <a:pt x="0" y="9253"/>
                  </a:lnTo>
                  <a:lnTo>
                    <a:pt x="18194" y="10503"/>
                  </a:lnTo>
                  <a:lnTo>
                    <a:pt x="18443" y="6207"/>
                  </a:lnTo>
                  <a:lnTo>
                    <a:pt x="13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749;p37">
              <a:extLst>
                <a:ext uri="{FF2B5EF4-FFF2-40B4-BE49-F238E27FC236}">
                  <a16:creationId xmlns:a16="http://schemas.microsoft.com/office/drawing/2014/main" id="{A732E781-52C9-5419-176F-BC67F683A343}"/>
                </a:ext>
              </a:extLst>
            </p:cNvPr>
            <p:cNvSpPr/>
            <p:nvPr/>
          </p:nvSpPr>
          <p:spPr>
            <a:xfrm>
              <a:off x="6455375" y="3002950"/>
              <a:ext cx="628300" cy="1388050"/>
            </a:xfrm>
            <a:custGeom>
              <a:avLst/>
              <a:gdLst/>
              <a:ahLst/>
              <a:cxnLst/>
              <a:rect l="l" t="t" r="r" b="b"/>
              <a:pathLst>
                <a:path w="25132" h="55522" extrusionOk="0">
                  <a:moveTo>
                    <a:pt x="25112" y="51194"/>
                  </a:moveTo>
                  <a:cubicBezTo>
                    <a:pt x="25100" y="51194"/>
                    <a:pt x="25075" y="51431"/>
                    <a:pt x="25035" y="52136"/>
                  </a:cubicBezTo>
                  <a:lnTo>
                    <a:pt x="25035" y="52136"/>
                  </a:lnTo>
                  <a:cubicBezTo>
                    <a:pt x="25107" y="51936"/>
                    <a:pt x="25132" y="51194"/>
                    <a:pt x="25112" y="51194"/>
                  </a:cubicBezTo>
                  <a:close/>
                  <a:moveTo>
                    <a:pt x="15831" y="0"/>
                  </a:moveTo>
                  <a:cubicBezTo>
                    <a:pt x="10035" y="0"/>
                    <a:pt x="1139" y="3130"/>
                    <a:pt x="1139" y="3130"/>
                  </a:cubicBezTo>
                  <a:cubicBezTo>
                    <a:pt x="1173" y="5038"/>
                    <a:pt x="0" y="25052"/>
                    <a:pt x="2574" y="30782"/>
                  </a:cubicBezTo>
                  <a:cubicBezTo>
                    <a:pt x="5147" y="36510"/>
                    <a:pt x="20435" y="48903"/>
                    <a:pt x="20947" y="51750"/>
                  </a:cubicBezTo>
                  <a:cubicBezTo>
                    <a:pt x="21108" y="52641"/>
                    <a:pt x="21396" y="52878"/>
                    <a:pt x="21718" y="52878"/>
                  </a:cubicBezTo>
                  <a:cubicBezTo>
                    <a:pt x="22086" y="52878"/>
                    <a:pt x="22499" y="52569"/>
                    <a:pt x="22819" y="52569"/>
                  </a:cubicBezTo>
                  <a:cubicBezTo>
                    <a:pt x="23115" y="52569"/>
                    <a:pt x="23331" y="52834"/>
                    <a:pt x="23358" y="53855"/>
                  </a:cubicBezTo>
                  <a:cubicBezTo>
                    <a:pt x="23390" y="55023"/>
                    <a:pt x="23612" y="55521"/>
                    <a:pt x="23885" y="55521"/>
                  </a:cubicBezTo>
                  <a:cubicBezTo>
                    <a:pt x="24334" y="55521"/>
                    <a:pt x="24923" y="54169"/>
                    <a:pt x="25030" y="52230"/>
                  </a:cubicBezTo>
                  <a:cubicBezTo>
                    <a:pt x="25032" y="52198"/>
                    <a:pt x="25034" y="52166"/>
                    <a:pt x="25035" y="52136"/>
                  </a:cubicBezTo>
                  <a:lnTo>
                    <a:pt x="25035" y="52136"/>
                  </a:lnTo>
                  <a:cubicBezTo>
                    <a:pt x="25024" y="52167"/>
                    <a:pt x="25012" y="52184"/>
                    <a:pt x="24998" y="52184"/>
                  </a:cubicBezTo>
                  <a:cubicBezTo>
                    <a:pt x="24946" y="52184"/>
                    <a:pt x="24875" y="51904"/>
                    <a:pt x="24786" y="51045"/>
                  </a:cubicBezTo>
                  <a:cubicBezTo>
                    <a:pt x="24444" y="47750"/>
                    <a:pt x="22938" y="46746"/>
                    <a:pt x="17876" y="37687"/>
                  </a:cubicBezTo>
                  <a:cubicBezTo>
                    <a:pt x="15170" y="32842"/>
                    <a:pt x="10727" y="30184"/>
                    <a:pt x="10925" y="24726"/>
                  </a:cubicBezTo>
                  <a:cubicBezTo>
                    <a:pt x="11123" y="19270"/>
                    <a:pt x="20241" y="10172"/>
                    <a:pt x="20698" y="3130"/>
                  </a:cubicBezTo>
                  <a:cubicBezTo>
                    <a:pt x="20851" y="783"/>
                    <a:pt x="18729" y="0"/>
                    <a:pt x="15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750;p37">
              <a:extLst>
                <a:ext uri="{FF2B5EF4-FFF2-40B4-BE49-F238E27FC236}">
                  <a16:creationId xmlns:a16="http://schemas.microsoft.com/office/drawing/2014/main" id="{03D32A0A-987F-06AA-245B-94346CD4A704}"/>
                </a:ext>
              </a:extLst>
            </p:cNvPr>
            <p:cNvSpPr/>
            <p:nvPr/>
          </p:nvSpPr>
          <p:spPr>
            <a:xfrm>
              <a:off x="6494450" y="2835525"/>
              <a:ext cx="532800" cy="1823750"/>
            </a:xfrm>
            <a:custGeom>
              <a:avLst/>
              <a:gdLst/>
              <a:ahLst/>
              <a:cxnLst/>
              <a:rect l="l" t="t" r="r" b="b"/>
              <a:pathLst>
                <a:path w="21312" h="72950" extrusionOk="0">
                  <a:moveTo>
                    <a:pt x="17241" y="1"/>
                  </a:moveTo>
                  <a:lnTo>
                    <a:pt x="2689" y="7625"/>
                  </a:lnTo>
                  <a:cubicBezTo>
                    <a:pt x="2689" y="7625"/>
                    <a:pt x="4271" y="26307"/>
                    <a:pt x="4241" y="33127"/>
                  </a:cubicBezTo>
                  <a:cubicBezTo>
                    <a:pt x="4214" y="39946"/>
                    <a:pt x="9560" y="60277"/>
                    <a:pt x="8058" y="65826"/>
                  </a:cubicBezTo>
                  <a:cubicBezTo>
                    <a:pt x="6556" y="71373"/>
                    <a:pt x="1" y="71885"/>
                    <a:pt x="2344" y="72655"/>
                  </a:cubicBezTo>
                  <a:cubicBezTo>
                    <a:pt x="2970" y="72860"/>
                    <a:pt x="3522" y="72950"/>
                    <a:pt x="4075" y="72950"/>
                  </a:cubicBezTo>
                  <a:cubicBezTo>
                    <a:pt x="5592" y="72950"/>
                    <a:pt x="7126" y="72278"/>
                    <a:pt x="10282" y="71481"/>
                  </a:cubicBezTo>
                  <a:cubicBezTo>
                    <a:pt x="14590" y="70395"/>
                    <a:pt x="13144" y="69154"/>
                    <a:pt x="13486" y="67471"/>
                  </a:cubicBezTo>
                  <a:cubicBezTo>
                    <a:pt x="13828" y="65790"/>
                    <a:pt x="16559" y="50206"/>
                    <a:pt x="14340" y="44528"/>
                  </a:cubicBezTo>
                  <a:cubicBezTo>
                    <a:pt x="12121" y="38851"/>
                    <a:pt x="12094" y="39596"/>
                    <a:pt x="16703" y="21373"/>
                  </a:cubicBezTo>
                  <a:cubicBezTo>
                    <a:pt x="21311" y="3151"/>
                    <a:pt x="17241" y="1"/>
                    <a:pt x="172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751;p37">
              <a:extLst>
                <a:ext uri="{FF2B5EF4-FFF2-40B4-BE49-F238E27FC236}">
                  <a16:creationId xmlns:a16="http://schemas.microsoft.com/office/drawing/2014/main" id="{3E4BCCE7-879A-FD12-1BC2-83492AFEEB0B}"/>
                </a:ext>
              </a:extLst>
            </p:cNvPr>
            <p:cNvSpPr/>
            <p:nvPr/>
          </p:nvSpPr>
          <p:spPr>
            <a:xfrm>
              <a:off x="6544825" y="1683800"/>
              <a:ext cx="118700" cy="108200"/>
            </a:xfrm>
            <a:custGeom>
              <a:avLst/>
              <a:gdLst/>
              <a:ahLst/>
              <a:cxnLst/>
              <a:rect l="l" t="t" r="r" b="b"/>
              <a:pathLst>
                <a:path w="4748" h="4328" extrusionOk="0">
                  <a:moveTo>
                    <a:pt x="484" y="1"/>
                  </a:moveTo>
                  <a:lnTo>
                    <a:pt x="484" y="1"/>
                  </a:lnTo>
                  <a:cubicBezTo>
                    <a:pt x="426" y="245"/>
                    <a:pt x="531" y="1708"/>
                    <a:pt x="484" y="2648"/>
                  </a:cubicBezTo>
                  <a:cubicBezTo>
                    <a:pt x="434" y="3588"/>
                    <a:pt x="1" y="4117"/>
                    <a:pt x="844" y="4215"/>
                  </a:cubicBezTo>
                  <a:cubicBezTo>
                    <a:pt x="1184" y="4253"/>
                    <a:pt x="1657" y="4327"/>
                    <a:pt x="2147" y="4327"/>
                  </a:cubicBezTo>
                  <a:cubicBezTo>
                    <a:pt x="2870" y="4327"/>
                    <a:pt x="3629" y="4166"/>
                    <a:pt x="4047" y="3491"/>
                  </a:cubicBezTo>
                  <a:cubicBezTo>
                    <a:pt x="4747" y="2359"/>
                    <a:pt x="484" y="1"/>
                    <a:pt x="4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752;p37">
              <a:extLst>
                <a:ext uri="{FF2B5EF4-FFF2-40B4-BE49-F238E27FC236}">
                  <a16:creationId xmlns:a16="http://schemas.microsoft.com/office/drawing/2014/main" id="{38AC6B21-9E94-3B67-01C8-06BAE351DE96}"/>
                </a:ext>
              </a:extLst>
            </p:cNvPr>
            <p:cNvSpPr/>
            <p:nvPr/>
          </p:nvSpPr>
          <p:spPr>
            <a:xfrm>
              <a:off x="6504700" y="1470325"/>
              <a:ext cx="307625" cy="426950"/>
            </a:xfrm>
            <a:custGeom>
              <a:avLst/>
              <a:gdLst/>
              <a:ahLst/>
              <a:cxnLst/>
              <a:rect l="l" t="t" r="r" b="b"/>
              <a:pathLst>
                <a:path w="12305" h="17078" extrusionOk="0">
                  <a:moveTo>
                    <a:pt x="5402" y="1"/>
                  </a:moveTo>
                  <a:cubicBezTo>
                    <a:pt x="2298" y="1"/>
                    <a:pt x="1" y="1295"/>
                    <a:pt x="742" y="4378"/>
                  </a:cubicBezTo>
                  <a:cubicBezTo>
                    <a:pt x="1493" y="7507"/>
                    <a:pt x="2477" y="10910"/>
                    <a:pt x="4206" y="12183"/>
                  </a:cubicBezTo>
                  <a:cubicBezTo>
                    <a:pt x="4206" y="12183"/>
                    <a:pt x="4676" y="12415"/>
                    <a:pt x="5302" y="12415"/>
                  </a:cubicBezTo>
                  <a:cubicBezTo>
                    <a:pt x="5414" y="12415"/>
                    <a:pt x="5531" y="12408"/>
                    <a:pt x="5652" y="12390"/>
                  </a:cubicBezTo>
                  <a:lnTo>
                    <a:pt x="6017" y="16620"/>
                  </a:lnTo>
                  <a:cubicBezTo>
                    <a:pt x="6017" y="16620"/>
                    <a:pt x="7036" y="17078"/>
                    <a:pt x="8247" y="17078"/>
                  </a:cubicBezTo>
                  <a:cubicBezTo>
                    <a:pt x="9389" y="17078"/>
                    <a:pt x="10700" y="16670"/>
                    <a:pt x="11486" y="15087"/>
                  </a:cubicBezTo>
                  <a:lnTo>
                    <a:pt x="10279" y="7405"/>
                  </a:lnTo>
                  <a:cubicBezTo>
                    <a:pt x="10279" y="7405"/>
                    <a:pt x="12304" y="6252"/>
                    <a:pt x="12116" y="4172"/>
                  </a:cubicBezTo>
                  <a:cubicBezTo>
                    <a:pt x="12028" y="3211"/>
                    <a:pt x="11502" y="2952"/>
                    <a:pt x="10961" y="2952"/>
                  </a:cubicBezTo>
                  <a:cubicBezTo>
                    <a:pt x="10334" y="2952"/>
                    <a:pt x="9688" y="3300"/>
                    <a:pt x="9688" y="3300"/>
                  </a:cubicBezTo>
                  <a:cubicBezTo>
                    <a:pt x="9688" y="3300"/>
                    <a:pt x="8714" y="40"/>
                    <a:pt x="5540" y="2"/>
                  </a:cubicBezTo>
                  <a:cubicBezTo>
                    <a:pt x="5494" y="1"/>
                    <a:pt x="5448" y="1"/>
                    <a:pt x="5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53;p37">
              <a:extLst>
                <a:ext uri="{FF2B5EF4-FFF2-40B4-BE49-F238E27FC236}">
                  <a16:creationId xmlns:a16="http://schemas.microsoft.com/office/drawing/2014/main" id="{F8704C5D-9F06-CFB2-6826-49261EADCC88}"/>
                </a:ext>
              </a:extLst>
            </p:cNvPr>
            <p:cNvSpPr/>
            <p:nvPr/>
          </p:nvSpPr>
          <p:spPr>
            <a:xfrm>
              <a:off x="6645975" y="1740575"/>
              <a:ext cx="107800" cy="56850"/>
            </a:xfrm>
            <a:custGeom>
              <a:avLst/>
              <a:gdLst/>
              <a:ahLst/>
              <a:cxnLst/>
              <a:rect l="l" t="t" r="r" b="b"/>
              <a:pathLst>
                <a:path w="4312" h="2274" extrusionOk="0">
                  <a:moveTo>
                    <a:pt x="3946" y="1"/>
                  </a:moveTo>
                  <a:cubicBezTo>
                    <a:pt x="3880" y="1"/>
                    <a:pt x="3744" y="75"/>
                    <a:pt x="3528" y="250"/>
                  </a:cubicBezTo>
                  <a:cubicBezTo>
                    <a:pt x="2118" y="1399"/>
                    <a:pt x="1" y="1579"/>
                    <a:pt x="1" y="1579"/>
                  </a:cubicBezTo>
                  <a:lnTo>
                    <a:pt x="61" y="2270"/>
                  </a:lnTo>
                  <a:lnTo>
                    <a:pt x="123" y="2273"/>
                  </a:lnTo>
                  <a:cubicBezTo>
                    <a:pt x="128" y="2273"/>
                    <a:pt x="134" y="2273"/>
                    <a:pt x="139" y="2273"/>
                  </a:cubicBezTo>
                  <a:cubicBezTo>
                    <a:pt x="2526" y="2273"/>
                    <a:pt x="4311" y="1"/>
                    <a:pt x="3946" y="1"/>
                  </a:cubicBezTo>
                  <a:close/>
                </a:path>
              </a:pathLst>
            </a:custGeom>
            <a:solidFill>
              <a:srgbClr val="F5B2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754;p37">
              <a:extLst>
                <a:ext uri="{FF2B5EF4-FFF2-40B4-BE49-F238E27FC236}">
                  <a16:creationId xmlns:a16="http://schemas.microsoft.com/office/drawing/2014/main" id="{838F4E6C-964C-6FF8-00BB-D7245DE8E1B6}"/>
                </a:ext>
              </a:extLst>
            </p:cNvPr>
            <p:cNvSpPr/>
            <p:nvPr/>
          </p:nvSpPr>
          <p:spPr>
            <a:xfrm>
              <a:off x="6495650" y="1390800"/>
              <a:ext cx="489600" cy="378125"/>
            </a:xfrm>
            <a:custGeom>
              <a:avLst/>
              <a:gdLst/>
              <a:ahLst/>
              <a:cxnLst/>
              <a:rect l="l" t="t" r="r" b="b"/>
              <a:pathLst>
                <a:path w="19584" h="15125" extrusionOk="0">
                  <a:moveTo>
                    <a:pt x="6954" y="0"/>
                  </a:moveTo>
                  <a:cubicBezTo>
                    <a:pt x="5864" y="0"/>
                    <a:pt x="4628" y="193"/>
                    <a:pt x="3934" y="942"/>
                  </a:cubicBezTo>
                  <a:cubicBezTo>
                    <a:pt x="2730" y="2239"/>
                    <a:pt x="1240" y="1441"/>
                    <a:pt x="517" y="3874"/>
                  </a:cubicBezTo>
                  <a:cubicBezTo>
                    <a:pt x="214" y="4647"/>
                    <a:pt x="1" y="5660"/>
                    <a:pt x="285" y="6746"/>
                  </a:cubicBezTo>
                  <a:cubicBezTo>
                    <a:pt x="460" y="7952"/>
                    <a:pt x="910" y="9774"/>
                    <a:pt x="1847" y="10349"/>
                  </a:cubicBezTo>
                  <a:cubicBezTo>
                    <a:pt x="1847" y="10349"/>
                    <a:pt x="1688" y="9067"/>
                    <a:pt x="1654" y="7943"/>
                  </a:cubicBezTo>
                  <a:cubicBezTo>
                    <a:pt x="2333" y="7839"/>
                    <a:pt x="3153" y="7347"/>
                    <a:pt x="3975" y="7296"/>
                  </a:cubicBezTo>
                  <a:cubicBezTo>
                    <a:pt x="4049" y="7292"/>
                    <a:pt x="4120" y="7290"/>
                    <a:pt x="4190" y="7290"/>
                  </a:cubicBezTo>
                  <a:cubicBezTo>
                    <a:pt x="4948" y="7290"/>
                    <a:pt x="5460" y="7539"/>
                    <a:pt x="6075" y="7539"/>
                  </a:cubicBezTo>
                  <a:cubicBezTo>
                    <a:pt x="6413" y="7539"/>
                    <a:pt x="6782" y="7464"/>
                    <a:pt x="7240" y="7230"/>
                  </a:cubicBezTo>
                  <a:cubicBezTo>
                    <a:pt x="7253" y="7229"/>
                    <a:pt x="7267" y="7229"/>
                    <a:pt x="7280" y="7229"/>
                  </a:cubicBezTo>
                  <a:cubicBezTo>
                    <a:pt x="8519" y="7229"/>
                    <a:pt x="8989" y="8468"/>
                    <a:pt x="9427" y="8468"/>
                  </a:cubicBezTo>
                  <a:cubicBezTo>
                    <a:pt x="9490" y="8468"/>
                    <a:pt x="9553" y="8442"/>
                    <a:pt x="9617" y="8383"/>
                  </a:cubicBezTo>
                  <a:cubicBezTo>
                    <a:pt x="10184" y="7864"/>
                    <a:pt x="9795" y="6555"/>
                    <a:pt x="11177" y="6139"/>
                  </a:cubicBezTo>
                  <a:cubicBezTo>
                    <a:pt x="11177" y="6139"/>
                    <a:pt x="11242" y="6124"/>
                    <a:pt x="11343" y="6124"/>
                  </a:cubicBezTo>
                  <a:cubicBezTo>
                    <a:pt x="11658" y="6124"/>
                    <a:pt x="12322" y="6276"/>
                    <a:pt x="12390" y="7533"/>
                  </a:cubicBezTo>
                  <a:cubicBezTo>
                    <a:pt x="12428" y="8221"/>
                    <a:pt x="12198" y="8894"/>
                    <a:pt x="11780" y="9441"/>
                  </a:cubicBezTo>
                  <a:cubicBezTo>
                    <a:pt x="11452" y="9871"/>
                    <a:pt x="11071" y="10256"/>
                    <a:pt x="10642" y="10586"/>
                  </a:cubicBezTo>
                  <a:cubicBezTo>
                    <a:pt x="10642" y="10586"/>
                    <a:pt x="9943" y="11526"/>
                    <a:pt x="9727" y="12633"/>
                  </a:cubicBezTo>
                  <a:cubicBezTo>
                    <a:pt x="9642" y="13065"/>
                    <a:pt x="9654" y="13385"/>
                    <a:pt x="9699" y="13617"/>
                  </a:cubicBezTo>
                  <a:cubicBezTo>
                    <a:pt x="9635" y="13822"/>
                    <a:pt x="9583" y="14031"/>
                    <a:pt x="9544" y="14243"/>
                  </a:cubicBezTo>
                  <a:cubicBezTo>
                    <a:pt x="9420" y="14901"/>
                    <a:pt x="9592" y="15125"/>
                    <a:pt x="9936" y="15125"/>
                  </a:cubicBezTo>
                  <a:cubicBezTo>
                    <a:pt x="10504" y="15125"/>
                    <a:pt x="11541" y="14515"/>
                    <a:pt x="12492" y="14243"/>
                  </a:cubicBezTo>
                  <a:cubicBezTo>
                    <a:pt x="14018" y="13804"/>
                    <a:pt x="15766" y="12757"/>
                    <a:pt x="16638" y="11970"/>
                  </a:cubicBezTo>
                  <a:cubicBezTo>
                    <a:pt x="17512" y="11184"/>
                    <a:pt x="19584" y="10966"/>
                    <a:pt x="17728" y="8127"/>
                  </a:cubicBezTo>
                  <a:cubicBezTo>
                    <a:pt x="15872" y="5289"/>
                    <a:pt x="14184" y="827"/>
                    <a:pt x="10837" y="421"/>
                  </a:cubicBezTo>
                  <a:cubicBezTo>
                    <a:pt x="10286" y="235"/>
                    <a:pt x="9803" y="195"/>
                    <a:pt x="9488" y="195"/>
                  </a:cubicBezTo>
                  <a:cubicBezTo>
                    <a:pt x="9246" y="195"/>
                    <a:pt x="9103" y="218"/>
                    <a:pt x="9103" y="218"/>
                  </a:cubicBezTo>
                  <a:cubicBezTo>
                    <a:pt x="9103" y="218"/>
                    <a:pt x="8111" y="0"/>
                    <a:pt x="6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755;p37">
              <a:extLst>
                <a:ext uri="{FF2B5EF4-FFF2-40B4-BE49-F238E27FC236}">
                  <a16:creationId xmlns:a16="http://schemas.microsoft.com/office/drawing/2014/main" id="{C9208ED5-06C0-626B-ECB5-D81334A1A969}"/>
                </a:ext>
              </a:extLst>
            </p:cNvPr>
            <p:cNvSpPr/>
            <p:nvPr/>
          </p:nvSpPr>
          <p:spPr>
            <a:xfrm>
              <a:off x="6571900" y="1255500"/>
              <a:ext cx="369450" cy="300325"/>
            </a:xfrm>
            <a:custGeom>
              <a:avLst/>
              <a:gdLst/>
              <a:ahLst/>
              <a:cxnLst/>
              <a:rect l="l" t="t" r="r" b="b"/>
              <a:pathLst>
                <a:path w="14778" h="12013" extrusionOk="0">
                  <a:moveTo>
                    <a:pt x="4928" y="0"/>
                  </a:moveTo>
                  <a:cubicBezTo>
                    <a:pt x="4440" y="0"/>
                    <a:pt x="4400" y="3483"/>
                    <a:pt x="4706" y="4860"/>
                  </a:cubicBezTo>
                  <a:cubicBezTo>
                    <a:pt x="4923" y="5833"/>
                    <a:pt x="5566" y="6369"/>
                    <a:pt x="5968" y="6768"/>
                  </a:cubicBezTo>
                  <a:cubicBezTo>
                    <a:pt x="5140" y="6127"/>
                    <a:pt x="4014" y="5707"/>
                    <a:pt x="2479" y="5707"/>
                  </a:cubicBezTo>
                  <a:cubicBezTo>
                    <a:pt x="2278" y="5707"/>
                    <a:pt x="2070" y="5714"/>
                    <a:pt x="1855" y="5729"/>
                  </a:cubicBezTo>
                  <a:cubicBezTo>
                    <a:pt x="1479" y="5873"/>
                    <a:pt x="1143" y="6075"/>
                    <a:pt x="884" y="6355"/>
                  </a:cubicBezTo>
                  <a:cubicBezTo>
                    <a:pt x="601" y="6660"/>
                    <a:pt x="302" y="6849"/>
                    <a:pt x="1" y="6991"/>
                  </a:cubicBezTo>
                  <a:cubicBezTo>
                    <a:pt x="30" y="6984"/>
                    <a:pt x="557" y="6854"/>
                    <a:pt x="1326" y="6854"/>
                  </a:cubicBezTo>
                  <a:cubicBezTo>
                    <a:pt x="3097" y="6854"/>
                    <a:pt x="6153" y="7543"/>
                    <a:pt x="7374" y="12012"/>
                  </a:cubicBezTo>
                  <a:cubicBezTo>
                    <a:pt x="7541" y="11819"/>
                    <a:pt x="7776" y="11657"/>
                    <a:pt x="8126" y="11551"/>
                  </a:cubicBezTo>
                  <a:cubicBezTo>
                    <a:pt x="8172" y="11544"/>
                    <a:pt x="8220" y="11538"/>
                    <a:pt x="8268" y="11538"/>
                  </a:cubicBezTo>
                  <a:cubicBezTo>
                    <a:pt x="8171" y="10822"/>
                    <a:pt x="8002" y="9977"/>
                    <a:pt x="7679" y="9156"/>
                  </a:cubicBezTo>
                  <a:lnTo>
                    <a:pt x="7679" y="9156"/>
                  </a:lnTo>
                  <a:lnTo>
                    <a:pt x="7815" y="9190"/>
                  </a:lnTo>
                  <a:cubicBezTo>
                    <a:pt x="9132" y="9530"/>
                    <a:pt x="10834" y="9403"/>
                    <a:pt x="12549" y="9536"/>
                  </a:cubicBezTo>
                  <a:cubicBezTo>
                    <a:pt x="12611" y="9541"/>
                    <a:pt x="12673" y="9544"/>
                    <a:pt x="12733" y="9544"/>
                  </a:cubicBezTo>
                  <a:cubicBezTo>
                    <a:pt x="14180" y="9544"/>
                    <a:pt x="14778" y="8178"/>
                    <a:pt x="14072" y="8178"/>
                  </a:cubicBezTo>
                  <a:cubicBezTo>
                    <a:pt x="14009" y="8178"/>
                    <a:pt x="13936" y="8189"/>
                    <a:pt x="13852" y="8213"/>
                  </a:cubicBezTo>
                  <a:cubicBezTo>
                    <a:pt x="13736" y="8245"/>
                    <a:pt x="13609" y="8260"/>
                    <a:pt x="13475" y="8260"/>
                  </a:cubicBezTo>
                  <a:cubicBezTo>
                    <a:pt x="12385" y="8260"/>
                    <a:pt x="10762" y="7294"/>
                    <a:pt x="9494" y="7096"/>
                  </a:cubicBezTo>
                  <a:cubicBezTo>
                    <a:pt x="9308" y="7067"/>
                    <a:pt x="9131" y="7054"/>
                    <a:pt x="8965" y="7054"/>
                  </a:cubicBezTo>
                  <a:cubicBezTo>
                    <a:pt x="7861" y="7054"/>
                    <a:pt x="7218" y="7617"/>
                    <a:pt x="7218" y="7617"/>
                  </a:cubicBezTo>
                  <a:cubicBezTo>
                    <a:pt x="7218" y="7617"/>
                    <a:pt x="7642" y="6996"/>
                    <a:pt x="7686" y="5491"/>
                  </a:cubicBezTo>
                  <a:cubicBezTo>
                    <a:pt x="7730" y="3986"/>
                    <a:pt x="6241" y="3153"/>
                    <a:pt x="5359" y="680"/>
                  </a:cubicBezTo>
                  <a:cubicBezTo>
                    <a:pt x="5189" y="201"/>
                    <a:pt x="5046" y="0"/>
                    <a:pt x="4928" y="0"/>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756;p37">
              <a:extLst>
                <a:ext uri="{FF2B5EF4-FFF2-40B4-BE49-F238E27FC236}">
                  <a16:creationId xmlns:a16="http://schemas.microsoft.com/office/drawing/2014/main" id="{D38D7CB3-61EC-A42E-884E-1C6B7DBA5A2F}"/>
                </a:ext>
              </a:extLst>
            </p:cNvPr>
            <p:cNvSpPr/>
            <p:nvPr/>
          </p:nvSpPr>
          <p:spPr>
            <a:xfrm>
              <a:off x="6642225" y="1835400"/>
              <a:ext cx="11900" cy="37175"/>
            </a:xfrm>
            <a:custGeom>
              <a:avLst/>
              <a:gdLst/>
              <a:ahLst/>
              <a:cxnLst/>
              <a:rect l="l" t="t" r="r" b="b"/>
              <a:pathLst>
                <a:path w="476" h="1487" extrusionOk="0">
                  <a:moveTo>
                    <a:pt x="349" y="0"/>
                  </a:moveTo>
                  <a:cubicBezTo>
                    <a:pt x="1" y="641"/>
                    <a:pt x="143" y="1230"/>
                    <a:pt x="155" y="1278"/>
                  </a:cubicBezTo>
                  <a:cubicBezTo>
                    <a:pt x="166" y="1326"/>
                    <a:pt x="475" y="1486"/>
                    <a:pt x="475" y="1486"/>
                  </a:cubicBezTo>
                  <a:lnTo>
                    <a:pt x="349" y="0"/>
                  </a:lnTo>
                  <a:close/>
                </a:path>
              </a:pathLst>
            </a:custGeom>
            <a:solidFill>
              <a:srgbClr val="0309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757;p37">
              <a:extLst>
                <a:ext uri="{FF2B5EF4-FFF2-40B4-BE49-F238E27FC236}">
                  <a16:creationId xmlns:a16="http://schemas.microsoft.com/office/drawing/2014/main" id="{E9993FDC-6634-9DED-4AA4-D71729164522}"/>
                </a:ext>
              </a:extLst>
            </p:cNvPr>
            <p:cNvSpPr/>
            <p:nvPr/>
          </p:nvSpPr>
          <p:spPr>
            <a:xfrm>
              <a:off x="6426175" y="1777575"/>
              <a:ext cx="618825" cy="1521025"/>
            </a:xfrm>
            <a:custGeom>
              <a:avLst/>
              <a:gdLst/>
              <a:ahLst/>
              <a:cxnLst/>
              <a:rect l="l" t="t" r="r" b="b"/>
              <a:pathLst>
                <a:path w="24753" h="60841" extrusionOk="0">
                  <a:moveTo>
                    <a:pt x="15187" y="1"/>
                  </a:moveTo>
                  <a:cubicBezTo>
                    <a:pt x="15006" y="1"/>
                    <a:pt x="14851" y="37"/>
                    <a:pt x="14742" y="99"/>
                  </a:cubicBezTo>
                  <a:cubicBezTo>
                    <a:pt x="14273" y="365"/>
                    <a:pt x="11400" y="2879"/>
                    <a:pt x="10990" y="3114"/>
                  </a:cubicBezTo>
                  <a:cubicBezTo>
                    <a:pt x="10305" y="3506"/>
                    <a:pt x="9837" y="3653"/>
                    <a:pt x="9521" y="3653"/>
                  </a:cubicBezTo>
                  <a:cubicBezTo>
                    <a:pt x="8565" y="3653"/>
                    <a:pt x="8989" y="2314"/>
                    <a:pt x="8989" y="2313"/>
                  </a:cubicBezTo>
                  <a:lnTo>
                    <a:pt x="8989" y="2313"/>
                  </a:lnTo>
                  <a:cubicBezTo>
                    <a:pt x="8988" y="2314"/>
                    <a:pt x="5546" y="7174"/>
                    <a:pt x="4181" y="10168"/>
                  </a:cubicBezTo>
                  <a:cubicBezTo>
                    <a:pt x="2815" y="13162"/>
                    <a:pt x="2987" y="12891"/>
                    <a:pt x="3926" y="17118"/>
                  </a:cubicBezTo>
                  <a:cubicBezTo>
                    <a:pt x="4865" y="21344"/>
                    <a:pt x="3839" y="24329"/>
                    <a:pt x="2359" y="29508"/>
                  </a:cubicBezTo>
                  <a:cubicBezTo>
                    <a:pt x="878" y="34687"/>
                    <a:pt x="1" y="60261"/>
                    <a:pt x="1" y="60261"/>
                  </a:cubicBezTo>
                  <a:cubicBezTo>
                    <a:pt x="1589" y="60674"/>
                    <a:pt x="3491" y="60841"/>
                    <a:pt x="5526" y="60841"/>
                  </a:cubicBezTo>
                  <a:cubicBezTo>
                    <a:pt x="13991" y="60841"/>
                    <a:pt x="24752" y="57956"/>
                    <a:pt x="24752" y="57956"/>
                  </a:cubicBezTo>
                  <a:cubicBezTo>
                    <a:pt x="24580" y="52664"/>
                    <a:pt x="20830" y="38405"/>
                    <a:pt x="18809" y="34427"/>
                  </a:cubicBezTo>
                  <a:cubicBezTo>
                    <a:pt x="16789" y="30450"/>
                    <a:pt x="17926" y="24516"/>
                    <a:pt x="19126" y="20886"/>
                  </a:cubicBezTo>
                  <a:cubicBezTo>
                    <a:pt x="20326" y="17258"/>
                    <a:pt x="21209" y="8985"/>
                    <a:pt x="19946" y="6351"/>
                  </a:cubicBezTo>
                  <a:cubicBezTo>
                    <a:pt x="18684" y="3717"/>
                    <a:pt x="17672" y="3176"/>
                    <a:pt x="17105" y="1607"/>
                  </a:cubicBezTo>
                  <a:cubicBezTo>
                    <a:pt x="16669" y="400"/>
                    <a:pt x="15785" y="1"/>
                    <a:pt x="15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758;p37">
              <a:extLst>
                <a:ext uri="{FF2B5EF4-FFF2-40B4-BE49-F238E27FC236}">
                  <a16:creationId xmlns:a16="http://schemas.microsoft.com/office/drawing/2014/main" id="{C4959F94-60F5-120B-204F-2E0B63FCCDC4}"/>
                </a:ext>
              </a:extLst>
            </p:cNvPr>
            <p:cNvSpPr/>
            <p:nvPr/>
          </p:nvSpPr>
          <p:spPr>
            <a:xfrm>
              <a:off x="5980250" y="2164650"/>
              <a:ext cx="610850" cy="285875"/>
            </a:xfrm>
            <a:custGeom>
              <a:avLst/>
              <a:gdLst/>
              <a:ahLst/>
              <a:cxnLst/>
              <a:rect l="l" t="t" r="r" b="b"/>
              <a:pathLst>
                <a:path w="24434" h="11435" extrusionOk="0">
                  <a:moveTo>
                    <a:pt x="6267" y="0"/>
                  </a:moveTo>
                  <a:cubicBezTo>
                    <a:pt x="5611" y="0"/>
                    <a:pt x="1" y="4132"/>
                    <a:pt x="1" y="4132"/>
                  </a:cubicBezTo>
                  <a:lnTo>
                    <a:pt x="3218" y="5553"/>
                  </a:lnTo>
                  <a:lnTo>
                    <a:pt x="17445" y="11434"/>
                  </a:lnTo>
                  <a:lnTo>
                    <a:pt x="24434" y="7257"/>
                  </a:lnTo>
                  <a:cubicBezTo>
                    <a:pt x="24434" y="7257"/>
                    <a:pt x="6727" y="216"/>
                    <a:pt x="6306" y="8"/>
                  </a:cubicBezTo>
                  <a:cubicBezTo>
                    <a:pt x="6296" y="3"/>
                    <a:pt x="6283" y="0"/>
                    <a:pt x="6267" y="0"/>
                  </a:cubicBezTo>
                  <a:close/>
                </a:path>
              </a:pathLst>
            </a:custGeom>
            <a:solidFill>
              <a:srgbClr val="2A26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759;p37">
              <a:extLst>
                <a:ext uri="{FF2B5EF4-FFF2-40B4-BE49-F238E27FC236}">
                  <a16:creationId xmlns:a16="http://schemas.microsoft.com/office/drawing/2014/main" id="{A466B22E-FBDB-E87E-D299-A2E22A1AAE5B}"/>
                </a:ext>
              </a:extLst>
            </p:cNvPr>
            <p:cNvSpPr/>
            <p:nvPr/>
          </p:nvSpPr>
          <p:spPr>
            <a:xfrm>
              <a:off x="6249450" y="2417475"/>
              <a:ext cx="291350" cy="97800"/>
            </a:xfrm>
            <a:custGeom>
              <a:avLst/>
              <a:gdLst/>
              <a:ahLst/>
              <a:cxnLst/>
              <a:rect l="l" t="t" r="r" b="b"/>
              <a:pathLst>
                <a:path w="11654" h="3912" extrusionOk="0">
                  <a:moveTo>
                    <a:pt x="722" y="0"/>
                  </a:moveTo>
                  <a:cubicBezTo>
                    <a:pt x="206" y="0"/>
                    <a:pt x="0" y="65"/>
                    <a:pt x="265" y="220"/>
                  </a:cubicBezTo>
                  <a:cubicBezTo>
                    <a:pt x="1727" y="1076"/>
                    <a:pt x="9428" y="3912"/>
                    <a:pt x="9428" y="3912"/>
                  </a:cubicBezTo>
                  <a:cubicBezTo>
                    <a:pt x="9428" y="3912"/>
                    <a:pt x="11632" y="1768"/>
                    <a:pt x="11644" y="1518"/>
                  </a:cubicBezTo>
                  <a:cubicBezTo>
                    <a:pt x="11653" y="1313"/>
                    <a:pt x="3046" y="0"/>
                    <a:pt x="722" y="0"/>
                  </a:cubicBezTo>
                  <a:close/>
                </a:path>
              </a:pathLst>
            </a:custGeom>
            <a:solidFill>
              <a:srgbClr val="FDDF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760;p37">
              <a:extLst>
                <a:ext uri="{FF2B5EF4-FFF2-40B4-BE49-F238E27FC236}">
                  <a16:creationId xmlns:a16="http://schemas.microsoft.com/office/drawing/2014/main" id="{0D58E60D-8E95-6D82-C8B7-D294F6D02BAB}"/>
                </a:ext>
              </a:extLst>
            </p:cNvPr>
            <p:cNvSpPr/>
            <p:nvPr/>
          </p:nvSpPr>
          <p:spPr>
            <a:xfrm>
              <a:off x="6049350" y="2258125"/>
              <a:ext cx="777350" cy="253600"/>
            </a:xfrm>
            <a:custGeom>
              <a:avLst/>
              <a:gdLst/>
              <a:ahLst/>
              <a:cxnLst/>
              <a:rect l="l" t="t" r="r" b="b"/>
              <a:pathLst>
                <a:path w="31094" h="10144" extrusionOk="0">
                  <a:moveTo>
                    <a:pt x="1823" y="0"/>
                  </a:moveTo>
                  <a:cubicBezTo>
                    <a:pt x="1665" y="0"/>
                    <a:pt x="1624" y="120"/>
                    <a:pt x="1785" y="436"/>
                  </a:cubicBezTo>
                  <a:cubicBezTo>
                    <a:pt x="2255" y="1360"/>
                    <a:pt x="3741" y="2063"/>
                    <a:pt x="2880" y="2221"/>
                  </a:cubicBezTo>
                  <a:cubicBezTo>
                    <a:pt x="2704" y="2253"/>
                    <a:pt x="2524" y="2267"/>
                    <a:pt x="2345" y="2267"/>
                  </a:cubicBezTo>
                  <a:cubicBezTo>
                    <a:pt x="1648" y="2267"/>
                    <a:pt x="952" y="2052"/>
                    <a:pt x="455" y="1814"/>
                  </a:cubicBezTo>
                  <a:cubicBezTo>
                    <a:pt x="416" y="1796"/>
                    <a:pt x="384" y="1787"/>
                    <a:pt x="360" y="1787"/>
                  </a:cubicBezTo>
                  <a:cubicBezTo>
                    <a:pt x="1" y="1787"/>
                    <a:pt x="1321" y="3792"/>
                    <a:pt x="3741" y="5266"/>
                  </a:cubicBezTo>
                  <a:cubicBezTo>
                    <a:pt x="6322" y="6837"/>
                    <a:pt x="6324" y="6743"/>
                    <a:pt x="8672" y="7064"/>
                  </a:cubicBezTo>
                  <a:cubicBezTo>
                    <a:pt x="10975" y="7380"/>
                    <a:pt x="23437" y="10143"/>
                    <a:pt x="25741" y="10143"/>
                  </a:cubicBezTo>
                  <a:cubicBezTo>
                    <a:pt x="25785" y="10143"/>
                    <a:pt x="25826" y="10142"/>
                    <a:pt x="25862" y="10140"/>
                  </a:cubicBezTo>
                  <a:cubicBezTo>
                    <a:pt x="27806" y="10032"/>
                    <a:pt x="30780" y="3472"/>
                    <a:pt x="31094" y="1664"/>
                  </a:cubicBezTo>
                  <a:cubicBezTo>
                    <a:pt x="31094" y="1664"/>
                    <a:pt x="29294" y="1322"/>
                    <a:pt x="26788" y="1098"/>
                  </a:cubicBezTo>
                  <a:cubicBezTo>
                    <a:pt x="26380" y="1062"/>
                    <a:pt x="26069" y="1038"/>
                    <a:pt x="25828" y="1038"/>
                  </a:cubicBezTo>
                  <a:cubicBezTo>
                    <a:pt x="24593" y="1038"/>
                    <a:pt x="25193" y="1676"/>
                    <a:pt x="23832" y="4596"/>
                  </a:cubicBezTo>
                  <a:cubicBezTo>
                    <a:pt x="23655" y="4975"/>
                    <a:pt x="23054" y="5119"/>
                    <a:pt x="22165" y="5119"/>
                  </a:cubicBezTo>
                  <a:cubicBezTo>
                    <a:pt x="19303" y="5119"/>
                    <a:pt x="13454" y="3623"/>
                    <a:pt x="9151" y="3623"/>
                  </a:cubicBezTo>
                  <a:cubicBezTo>
                    <a:pt x="8989" y="3623"/>
                    <a:pt x="8829" y="3625"/>
                    <a:pt x="8672" y="3630"/>
                  </a:cubicBezTo>
                  <a:cubicBezTo>
                    <a:pt x="8672" y="3630"/>
                    <a:pt x="7968" y="3472"/>
                    <a:pt x="6636" y="2454"/>
                  </a:cubicBezTo>
                  <a:cubicBezTo>
                    <a:pt x="5306" y="1438"/>
                    <a:pt x="4289" y="1304"/>
                    <a:pt x="3427" y="784"/>
                  </a:cubicBezTo>
                  <a:cubicBezTo>
                    <a:pt x="2862" y="442"/>
                    <a:pt x="2127" y="0"/>
                    <a:pt x="1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761;p37">
              <a:extLst>
                <a:ext uri="{FF2B5EF4-FFF2-40B4-BE49-F238E27FC236}">
                  <a16:creationId xmlns:a16="http://schemas.microsoft.com/office/drawing/2014/main" id="{A12B4EAE-CFB4-FCF0-C793-C28223B6FFC4}"/>
                </a:ext>
              </a:extLst>
            </p:cNvPr>
            <p:cNvSpPr/>
            <p:nvPr/>
          </p:nvSpPr>
          <p:spPr>
            <a:xfrm>
              <a:off x="6645125" y="1903125"/>
              <a:ext cx="261800" cy="435975"/>
            </a:xfrm>
            <a:custGeom>
              <a:avLst/>
              <a:gdLst/>
              <a:ahLst/>
              <a:cxnLst/>
              <a:rect l="l" t="t" r="r" b="b"/>
              <a:pathLst>
                <a:path w="10472" h="17439" extrusionOk="0">
                  <a:moveTo>
                    <a:pt x="5736" y="0"/>
                  </a:moveTo>
                  <a:cubicBezTo>
                    <a:pt x="4966" y="0"/>
                    <a:pt x="4192" y="397"/>
                    <a:pt x="3516" y="1329"/>
                  </a:cubicBezTo>
                  <a:cubicBezTo>
                    <a:pt x="1549" y="4040"/>
                    <a:pt x="1" y="15864"/>
                    <a:pt x="1" y="15864"/>
                  </a:cubicBezTo>
                  <a:cubicBezTo>
                    <a:pt x="482" y="15922"/>
                    <a:pt x="4893" y="17439"/>
                    <a:pt x="7178" y="17439"/>
                  </a:cubicBezTo>
                  <a:cubicBezTo>
                    <a:pt x="7786" y="17439"/>
                    <a:pt x="8243" y="17331"/>
                    <a:pt x="8437" y="17061"/>
                  </a:cubicBezTo>
                  <a:cubicBezTo>
                    <a:pt x="8905" y="16406"/>
                    <a:pt x="10472" y="6259"/>
                    <a:pt x="9375" y="3350"/>
                  </a:cubicBezTo>
                  <a:cubicBezTo>
                    <a:pt x="8656" y="1441"/>
                    <a:pt x="7205" y="0"/>
                    <a:pt x="57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762;p37">
              <a:extLst>
                <a:ext uri="{FF2B5EF4-FFF2-40B4-BE49-F238E27FC236}">
                  <a16:creationId xmlns:a16="http://schemas.microsoft.com/office/drawing/2014/main" id="{3CBD271D-D460-F9FE-A121-8F1C8CB7A68E}"/>
                </a:ext>
              </a:extLst>
            </p:cNvPr>
            <p:cNvSpPr/>
            <p:nvPr/>
          </p:nvSpPr>
          <p:spPr>
            <a:xfrm>
              <a:off x="6913475" y="4117175"/>
              <a:ext cx="266875" cy="451525"/>
            </a:xfrm>
            <a:custGeom>
              <a:avLst/>
              <a:gdLst/>
              <a:ahLst/>
              <a:cxnLst/>
              <a:rect l="l" t="t" r="r" b="b"/>
              <a:pathLst>
                <a:path w="10675" h="18061" extrusionOk="0">
                  <a:moveTo>
                    <a:pt x="4303" y="1"/>
                  </a:moveTo>
                  <a:cubicBezTo>
                    <a:pt x="3636" y="1"/>
                    <a:pt x="1" y="6289"/>
                    <a:pt x="1" y="6289"/>
                  </a:cubicBezTo>
                  <a:cubicBezTo>
                    <a:pt x="1" y="6289"/>
                    <a:pt x="2905" y="8780"/>
                    <a:pt x="3380" y="9551"/>
                  </a:cubicBezTo>
                  <a:cubicBezTo>
                    <a:pt x="3854" y="10322"/>
                    <a:pt x="3441" y="13066"/>
                    <a:pt x="2490" y="15005"/>
                  </a:cubicBezTo>
                  <a:cubicBezTo>
                    <a:pt x="1539" y="16946"/>
                    <a:pt x="1601" y="17911"/>
                    <a:pt x="3261" y="18030"/>
                  </a:cubicBezTo>
                  <a:cubicBezTo>
                    <a:pt x="3517" y="18048"/>
                    <a:pt x="3753" y="18061"/>
                    <a:pt x="3971" y="18061"/>
                  </a:cubicBezTo>
                  <a:cubicBezTo>
                    <a:pt x="5164" y="18061"/>
                    <a:pt x="5841" y="17681"/>
                    <a:pt x="6658" y="15775"/>
                  </a:cubicBezTo>
                  <a:cubicBezTo>
                    <a:pt x="7623" y="13520"/>
                    <a:pt x="9723" y="10381"/>
                    <a:pt x="10198" y="8009"/>
                  </a:cubicBezTo>
                  <a:cubicBezTo>
                    <a:pt x="10674" y="5637"/>
                    <a:pt x="9132" y="4985"/>
                    <a:pt x="7530" y="3680"/>
                  </a:cubicBezTo>
                  <a:cubicBezTo>
                    <a:pt x="5930" y="2377"/>
                    <a:pt x="4921" y="182"/>
                    <a:pt x="4329" y="4"/>
                  </a:cubicBezTo>
                  <a:cubicBezTo>
                    <a:pt x="4321" y="2"/>
                    <a:pt x="4312" y="1"/>
                    <a:pt x="43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763;p37">
              <a:extLst>
                <a:ext uri="{FF2B5EF4-FFF2-40B4-BE49-F238E27FC236}">
                  <a16:creationId xmlns:a16="http://schemas.microsoft.com/office/drawing/2014/main" id="{9CB3E2FD-060C-1DCF-6F4E-480DE96BD5C7}"/>
                </a:ext>
              </a:extLst>
            </p:cNvPr>
            <p:cNvSpPr/>
            <p:nvPr/>
          </p:nvSpPr>
          <p:spPr>
            <a:xfrm>
              <a:off x="6483025" y="4398150"/>
              <a:ext cx="409050" cy="281900"/>
            </a:xfrm>
            <a:custGeom>
              <a:avLst/>
              <a:gdLst/>
              <a:ahLst/>
              <a:cxnLst/>
              <a:rect l="l" t="t" r="r" b="b"/>
              <a:pathLst>
                <a:path w="16362" h="11276" extrusionOk="0">
                  <a:moveTo>
                    <a:pt x="14904" y="0"/>
                  </a:moveTo>
                  <a:cubicBezTo>
                    <a:pt x="13506" y="0"/>
                    <a:pt x="7745" y="1556"/>
                    <a:pt x="7773" y="1759"/>
                  </a:cubicBezTo>
                  <a:cubicBezTo>
                    <a:pt x="8261" y="5401"/>
                    <a:pt x="5544" y="6868"/>
                    <a:pt x="2771" y="8572"/>
                  </a:cubicBezTo>
                  <a:cubicBezTo>
                    <a:pt x="0" y="10277"/>
                    <a:pt x="1196" y="10945"/>
                    <a:pt x="2771" y="11235"/>
                  </a:cubicBezTo>
                  <a:cubicBezTo>
                    <a:pt x="2922" y="11263"/>
                    <a:pt x="3109" y="11276"/>
                    <a:pt x="3328" y="11276"/>
                  </a:cubicBezTo>
                  <a:cubicBezTo>
                    <a:pt x="5412" y="11276"/>
                    <a:pt x="10355" y="10122"/>
                    <a:pt x="13209" y="9531"/>
                  </a:cubicBezTo>
                  <a:cubicBezTo>
                    <a:pt x="16362" y="8880"/>
                    <a:pt x="15437" y="6325"/>
                    <a:pt x="15111" y="4454"/>
                  </a:cubicBezTo>
                  <a:cubicBezTo>
                    <a:pt x="14784" y="2584"/>
                    <a:pt x="15111" y="19"/>
                    <a:pt x="15111" y="19"/>
                  </a:cubicBezTo>
                  <a:cubicBezTo>
                    <a:pt x="15060" y="6"/>
                    <a:pt x="14990" y="0"/>
                    <a:pt x="149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51798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0"/>
          <p:cNvSpPr txBox="1">
            <a:spLocks noGrp="1"/>
          </p:cNvSpPr>
          <p:nvPr>
            <p:ph type="ctrTitle" idx="2"/>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Issues/ Limitations of the Data</a:t>
            </a:r>
            <a:endParaRPr dirty="0"/>
          </a:p>
        </p:txBody>
      </p:sp>
      <p:sp>
        <p:nvSpPr>
          <p:cNvPr id="353" name="Google Shape;353;p20"/>
          <p:cNvSpPr txBox="1">
            <a:spLocks noGrp="1"/>
          </p:cNvSpPr>
          <p:nvPr>
            <p:ph type="ctrTitle"/>
          </p:nvPr>
        </p:nvSpPr>
        <p:spPr>
          <a:xfrm>
            <a:off x="778959" y="2505782"/>
            <a:ext cx="2560200" cy="319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No strong Correlations</a:t>
            </a:r>
            <a:endParaRPr dirty="0"/>
          </a:p>
        </p:txBody>
      </p:sp>
      <p:sp>
        <p:nvSpPr>
          <p:cNvPr id="354" name="Google Shape;354;p20"/>
          <p:cNvSpPr txBox="1">
            <a:spLocks noGrp="1"/>
          </p:cNvSpPr>
          <p:nvPr>
            <p:ph type="subTitle" idx="1"/>
          </p:nvPr>
        </p:nvSpPr>
        <p:spPr>
          <a:xfrm>
            <a:off x="1009590" y="2735826"/>
            <a:ext cx="2238000" cy="9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data overall had very weak correlations. </a:t>
            </a:r>
            <a:r>
              <a:rPr lang="en-US" dirty="0"/>
              <a:t>T</a:t>
            </a:r>
            <a:r>
              <a:rPr lang="en" dirty="0"/>
              <a:t>he highest positive correlation was 0.12 and the  strongest for negative correlation was -0.18. Those are not the best to use when your looking at connections.</a:t>
            </a:r>
            <a:endParaRPr dirty="0"/>
          </a:p>
        </p:txBody>
      </p:sp>
      <p:sp>
        <p:nvSpPr>
          <p:cNvPr id="355" name="Google Shape;355;p20"/>
          <p:cNvSpPr txBox="1">
            <a:spLocks noGrp="1"/>
          </p:cNvSpPr>
          <p:nvPr>
            <p:ph type="subTitle" idx="3"/>
          </p:nvPr>
        </p:nvSpPr>
        <p:spPr>
          <a:xfrm>
            <a:off x="5934474" y="2955100"/>
            <a:ext cx="2238000" cy="9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This is being nitpicky but when it came to the Geo Map it was hard to see some of the smaller countries in Europe. Zooming in also sometimes caused my laptop to buffer. </a:t>
            </a:r>
            <a:endParaRPr dirty="0"/>
          </a:p>
        </p:txBody>
      </p:sp>
      <p:sp>
        <p:nvSpPr>
          <p:cNvPr id="356" name="Google Shape;356;p20"/>
          <p:cNvSpPr txBox="1">
            <a:spLocks noGrp="1"/>
          </p:cNvSpPr>
          <p:nvPr>
            <p:ph type="ctrTitle" idx="4"/>
          </p:nvPr>
        </p:nvSpPr>
        <p:spPr>
          <a:xfrm>
            <a:off x="5773375" y="2734950"/>
            <a:ext cx="2560200" cy="319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Geo Map</a:t>
            </a:r>
            <a:endParaRPr dirty="0"/>
          </a:p>
        </p:txBody>
      </p:sp>
      <p:sp>
        <p:nvSpPr>
          <p:cNvPr id="357" name="Google Shape;357;p20"/>
          <p:cNvSpPr txBox="1">
            <a:spLocks noGrp="1"/>
          </p:cNvSpPr>
          <p:nvPr>
            <p:ph type="subTitle" idx="5"/>
          </p:nvPr>
        </p:nvSpPr>
        <p:spPr>
          <a:xfrm>
            <a:off x="3452999" y="2052750"/>
            <a:ext cx="2238000" cy="9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dataset is supposed to be for the Global Housing Market but there is only 20 countries. That is a very small amount of countries. There is around 195 recognized countries globally.</a:t>
            </a:r>
            <a:endParaRPr dirty="0"/>
          </a:p>
        </p:txBody>
      </p:sp>
      <p:sp>
        <p:nvSpPr>
          <p:cNvPr id="358" name="Google Shape;358;p20"/>
          <p:cNvSpPr txBox="1">
            <a:spLocks noGrp="1"/>
          </p:cNvSpPr>
          <p:nvPr>
            <p:ph type="ctrTitle" idx="6"/>
          </p:nvPr>
        </p:nvSpPr>
        <p:spPr>
          <a:xfrm>
            <a:off x="3291900" y="1832600"/>
            <a:ext cx="2560200" cy="319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Limited for International</a:t>
            </a:r>
            <a:endParaRPr dirty="0"/>
          </a:p>
        </p:txBody>
      </p:sp>
      <p:sp>
        <p:nvSpPr>
          <p:cNvPr id="359" name="Google Shape;359;p20"/>
          <p:cNvSpPr/>
          <p:nvPr/>
        </p:nvSpPr>
        <p:spPr>
          <a:xfrm>
            <a:off x="2637549" y="3398959"/>
            <a:ext cx="4010159" cy="1595803"/>
          </a:xfrm>
          <a:custGeom>
            <a:avLst/>
            <a:gdLst/>
            <a:ahLst/>
            <a:cxnLst/>
            <a:rect l="l" t="t" r="r" b="b"/>
            <a:pathLst>
              <a:path w="247007" h="98294" extrusionOk="0">
                <a:moveTo>
                  <a:pt x="168103" y="1"/>
                </a:moveTo>
                <a:cubicBezTo>
                  <a:pt x="166328" y="1"/>
                  <a:pt x="164550" y="734"/>
                  <a:pt x="163185" y="2207"/>
                </a:cubicBezTo>
                <a:lnTo>
                  <a:pt x="141106" y="26046"/>
                </a:lnTo>
                <a:cubicBezTo>
                  <a:pt x="140840" y="26332"/>
                  <a:pt x="140493" y="26477"/>
                  <a:pt x="140144" y="26477"/>
                </a:cubicBezTo>
                <a:cubicBezTo>
                  <a:pt x="139834" y="26477"/>
                  <a:pt x="139522" y="26363"/>
                  <a:pt x="139267" y="26131"/>
                </a:cubicBezTo>
                <a:lnTo>
                  <a:pt x="122255" y="9365"/>
                </a:lnTo>
                <a:cubicBezTo>
                  <a:pt x="121015" y="8143"/>
                  <a:pt x="119386" y="7519"/>
                  <a:pt x="117748" y="7519"/>
                </a:cubicBezTo>
                <a:cubicBezTo>
                  <a:pt x="116411" y="7519"/>
                  <a:pt x="115068" y="7935"/>
                  <a:pt x="113926" y="8782"/>
                </a:cubicBezTo>
                <a:lnTo>
                  <a:pt x="100257" y="18925"/>
                </a:lnTo>
                <a:cubicBezTo>
                  <a:pt x="100061" y="19170"/>
                  <a:pt x="99786" y="19339"/>
                  <a:pt x="99480" y="19403"/>
                </a:cubicBezTo>
                <a:lnTo>
                  <a:pt x="83820" y="2496"/>
                </a:lnTo>
                <a:cubicBezTo>
                  <a:pt x="82457" y="1024"/>
                  <a:pt x="80678" y="290"/>
                  <a:pt x="78903" y="290"/>
                </a:cubicBezTo>
                <a:cubicBezTo>
                  <a:pt x="77078" y="290"/>
                  <a:pt x="75255" y="1065"/>
                  <a:pt x="73888" y="2611"/>
                </a:cubicBezTo>
                <a:lnTo>
                  <a:pt x="62720" y="15241"/>
                </a:lnTo>
                <a:cubicBezTo>
                  <a:pt x="61788" y="16295"/>
                  <a:pt x="60242" y="16628"/>
                  <a:pt x="58659" y="16628"/>
                </a:cubicBezTo>
                <a:cubicBezTo>
                  <a:pt x="58501" y="16628"/>
                  <a:pt x="58343" y="16624"/>
                  <a:pt x="58185" y="16618"/>
                </a:cubicBezTo>
                <a:cubicBezTo>
                  <a:pt x="58041" y="16612"/>
                  <a:pt x="57898" y="16610"/>
                  <a:pt x="57755" y="16610"/>
                </a:cubicBezTo>
                <a:cubicBezTo>
                  <a:pt x="54347" y="16610"/>
                  <a:pt x="51136" y="18214"/>
                  <a:pt x="49238" y="21065"/>
                </a:cubicBezTo>
                <a:cubicBezTo>
                  <a:pt x="37037" y="39400"/>
                  <a:pt x="1" y="97831"/>
                  <a:pt x="977" y="97831"/>
                </a:cubicBezTo>
                <a:lnTo>
                  <a:pt x="8559" y="97846"/>
                </a:lnTo>
                <a:cubicBezTo>
                  <a:pt x="8501" y="97940"/>
                  <a:pt x="8471" y="98005"/>
                  <a:pt x="8499" y="98005"/>
                </a:cubicBezTo>
                <a:lnTo>
                  <a:pt x="49285" y="97926"/>
                </a:lnTo>
                <a:lnTo>
                  <a:pt x="238508" y="98294"/>
                </a:lnTo>
                <a:cubicBezTo>
                  <a:pt x="238577" y="98294"/>
                  <a:pt x="238168" y="98035"/>
                  <a:pt x="237351" y="97558"/>
                </a:cubicBezTo>
                <a:lnTo>
                  <a:pt x="246031" y="97540"/>
                </a:lnTo>
                <a:cubicBezTo>
                  <a:pt x="247006" y="97540"/>
                  <a:pt x="209968" y="39111"/>
                  <a:pt x="197768" y="20776"/>
                </a:cubicBezTo>
                <a:cubicBezTo>
                  <a:pt x="195870" y="17923"/>
                  <a:pt x="192661" y="16321"/>
                  <a:pt x="189251" y="16321"/>
                </a:cubicBezTo>
                <a:cubicBezTo>
                  <a:pt x="189108" y="16321"/>
                  <a:pt x="188965" y="16324"/>
                  <a:pt x="188821" y="16329"/>
                </a:cubicBezTo>
                <a:cubicBezTo>
                  <a:pt x="188663" y="16335"/>
                  <a:pt x="188505" y="16339"/>
                  <a:pt x="188347" y="16339"/>
                </a:cubicBezTo>
                <a:cubicBezTo>
                  <a:pt x="186763" y="16339"/>
                  <a:pt x="185218" y="16006"/>
                  <a:pt x="184287" y="14952"/>
                </a:cubicBezTo>
                <a:lnTo>
                  <a:pt x="173117" y="2322"/>
                </a:lnTo>
                <a:cubicBezTo>
                  <a:pt x="171750" y="776"/>
                  <a:pt x="169928" y="1"/>
                  <a:pt x="1681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a:off x="5093353" y="3398553"/>
            <a:ext cx="525397" cy="309163"/>
          </a:xfrm>
          <a:custGeom>
            <a:avLst/>
            <a:gdLst/>
            <a:ahLst/>
            <a:cxnLst/>
            <a:rect l="l" t="t" r="r" b="b"/>
            <a:pathLst>
              <a:path w="32362" h="19043" extrusionOk="0">
                <a:moveTo>
                  <a:pt x="17214" y="1"/>
                </a:moveTo>
                <a:cubicBezTo>
                  <a:pt x="15031" y="1"/>
                  <a:pt x="12837" y="1278"/>
                  <a:pt x="10822" y="3581"/>
                </a:cubicBezTo>
                <a:lnTo>
                  <a:pt x="652" y="14237"/>
                </a:lnTo>
                <a:cubicBezTo>
                  <a:pt x="0" y="14981"/>
                  <a:pt x="578" y="16076"/>
                  <a:pt x="1471" y="16076"/>
                </a:cubicBezTo>
                <a:cubicBezTo>
                  <a:pt x="1573" y="16076"/>
                  <a:pt x="1680" y="16061"/>
                  <a:pt x="1790" y="16030"/>
                </a:cubicBezTo>
                <a:lnTo>
                  <a:pt x="9601" y="13799"/>
                </a:lnTo>
                <a:cubicBezTo>
                  <a:pt x="9702" y="13770"/>
                  <a:pt x="9805" y="13756"/>
                  <a:pt x="9906" y="13756"/>
                </a:cubicBezTo>
                <a:cubicBezTo>
                  <a:pt x="10195" y="13756"/>
                  <a:pt x="10477" y="13869"/>
                  <a:pt x="10688" y="14079"/>
                </a:cubicBezTo>
                <a:lnTo>
                  <a:pt x="15326" y="18718"/>
                </a:lnTo>
                <a:cubicBezTo>
                  <a:pt x="15544" y="18936"/>
                  <a:pt x="15827" y="19042"/>
                  <a:pt x="16108" y="19042"/>
                </a:cubicBezTo>
                <a:cubicBezTo>
                  <a:pt x="16450" y="19042"/>
                  <a:pt x="16791" y="18884"/>
                  <a:pt x="17009" y="18579"/>
                </a:cubicBezTo>
                <a:lnTo>
                  <a:pt x="20139" y="14197"/>
                </a:lnTo>
                <a:cubicBezTo>
                  <a:pt x="20349" y="13903"/>
                  <a:pt x="20685" y="13734"/>
                  <a:pt x="21038" y="13734"/>
                </a:cubicBezTo>
                <a:cubicBezTo>
                  <a:pt x="21109" y="13734"/>
                  <a:pt x="21180" y="13741"/>
                  <a:pt x="21251" y="13755"/>
                </a:cubicBezTo>
                <a:lnTo>
                  <a:pt x="30673" y="15577"/>
                </a:lnTo>
                <a:cubicBezTo>
                  <a:pt x="30750" y="15592"/>
                  <a:pt x="30824" y="15599"/>
                  <a:pt x="30897" y="15599"/>
                </a:cubicBezTo>
                <a:cubicBezTo>
                  <a:pt x="31808" y="15599"/>
                  <a:pt x="32362" y="14487"/>
                  <a:pt x="31709" y="13755"/>
                </a:cubicBezTo>
                <a:lnTo>
                  <a:pt x="22503" y="2766"/>
                </a:lnTo>
                <a:cubicBezTo>
                  <a:pt x="20819" y="875"/>
                  <a:pt x="19020" y="1"/>
                  <a:pt x="17214" y="1"/>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a:off x="5403382" y="3184684"/>
            <a:ext cx="235059" cy="323285"/>
          </a:xfrm>
          <a:custGeom>
            <a:avLst/>
            <a:gdLst/>
            <a:ahLst/>
            <a:cxnLst/>
            <a:rect l="l" t="t" r="r" b="b"/>
            <a:pathLst>
              <a:path w="7007" h="9637" extrusionOk="0">
                <a:moveTo>
                  <a:pt x="874" y="0"/>
                </a:moveTo>
                <a:cubicBezTo>
                  <a:pt x="395" y="0"/>
                  <a:pt x="0" y="395"/>
                  <a:pt x="0" y="874"/>
                </a:cubicBezTo>
                <a:lnTo>
                  <a:pt x="0" y="8763"/>
                </a:lnTo>
                <a:cubicBezTo>
                  <a:pt x="0" y="9251"/>
                  <a:pt x="395" y="9636"/>
                  <a:pt x="874" y="9636"/>
                </a:cubicBezTo>
                <a:lnTo>
                  <a:pt x="6133" y="9636"/>
                </a:lnTo>
                <a:cubicBezTo>
                  <a:pt x="6622" y="9636"/>
                  <a:pt x="7007" y="9251"/>
                  <a:pt x="7007" y="8763"/>
                </a:cubicBezTo>
                <a:lnTo>
                  <a:pt x="7007" y="874"/>
                </a:lnTo>
                <a:cubicBezTo>
                  <a:pt x="7007" y="395"/>
                  <a:pt x="6622" y="0"/>
                  <a:pt x="6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0"/>
          <p:cNvSpPr/>
          <p:nvPr/>
        </p:nvSpPr>
        <p:spPr>
          <a:xfrm>
            <a:off x="5373761" y="3478650"/>
            <a:ext cx="294301" cy="470419"/>
          </a:xfrm>
          <a:custGeom>
            <a:avLst/>
            <a:gdLst/>
            <a:ahLst/>
            <a:cxnLst/>
            <a:rect l="l" t="t" r="r" b="b"/>
            <a:pathLst>
              <a:path w="8773" h="14023" extrusionOk="0">
                <a:moveTo>
                  <a:pt x="883" y="0"/>
                </a:moveTo>
                <a:cubicBezTo>
                  <a:pt x="395" y="0"/>
                  <a:pt x="0" y="395"/>
                  <a:pt x="10" y="873"/>
                </a:cubicBezTo>
                <a:lnTo>
                  <a:pt x="10" y="13149"/>
                </a:lnTo>
                <a:cubicBezTo>
                  <a:pt x="10" y="13628"/>
                  <a:pt x="395" y="14022"/>
                  <a:pt x="883" y="14022"/>
                </a:cubicBezTo>
                <a:lnTo>
                  <a:pt x="7890" y="14022"/>
                </a:lnTo>
                <a:cubicBezTo>
                  <a:pt x="8378" y="14022"/>
                  <a:pt x="8773" y="13628"/>
                  <a:pt x="8773" y="13149"/>
                </a:cubicBezTo>
                <a:lnTo>
                  <a:pt x="8773" y="873"/>
                </a:lnTo>
                <a:cubicBezTo>
                  <a:pt x="8773" y="395"/>
                  <a:pt x="8378" y="0"/>
                  <a:pt x="78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0"/>
          <p:cNvSpPr/>
          <p:nvPr/>
        </p:nvSpPr>
        <p:spPr>
          <a:xfrm>
            <a:off x="5315156" y="3890430"/>
            <a:ext cx="411814" cy="823293"/>
          </a:xfrm>
          <a:custGeom>
            <a:avLst/>
            <a:gdLst/>
            <a:ahLst/>
            <a:cxnLst/>
            <a:rect l="l" t="t" r="r" b="b"/>
            <a:pathLst>
              <a:path w="12276" h="24542" extrusionOk="0">
                <a:moveTo>
                  <a:pt x="874" y="0"/>
                </a:moveTo>
                <a:cubicBezTo>
                  <a:pt x="395" y="0"/>
                  <a:pt x="1" y="385"/>
                  <a:pt x="1" y="874"/>
                </a:cubicBezTo>
                <a:lnTo>
                  <a:pt x="1" y="23658"/>
                </a:lnTo>
                <a:cubicBezTo>
                  <a:pt x="1" y="24147"/>
                  <a:pt x="395" y="24541"/>
                  <a:pt x="874" y="24541"/>
                </a:cubicBezTo>
                <a:lnTo>
                  <a:pt x="12276" y="24541"/>
                </a:lnTo>
                <a:lnTo>
                  <a:pt x="12276" y="874"/>
                </a:lnTo>
                <a:cubicBezTo>
                  <a:pt x="12276" y="385"/>
                  <a:pt x="11881" y="0"/>
                  <a:pt x="113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a:off x="5386676" y="3054155"/>
            <a:ext cx="269712" cy="159848"/>
          </a:xfrm>
          <a:custGeom>
            <a:avLst/>
            <a:gdLst/>
            <a:ahLst/>
            <a:cxnLst/>
            <a:rect l="l" t="t" r="r" b="b"/>
            <a:pathLst>
              <a:path w="8040" h="4765" extrusionOk="0">
                <a:moveTo>
                  <a:pt x="4125" y="1"/>
                </a:moveTo>
                <a:cubicBezTo>
                  <a:pt x="3882" y="1"/>
                  <a:pt x="3641" y="102"/>
                  <a:pt x="3466" y="304"/>
                </a:cubicBezTo>
                <a:lnTo>
                  <a:pt x="245" y="4042"/>
                </a:lnTo>
                <a:cubicBezTo>
                  <a:pt x="0" y="4323"/>
                  <a:pt x="198" y="4765"/>
                  <a:pt x="573" y="4765"/>
                </a:cubicBezTo>
                <a:lnTo>
                  <a:pt x="7467" y="4765"/>
                </a:lnTo>
                <a:cubicBezTo>
                  <a:pt x="7833" y="4765"/>
                  <a:pt x="8040" y="4342"/>
                  <a:pt x="7815" y="4051"/>
                </a:cubicBezTo>
                <a:lnTo>
                  <a:pt x="4809" y="332"/>
                </a:lnTo>
                <a:cubicBezTo>
                  <a:pt x="4632" y="111"/>
                  <a:pt x="4378" y="1"/>
                  <a:pt x="4125" y="1"/>
                </a:cubicBezTo>
                <a:close/>
              </a:path>
            </a:pathLst>
          </a:custGeom>
          <a:solidFill>
            <a:srgbClr val="74C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a:off x="5402745" y="3977382"/>
            <a:ext cx="59880" cy="118821"/>
          </a:xfrm>
          <a:custGeom>
            <a:avLst/>
            <a:gdLst/>
            <a:ahLst/>
            <a:cxnLst/>
            <a:rect l="l" t="t" r="r" b="b"/>
            <a:pathLst>
              <a:path w="1785" h="3542" extrusionOk="0">
                <a:moveTo>
                  <a:pt x="893" y="0"/>
                </a:moveTo>
                <a:cubicBezTo>
                  <a:pt x="395" y="0"/>
                  <a:pt x="0" y="414"/>
                  <a:pt x="19" y="911"/>
                </a:cubicBezTo>
                <a:lnTo>
                  <a:pt x="19" y="2668"/>
                </a:lnTo>
                <a:cubicBezTo>
                  <a:pt x="19" y="3147"/>
                  <a:pt x="414" y="3541"/>
                  <a:pt x="893" y="3541"/>
                </a:cubicBezTo>
                <a:cubicBezTo>
                  <a:pt x="1381" y="3541"/>
                  <a:pt x="1776" y="3147"/>
                  <a:pt x="1766" y="2668"/>
                </a:cubicBezTo>
                <a:lnTo>
                  <a:pt x="1766" y="911"/>
                </a:lnTo>
                <a:cubicBezTo>
                  <a:pt x="1785" y="414"/>
                  <a:pt x="1390" y="0"/>
                  <a:pt x="89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a:off x="5491609" y="3684355"/>
            <a:ext cx="58941" cy="117882"/>
          </a:xfrm>
          <a:custGeom>
            <a:avLst/>
            <a:gdLst/>
            <a:ahLst/>
            <a:cxnLst/>
            <a:rect l="l" t="t" r="r" b="b"/>
            <a:pathLst>
              <a:path w="1757" h="3514" extrusionOk="0">
                <a:moveTo>
                  <a:pt x="873" y="1"/>
                </a:moveTo>
                <a:cubicBezTo>
                  <a:pt x="394" y="1"/>
                  <a:pt x="0" y="395"/>
                  <a:pt x="0" y="884"/>
                </a:cubicBezTo>
                <a:lnTo>
                  <a:pt x="0" y="2631"/>
                </a:lnTo>
                <a:cubicBezTo>
                  <a:pt x="0" y="3119"/>
                  <a:pt x="394" y="3513"/>
                  <a:pt x="873" y="3513"/>
                </a:cubicBezTo>
                <a:cubicBezTo>
                  <a:pt x="1362" y="3513"/>
                  <a:pt x="1756" y="3119"/>
                  <a:pt x="1756" y="2631"/>
                </a:cubicBezTo>
                <a:lnTo>
                  <a:pt x="1756" y="884"/>
                </a:lnTo>
                <a:cubicBezTo>
                  <a:pt x="1747" y="395"/>
                  <a:pt x="1362" y="1"/>
                  <a:pt x="87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0"/>
          <p:cNvSpPr/>
          <p:nvPr/>
        </p:nvSpPr>
        <p:spPr>
          <a:xfrm>
            <a:off x="5491609" y="3272910"/>
            <a:ext cx="58941" cy="117546"/>
          </a:xfrm>
          <a:custGeom>
            <a:avLst/>
            <a:gdLst/>
            <a:ahLst/>
            <a:cxnLst/>
            <a:rect l="l" t="t" r="r" b="b"/>
            <a:pathLst>
              <a:path w="1757" h="3504" extrusionOk="0">
                <a:moveTo>
                  <a:pt x="873" y="0"/>
                </a:moveTo>
                <a:cubicBezTo>
                  <a:pt x="394" y="0"/>
                  <a:pt x="0" y="395"/>
                  <a:pt x="0" y="874"/>
                </a:cubicBezTo>
                <a:lnTo>
                  <a:pt x="0" y="2630"/>
                </a:lnTo>
                <a:cubicBezTo>
                  <a:pt x="0" y="3109"/>
                  <a:pt x="394" y="3503"/>
                  <a:pt x="873" y="3503"/>
                </a:cubicBezTo>
                <a:cubicBezTo>
                  <a:pt x="1362" y="3503"/>
                  <a:pt x="1747" y="3109"/>
                  <a:pt x="1756" y="2630"/>
                </a:cubicBezTo>
                <a:lnTo>
                  <a:pt x="1756" y="874"/>
                </a:lnTo>
                <a:cubicBezTo>
                  <a:pt x="1756" y="395"/>
                  <a:pt x="1362" y="0"/>
                  <a:pt x="87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0"/>
          <p:cNvSpPr/>
          <p:nvPr/>
        </p:nvSpPr>
        <p:spPr>
          <a:xfrm>
            <a:off x="5579165" y="3977382"/>
            <a:ext cx="59914" cy="118821"/>
          </a:xfrm>
          <a:custGeom>
            <a:avLst/>
            <a:gdLst/>
            <a:ahLst/>
            <a:cxnLst/>
            <a:rect l="l" t="t" r="r" b="b"/>
            <a:pathLst>
              <a:path w="1786" h="3542" extrusionOk="0">
                <a:moveTo>
                  <a:pt x="893" y="0"/>
                </a:moveTo>
                <a:cubicBezTo>
                  <a:pt x="395" y="0"/>
                  <a:pt x="1" y="414"/>
                  <a:pt x="20" y="911"/>
                </a:cubicBezTo>
                <a:lnTo>
                  <a:pt x="20" y="2668"/>
                </a:lnTo>
                <a:cubicBezTo>
                  <a:pt x="20" y="3147"/>
                  <a:pt x="414" y="3541"/>
                  <a:pt x="893" y="3541"/>
                </a:cubicBezTo>
                <a:cubicBezTo>
                  <a:pt x="1382" y="3541"/>
                  <a:pt x="1767" y="3147"/>
                  <a:pt x="1767" y="2668"/>
                </a:cubicBezTo>
                <a:lnTo>
                  <a:pt x="1767" y="911"/>
                </a:lnTo>
                <a:cubicBezTo>
                  <a:pt x="1785" y="414"/>
                  <a:pt x="1391" y="0"/>
                  <a:pt x="89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0"/>
          <p:cNvSpPr/>
          <p:nvPr/>
        </p:nvSpPr>
        <p:spPr>
          <a:xfrm>
            <a:off x="5403382" y="4156016"/>
            <a:ext cx="58639" cy="116607"/>
          </a:xfrm>
          <a:custGeom>
            <a:avLst/>
            <a:gdLst/>
            <a:ahLst/>
            <a:cxnLst/>
            <a:rect l="l" t="t" r="r" b="b"/>
            <a:pathLst>
              <a:path w="1748" h="3476" extrusionOk="0">
                <a:moveTo>
                  <a:pt x="874" y="1"/>
                </a:moveTo>
                <a:cubicBezTo>
                  <a:pt x="404" y="1"/>
                  <a:pt x="19" y="376"/>
                  <a:pt x="0" y="846"/>
                </a:cubicBezTo>
                <a:lnTo>
                  <a:pt x="0" y="2593"/>
                </a:lnTo>
                <a:cubicBezTo>
                  <a:pt x="0" y="3081"/>
                  <a:pt x="395" y="3466"/>
                  <a:pt x="874" y="3476"/>
                </a:cubicBezTo>
                <a:cubicBezTo>
                  <a:pt x="1362" y="3476"/>
                  <a:pt x="1747" y="3081"/>
                  <a:pt x="1747" y="2593"/>
                </a:cubicBezTo>
                <a:lnTo>
                  <a:pt x="1747" y="846"/>
                </a:lnTo>
                <a:cubicBezTo>
                  <a:pt x="1738" y="376"/>
                  <a:pt x="1343" y="1"/>
                  <a:pt x="87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0"/>
          <p:cNvSpPr/>
          <p:nvPr/>
        </p:nvSpPr>
        <p:spPr>
          <a:xfrm>
            <a:off x="5579802" y="4156016"/>
            <a:ext cx="58639" cy="116607"/>
          </a:xfrm>
          <a:custGeom>
            <a:avLst/>
            <a:gdLst/>
            <a:ahLst/>
            <a:cxnLst/>
            <a:rect l="l" t="t" r="r" b="b"/>
            <a:pathLst>
              <a:path w="1748" h="3476" extrusionOk="0">
                <a:moveTo>
                  <a:pt x="874" y="1"/>
                </a:moveTo>
                <a:cubicBezTo>
                  <a:pt x="405" y="1"/>
                  <a:pt x="20" y="376"/>
                  <a:pt x="1" y="846"/>
                </a:cubicBezTo>
                <a:lnTo>
                  <a:pt x="1" y="2593"/>
                </a:lnTo>
                <a:cubicBezTo>
                  <a:pt x="1" y="3081"/>
                  <a:pt x="395" y="3476"/>
                  <a:pt x="874" y="3476"/>
                </a:cubicBezTo>
                <a:cubicBezTo>
                  <a:pt x="1363" y="3466"/>
                  <a:pt x="1748" y="3081"/>
                  <a:pt x="1748" y="2593"/>
                </a:cubicBezTo>
                <a:lnTo>
                  <a:pt x="1748" y="846"/>
                </a:lnTo>
                <a:cubicBezTo>
                  <a:pt x="1738" y="376"/>
                  <a:pt x="1344" y="1"/>
                  <a:pt x="87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0"/>
          <p:cNvSpPr/>
          <p:nvPr/>
        </p:nvSpPr>
        <p:spPr>
          <a:xfrm>
            <a:off x="5403382" y="4332469"/>
            <a:ext cx="58941" cy="116573"/>
          </a:xfrm>
          <a:custGeom>
            <a:avLst/>
            <a:gdLst/>
            <a:ahLst/>
            <a:cxnLst/>
            <a:rect l="l" t="t" r="r" b="b"/>
            <a:pathLst>
              <a:path w="1757" h="3475" extrusionOk="0">
                <a:moveTo>
                  <a:pt x="874" y="0"/>
                </a:moveTo>
                <a:cubicBezTo>
                  <a:pt x="404" y="0"/>
                  <a:pt x="19" y="366"/>
                  <a:pt x="0" y="845"/>
                </a:cubicBezTo>
                <a:lnTo>
                  <a:pt x="0" y="2592"/>
                </a:lnTo>
                <a:cubicBezTo>
                  <a:pt x="0" y="3081"/>
                  <a:pt x="395" y="3475"/>
                  <a:pt x="874" y="3475"/>
                </a:cubicBezTo>
                <a:cubicBezTo>
                  <a:pt x="1362" y="3475"/>
                  <a:pt x="1757" y="3081"/>
                  <a:pt x="1747" y="2592"/>
                </a:cubicBezTo>
                <a:lnTo>
                  <a:pt x="1747" y="845"/>
                </a:lnTo>
                <a:cubicBezTo>
                  <a:pt x="1738" y="366"/>
                  <a:pt x="1343" y="0"/>
                  <a:pt x="8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0"/>
          <p:cNvSpPr/>
          <p:nvPr/>
        </p:nvSpPr>
        <p:spPr>
          <a:xfrm>
            <a:off x="5579802" y="4332469"/>
            <a:ext cx="58639" cy="116573"/>
          </a:xfrm>
          <a:custGeom>
            <a:avLst/>
            <a:gdLst/>
            <a:ahLst/>
            <a:cxnLst/>
            <a:rect l="l" t="t" r="r" b="b"/>
            <a:pathLst>
              <a:path w="1748" h="3475" extrusionOk="0">
                <a:moveTo>
                  <a:pt x="874" y="0"/>
                </a:moveTo>
                <a:cubicBezTo>
                  <a:pt x="405" y="0"/>
                  <a:pt x="20" y="366"/>
                  <a:pt x="1" y="845"/>
                </a:cubicBezTo>
                <a:lnTo>
                  <a:pt x="1" y="2592"/>
                </a:lnTo>
                <a:cubicBezTo>
                  <a:pt x="1" y="3081"/>
                  <a:pt x="395" y="3475"/>
                  <a:pt x="874" y="3475"/>
                </a:cubicBezTo>
                <a:cubicBezTo>
                  <a:pt x="1363" y="3475"/>
                  <a:pt x="1748" y="3081"/>
                  <a:pt x="1748" y="2592"/>
                </a:cubicBezTo>
                <a:lnTo>
                  <a:pt x="1748" y="845"/>
                </a:lnTo>
                <a:cubicBezTo>
                  <a:pt x="1738" y="366"/>
                  <a:pt x="1344" y="0"/>
                  <a:pt x="8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0"/>
          <p:cNvSpPr/>
          <p:nvPr/>
        </p:nvSpPr>
        <p:spPr>
          <a:xfrm>
            <a:off x="5462290" y="4537236"/>
            <a:ext cx="117546" cy="176487"/>
          </a:xfrm>
          <a:custGeom>
            <a:avLst/>
            <a:gdLst/>
            <a:ahLst/>
            <a:cxnLst/>
            <a:rect l="l" t="t" r="r" b="b"/>
            <a:pathLst>
              <a:path w="3504" h="5261" extrusionOk="0">
                <a:moveTo>
                  <a:pt x="874" y="1"/>
                </a:moveTo>
                <a:cubicBezTo>
                  <a:pt x="386" y="1"/>
                  <a:pt x="1" y="386"/>
                  <a:pt x="1" y="874"/>
                </a:cubicBezTo>
                <a:lnTo>
                  <a:pt x="1" y="5260"/>
                </a:lnTo>
                <a:lnTo>
                  <a:pt x="3504" y="5260"/>
                </a:lnTo>
                <a:lnTo>
                  <a:pt x="3504" y="874"/>
                </a:lnTo>
                <a:cubicBezTo>
                  <a:pt x="3504" y="386"/>
                  <a:pt x="3109" y="1"/>
                  <a:pt x="2630"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0"/>
          <p:cNvSpPr/>
          <p:nvPr/>
        </p:nvSpPr>
        <p:spPr>
          <a:xfrm>
            <a:off x="5481512" y="3566843"/>
            <a:ext cx="69038" cy="58907"/>
          </a:xfrm>
          <a:custGeom>
            <a:avLst/>
            <a:gdLst/>
            <a:ahLst/>
            <a:cxnLst/>
            <a:rect l="l" t="t" r="r" b="b"/>
            <a:pathLst>
              <a:path w="2058" h="1756" extrusionOk="0">
                <a:moveTo>
                  <a:pt x="1174" y="1"/>
                </a:moveTo>
                <a:cubicBezTo>
                  <a:pt x="395" y="1"/>
                  <a:pt x="0" y="949"/>
                  <a:pt x="555" y="1494"/>
                </a:cubicBezTo>
                <a:cubicBezTo>
                  <a:pt x="735" y="1674"/>
                  <a:pt x="957" y="1755"/>
                  <a:pt x="1174" y="1755"/>
                </a:cubicBezTo>
                <a:cubicBezTo>
                  <a:pt x="1625" y="1755"/>
                  <a:pt x="2057" y="1407"/>
                  <a:pt x="2057" y="874"/>
                </a:cubicBezTo>
                <a:cubicBezTo>
                  <a:pt x="2048" y="395"/>
                  <a:pt x="1663" y="1"/>
                  <a:pt x="117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0"/>
          <p:cNvSpPr/>
          <p:nvPr/>
        </p:nvSpPr>
        <p:spPr>
          <a:xfrm>
            <a:off x="3670160" y="3397562"/>
            <a:ext cx="534570" cy="322086"/>
          </a:xfrm>
          <a:custGeom>
            <a:avLst/>
            <a:gdLst/>
            <a:ahLst/>
            <a:cxnLst/>
            <a:rect l="l" t="t" r="r" b="b"/>
            <a:pathLst>
              <a:path w="32927" h="19839" extrusionOk="0">
                <a:moveTo>
                  <a:pt x="14907" y="1"/>
                </a:moveTo>
                <a:cubicBezTo>
                  <a:pt x="13428" y="1"/>
                  <a:pt x="11934" y="612"/>
                  <a:pt x="10492" y="2013"/>
                </a:cubicBezTo>
                <a:lnTo>
                  <a:pt x="726" y="13444"/>
                </a:lnTo>
                <a:cubicBezTo>
                  <a:pt x="1" y="14149"/>
                  <a:pt x="522" y="15346"/>
                  <a:pt x="1484" y="15346"/>
                </a:cubicBezTo>
                <a:cubicBezTo>
                  <a:pt x="1531" y="15346"/>
                  <a:pt x="1579" y="15343"/>
                  <a:pt x="1628" y="15337"/>
                </a:cubicBezTo>
                <a:lnTo>
                  <a:pt x="11158" y="14192"/>
                </a:lnTo>
                <a:cubicBezTo>
                  <a:pt x="11202" y="14187"/>
                  <a:pt x="11245" y="14185"/>
                  <a:pt x="11289" y="14185"/>
                </a:cubicBezTo>
                <a:cubicBezTo>
                  <a:pt x="11671" y="14185"/>
                  <a:pt x="12032" y="14383"/>
                  <a:pt x="12234" y="14716"/>
                </a:cubicBezTo>
                <a:lnTo>
                  <a:pt x="15042" y="19309"/>
                </a:lnTo>
                <a:cubicBezTo>
                  <a:pt x="15252" y="19654"/>
                  <a:pt x="15617" y="19838"/>
                  <a:pt x="15987" y="19838"/>
                </a:cubicBezTo>
                <a:cubicBezTo>
                  <a:pt x="16242" y="19838"/>
                  <a:pt x="16500" y="19751"/>
                  <a:pt x="16711" y="19568"/>
                </a:cubicBezTo>
                <a:lnTo>
                  <a:pt x="21668" y="15274"/>
                </a:lnTo>
                <a:cubicBezTo>
                  <a:pt x="21872" y="15097"/>
                  <a:pt x="22130" y="15003"/>
                  <a:pt x="22391" y="15003"/>
                </a:cubicBezTo>
                <a:cubicBezTo>
                  <a:pt x="22519" y="15003"/>
                  <a:pt x="22648" y="15026"/>
                  <a:pt x="22772" y="15071"/>
                </a:cubicBezTo>
                <a:lnTo>
                  <a:pt x="30404" y="17856"/>
                </a:lnTo>
                <a:cubicBezTo>
                  <a:pt x="30501" y="17891"/>
                  <a:pt x="30602" y="17908"/>
                  <a:pt x="30706" y="17908"/>
                </a:cubicBezTo>
                <a:cubicBezTo>
                  <a:pt x="31711" y="17908"/>
                  <a:pt x="32927" y="16363"/>
                  <a:pt x="32323" y="15565"/>
                </a:cubicBezTo>
                <a:lnTo>
                  <a:pt x="22286" y="4794"/>
                </a:lnTo>
                <a:cubicBezTo>
                  <a:pt x="20127" y="1937"/>
                  <a:pt x="17541" y="1"/>
                  <a:pt x="149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0"/>
          <p:cNvSpPr/>
          <p:nvPr/>
        </p:nvSpPr>
        <p:spPr>
          <a:xfrm>
            <a:off x="5031108" y="4820560"/>
            <a:ext cx="217906" cy="138890"/>
          </a:xfrm>
          <a:custGeom>
            <a:avLst/>
            <a:gdLst/>
            <a:ahLst/>
            <a:cxnLst/>
            <a:rect l="l" t="t" r="r" b="b"/>
            <a:pathLst>
              <a:path w="13422" h="8555" extrusionOk="0">
                <a:moveTo>
                  <a:pt x="7831" y="0"/>
                </a:moveTo>
                <a:cubicBezTo>
                  <a:pt x="7128" y="602"/>
                  <a:pt x="6306" y="1543"/>
                  <a:pt x="5948" y="1883"/>
                </a:cubicBezTo>
                <a:cubicBezTo>
                  <a:pt x="5045" y="2744"/>
                  <a:pt x="4148" y="3618"/>
                  <a:pt x="3312" y="4548"/>
                </a:cubicBezTo>
                <a:cubicBezTo>
                  <a:pt x="2144" y="5839"/>
                  <a:pt x="1048" y="7179"/>
                  <a:pt x="0" y="8555"/>
                </a:cubicBezTo>
                <a:lnTo>
                  <a:pt x="13421" y="8555"/>
                </a:lnTo>
                <a:cubicBezTo>
                  <a:pt x="11327" y="5856"/>
                  <a:pt x="9362" y="3073"/>
                  <a:pt x="7831" y="0"/>
                </a:cubicBezTo>
                <a:close/>
              </a:path>
            </a:pathLst>
          </a:custGeom>
          <a:solidFill>
            <a:srgbClr val="90B9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0"/>
          <p:cNvSpPr/>
          <p:nvPr/>
        </p:nvSpPr>
        <p:spPr>
          <a:xfrm>
            <a:off x="2324733" y="4803968"/>
            <a:ext cx="4356565" cy="351991"/>
          </a:xfrm>
          <a:custGeom>
            <a:avLst/>
            <a:gdLst/>
            <a:ahLst/>
            <a:cxnLst/>
            <a:rect l="l" t="t" r="r" b="b"/>
            <a:pathLst>
              <a:path w="268344" h="21681" extrusionOk="0">
                <a:moveTo>
                  <a:pt x="15343" y="0"/>
                </a:moveTo>
                <a:cubicBezTo>
                  <a:pt x="6870" y="0"/>
                  <a:pt x="1" y="9707"/>
                  <a:pt x="1" y="21680"/>
                </a:cubicBezTo>
                <a:lnTo>
                  <a:pt x="268344" y="21680"/>
                </a:lnTo>
                <a:cubicBezTo>
                  <a:pt x="268344" y="9707"/>
                  <a:pt x="261473" y="0"/>
                  <a:pt x="2530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0"/>
          <p:cNvSpPr/>
          <p:nvPr/>
        </p:nvSpPr>
        <p:spPr>
          <a:xfrm>
            <a:off x="3840124" y="3918511"/>
            <a:ext cx="351488" cy="1045550"/>
          </a:xfrm>
          <a:custGeom>
            <a:avLst/>
            <a:gdLst/>
            <a:ahLst/>
            <a:cxnLst/>
            <a:rect l="l" t="t" r="r" b="b"/>
            <a:pathLst>
              <a:path w="21650" h="64401" extrusionOk="0">
                <a:moveTo>
                  <a:pt x="1145" y="1"/>
                </a:moveTo>
                <a:cubicBezTo>
                  <a:pt x="513" y="1"/>
                  <a:pt x="0" y="513"/>
                  <a:pt x="0" y="1146"/>
                </a:cubicBezTo>
                <a:lnTo>
                  <a:pt x="0" y="64400"/>
                </a:lnTo>
                <a:lnTo>
                  <a:pt x="21648" y="64400"/>
                </a:lnTo>
                <a:lnTo>
                  <a:pt x="21650" y="1146"/>
                </a:lnTo>
                <a:cubicBezTo>
                  <a:pt x="21650" y="513"/>
                  <a:pt x="21137" y="1"/>
                  <a:pt x="20505" y="1"/>
                </a:cubicBez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0"/>
          <p:cNvSpPr/>
          <p:nvPr/>
        </p:nvSpPr>
        <p:spPr>
          <a:xfrm>
            <a:off x="3878552" y="3965787"/>
            <a:ext cx="59810" cy="59810"/>
          </a:xfrm>
          <a:custGeom>
            <a:avLst/>
            <a:gdLst/>
            <a:ahLst/>
            <a:cxnLst/>
            <a:rect l="l" t="t" r="r" b="b"/>
            <a:pathLst>
              <a:path w="3684" h="3684" extrusionOk="0">
                <a:moveTo>
                  <a:pt x="1841" y="0"/>
                </a:moveTo>
                <a:cubicBezTo>
                  <a:pt x="821" y="0"/>
                  <a:pt x="1" y="821"/>
                  <a:pt x="1" y="1841"/>
                </a:cubicBezTo>
                <a:lnTo>
                  <a:pt x="1" y="1842"/>
                </a:lnTo>
                <a:cubicBezTo>
                  <a:pt x="1" y="2862"/>
                  <a:pt x="821" y="3683"/>
                  <a:pt x="1841" y="3683"/>
                </a:cubicBezTo>
                <a:lnTo>
                  <a:pt x="1843" y="3683"/>
                </a:lnTo>
                <a:cubicBezTo>
                  <a:pt x="2863" y="3683"/>
                  <a:pt x="3683" y="2862"/>
                  <a:pt x="3683" y="1842"/>
                </a:cubicBezTo>
                <a:lnTo>
                  <a:pt x="3683" y="1841"/>
                </a:ln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0"/>
          <p:cNvSpPr/>
          <p:nvPr/>
        </p:nvSpPr>
        <p:spPr>
          <a:xfrm>
            <a:off x="3171627" y="3714261"/>
            <a:ext cx="55276" cy="220978"/>
          </a:xfrm>
          <a:custGeom>
            <a:avLst/>
            <a:gdLst/>
            <a:ahLst/>
            <a:cxnLst/>
            <a:rect l="l" t="t" r="r" b="b"/>
            <a:pathLst>
              <a:path w="1748" h="6988" extrusionOk="0">
                <a:moveTo>
                  <a:pt x="874" y="0"/>
                </a:moveTo>
                <a:cubicBezTo>
                  <a:pt x="404" y="0"/>
                  <a:pt x="19" y="376"/>
                  <a:pt x="0" y="845"/>
                </a:cubicBezTo>
                <a:lnTo>
                  <a:pt x="0" y="6105"/>
                </a:lnTo>
                <a:cubicBezTo>
                  <a:pt x="0" y="6593"/>
                  <a:pt x="395" y="6988"/>
                  <a:pt x="874" y="6988"/>
                </a:cubicBezTo>
                <a:cubicBezTo>
                  <a:pt x="1362" y="6978"/>
                  <a:pt x="1747" y="6593"/>
                  <a:pt x="1747" y="6105"/>
                </a:cubicBezTo>
                <a:lnTo>
                  <a:pt x="1747" y="845"/>
                </a:lnTo>
                <a:cubicBezTo>
                  <a:pt x="1738" y="376"/>
                  <a:pt x="1343"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0"/>
          <p:cNvSpPr/>
          <p:nvPr/>
        </p:nvSpPr>
        <p:spPr>
          <a:xfrm>
            <a:off x="3059363" y="3906121"/>
            <a:ext cx="279796" cy="139898"/>
          </a:xfrm>
          <a:custGeom>
            <a:avLst/>
            <a:gdLst/>
            <a:ahLst/>
            <a:cxnLst/>
            <a:rect l="l" t="t" r="r" b="b"/>
            <a:pathLst>
              <a:path w="8848" h="4424" extrusionOk="0">
                <a:moveTo>
                  <a:pt x="4424" y="0"/>
                </a:moveTo>
                <a:cubicBezTo>
                  <a:pt x="1982" y="0"/>
                  <a:pt x="0" y="1982"/>
                  <a:pt x="0" y="4424"/>
                </a:cubicBezTo>
                <a:lnTo>
                  <a:pt x="8847" y="4424"/>
                </a:lnTo>
                <a:cubicBezTo>
                  <a:pt x="8847" y="1982"/>
                  <a:pt x="6866" y="0"/>
                  <a:pt x="4424" y="0"/>
                </a:cubicBez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0"/>
          <p:cNvSpPr/>
          <p:nvPr/>
        </p:nvSpPr>
        <p:spPr>
          <a:xfrm>
            <a:off x="3032926" y="4032331"/>
            <a:ext cx="333238" cy="942414"/>
          </a:xfrm>
          <a:custGeom>
            <a:avLst/>
            <a:gdLst/>
            <a:ahLst/>
            <a:cxnLst/>
            <a:rect l="l" t="t" r="r" b="b"/>
            <a:pathLst>
              <a:path w="10538" h="29802" extrusionOk="0">
                <a:moveTo>
                  <a:pt x="883" y="1"/>
                </a:moveTo>
                <a:cubicBezTo>
                  <a:pt x="395" y="1"/>
                  <a:pt x="0" y="386"/>
                  <a:pt x="0" y="874"/>
                </a:cubicBezTo>
                <a:lnTo>
                  <a:pt x="0" y="29801"/>
                </a:lnTo>
                <a:lnTo>
                  <a:pt x="9712" y="29801"/>
                </a:lnTo>
                <a:cubicBezTo>
                  <a:pt x="10172" y="29773"/>
                  <a:pt x="10538" y="29388"/>
                  <a:pt x="10519" y="28918"/>
                </a:cubicBezTo>
                <a:lnTo>
                  <a:pt x="10519" y="874"/>
                </a:lnTo>
                <a:cubicBezTo>
                  <a:pt x="10519" y="386"/>
                  <a:pt x="10125" y="1"/>
                  <a:pt x="96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0"/>
          <p:cNvSpPr/>
          <p:nvPr/>
        </p:nvSpPr>
        <p:spPr>
          <a:xfrm>
            <a:off x="3116064" y="4116387"/>
            <a:ext cx="55592" cy="109920"/>
          </a:xfrm>
          <a:custGeom>
            <a:avLst/>
            <a:gdLst/>
            <a:ahLst/>
            <a:cxnLst/>
            <a:rect l="l" t="t" r="r" b="b"/>
            <a:pathLst>
              <a:path w="1758" h="3476" extrusionOk="0">
                <a:moveTo>
                  <a:pt x="884" y="1"/>
                </a:moveTo>
                <a:cubicBezTo>
                  <a:pt x="405" y="1"/>
                  <a:pt x="20" y="367"/>
                  <a:pt x="1" y="846"/>
                </a:cubicBezTo>
                <a:lnTo>
                  <a:pt x="1" y="2602"/>
                </a:lnTo>
                <a:cubicBezTo>
                  <a:pt x="1" y="3081"/>
                  <a:pt x="395" y="3476"/>
                  <a:pt x="884" y="3476"/>
                </a:cubicBezTo>
                <a:cubicBezTo>
                  <a:pt x="1363" y="3476"/>
                  <a:pt x="1757" y="3081"/>
                  <a:pt x="1757" y="2602"/>
                </a:cubicBezTo>
                <a:lnTo>
                  <a:pt x="1757" y="846"/>
                </a:lnTo>
                <a:cubicBezTo>
                  <a:pt x="1738" y="367"/>
                  <a:pt x="1353" y="1"/>
                  <a:pt x="88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0"/>
          <p:cNvSpPr/>
          <p:nvPr/>
        </p:nvSpPr>
        <p:spPr>
          <a:xfrm>
            <a:off x="5457001" y="4239675"/>
            <a:ext cx="439539" cy="719424"/>
          </a:xfrm>
          <a:custGeom>
            <a:avLst/>
            <a:gdLst/>
            <a:ahLst/>
            <a:cxnLst/>
            <a:rect l="l" t="t" r="r" b="b"/>
            <a:pathLst>
              <a:path w="13150" h="18409" extrusionOk="0">
                <a:moveTo>
                  <a:pt x="1" y="0"/>
                </a:moveTo>
                <a:lnTo>
                  <a:pt x="1" y="18408"/>
                </a:lnTo>
                <a:lnTo>
                  <a:pt x="12266" y="18408"/>
                </a:lnTo>
                <a:cubicBezTo>
                  <a:pt x="12755" y="18408"/>
                  <a:pt x="13149" y="18014"/>
                  <a:pt x="13149" y="17525"/>
                </a:cubicBezTo>
                <a:lnTo>
                  <a:pt x="13149" y="442"/>
                </a:lnTo>
                <a:lnTo>
                  <a:pt x="12745" y="0"/>
                </a:lnTo>
                <a:lnTo>
                  <a:pt x="2161" y="0"/>
                </a:lnTo>
                <a:lnTo>
                  <a:pt x="1757" y="442"/>
                </a:lnTo>
                <a:lnTo>
                  <a:pt x="1757"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5552576" y="4342425"/>
            <a:ext cx="102819" cy="68351"/>
          </a:xfrm>
          <a:custGeom>
            <a:avLst/>
            <a:gdLst/>
            <a:ahLst/>
            <a:cxnLst/>
            <a:rect l="l" t="t" r="r" b="b"/>
            <a:pathLst>
              <a:path w="2631" h="1749" extrusionOk="0">
                <a:moveTo>
                  <a:pt x="878" y="0"/>
                </a:moveTo>
                <a:cubicBezTo>
                  <a:pt x="395" y="0"/>
                  <a:pt x="1" y="388"/>
                  <a:pt x="1" y="874"/>
                </a:cubicBezTo>
                <a:cubicBezTo>
                  <a:pt x="1" y="1361"/>
                  <a:pt x="395" y="1748"/>
                  <a:pt x="878" y="1748"/>
                </a:cubicBezTo>
                <a:cubicBezTo>
                  <a:pt x="889" y="1748"/>
                  <a:pt x="901" y="1748"/>
                  <a:pt x="912" y="1748"/>
                </a:cubicBezTo>
                <a:lnTo>
                  <a:pt x="1785" y="1748"/>
                </a:lnTo>
                <a:cubicBezTo>
                  <a:pt x="2255" y="1738"/>
                  <a:pt x="2631" y="1344"/>
                  <a:pt x="2631" y="874"/>
                </a:cubicBezTo>
                <a:cubicBezTo>
                  <a:pt x="2631" y="405"/>
                  <a:pt x="2255" y="20"/>
                  <a:pt x="1785" y="1"/>
                </a:cubicBezTo>
                <a:lnTo>
                  <a:pt x="912" y="1"/>
                </a:lnTo>
                <a:cubicBezTo>
                  <a:pt x="901" y="0"/>
                  <a:pt x="889" y="0"/>
                  <a:pt x="8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5552576" y="4479323"/>
            <a:ext cx="102819" cy="68703"/>
          </a:xfrm>
          <a:custGeom>
            <a:avLst/>
            <a:gdLst/>
            <a:ahLst/>
            <a:cxnLst/>
            <a:rect l="l" t="t" r="r" b="b"/>
            <a:pathLst>
              <a:path w="2631" h="1758" extrusionOk="0">
                <a:moveTo>
                  <a:pt x="878" y="0"/>
                </a:moveTo>
                <a:cubicBezTo>
                  <a:pt x="395" y="0"/>
                  <a:pt x="1" y="388"/>
                  <a:pt x="1" y="874"/>
                </a:cubicBezTo>
                <a:cubicBezTo>
                  <a:pt x="1" y="1361"/>
                  <a:pt x="396" y="1758"/>
                  <a:pt x="879" y="1758"/>
                </a:cubicBezTo>
                <a:cubicBezTo>
                  <a:pt x="890" y="1758"/>
                  <a:pt x="901" y="1758"/>
                  <a:pt x="912" y="1757"/>
                </a:cubicBezTo>
                <a:lnTo>
                  <a:pt x="1785" y="1757"/>
                </a:lnTo>
                <a:cubicBezTo>
                  <a:pt x="2255" y="1738"/>
                  <a:pt x="2631" y="1353"/>
                  <a:pt x="2631" y="874"/>
                </a:cubicBezTo>
                <a:cubicBezTo>
                  <a:pt x="2631" y="405"/>
                  <a:pt x="2255" y="20"/>
                  <a:pt x="1785" y="1"/>
                </a:cubicBezTo>
                <a:lnTo>
                  <a:pt x="912" y="1"/>
                </a:lnTo>
                <a:cubicBezTo>
                  <a:pt x="901" y="1"/>
                  <a:pt x="889" y="0"/>
                  <a:pt x="8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5553709" y="4616259"/>
            <a:ext cx="102780" cy="68664"/>
          </a:xfrm>
          <a:custGeom>
            <a:avLst/>
            <a:gdLst/>
            <a:ahLst/>
            <a:cxnLst/>
            <a:rect l="l" t="t" r="r" b="b"/>
            <a:pathLst>
              <a:path w="2630" h="1757" extrusionOk="0">
                <a:moveTo>
                  <a:pt x="883" y="0"/>
                </a:moveTo>
                <a:cubicBezTo>
                  <a:pt x="395" y="0"/>
                  <a:pt x="0" y="395"/>
                  <a:pt x="0" y="883"/>
                </a:cubicBezTo>
                <a:cubicBezTo>
                  <a:pt x="0" y="1362"/>
                  <a:pt x="395" y="1756"/>
                  <a:pt x="883" y="1756"/>
                </a:cubicBezTo>
                <a:lnTo>
                  <a:pt x="1756" y="1756"/>
                </a:lnTo>
                <a:cubicBezTo>
                  <a:pt x="2245" y="1756"/>
                  <a:pt x="2630" y="1362"/>
                  <a:pt x="2630" y="883"/>
                </a:cubicBezTo>
                <a:cubicBezTo>
                  <a:pt x="2630" y="395"/>
                  <a:pt x="2245" y="0"/>
                  <a:pt x="175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5552576" y="4753508"/>
            <a:ext cx="102819" cy="68351"/>
          </a:xfrm>
          <a:custGeom>
            <a:avLst/>
            <a:gdLst/>
            <a:ahLst/>
            <a:cxnLst/>
            <a:rect l="l" t="t" r="r" b="b"/>
            <a:pathLst>
              <a:path w="2631" h="1749" extrusionOk="0">
                <a:moveTo>
                  <a:pt x="878" y="0"/>
                </a:moveTo>
                <a:cubicBezTo>
                  <a:pt x="395" y="0"/>
                  <a:pt x="1" y="388"/>
                  <a:pt x="1" y="874"/>
                </a:cubicBezTo>
                <a:cubicBezTo>
                  <a:pt x="1" y="1361"/>
                  <a:pt x="395" y="1748"/>
                  <a:pt x="878" y="1748"/>
                </a:cubicBezTo>
                <a:cubicBezTo>
                  <a:pt x="889" y="1748"/>
                  <a:pt x="901" y="1748"/>
                  <a:pt x="912" y="1748"/>
                </a:cubicBezTo>
                <a:lnTo>
                  <a:pt x="1785" y="1748"/>
                </a:lnTo>
                <a:cubicBezTo>
                  <a:pt x="2255" y="1729"/>
                  <a:pt x="2631" y="1344"/>
                  <a:pt x="2631" y="874"/>
                </a:cubicBezTo>
                <a:cubicBezTo>
                  <a:pt x="2631" y="405"/>
                  <a:pt x="2255" y="10"/>
                  <a:pt x="1785" y="1"/>
                </a:cubicBezTo>
                <a:lnTo>
                  <a:pt x="912" y="1"/>
                </a:lnTo>
                <a:cubicBezTo>
                  <a:pt x="901" y="0"/>
                  <a:pt x="889" y="0"/>
                  <a:pt x="8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0"/>
          <p:cNvSpPr/>
          <p:nvPr/>
        </p:nvSpPr>
        <p:spPr>
          <a:xfrm>
            <a:off x="5725114" y="4342699"/>
            <a:ext cx="70852" cy="68038"/>
          </a:xfrm>
          <a:custGeom>
            <a:avLst/>
            <a:gdLst/>
            <a:ahLst/>
            <a:cxnLst/>
            <a:rect l="l" t="t" r="r" b="b"/>
            <a:pathLst>
              <a:path w="1813" h="1741" extrusionOk="0">
                <a:moveTo>
                  <a:pt x="875" y="1"/>
                </a:moveTo>
                <a:cubicBezTo>
                  <a:pt x="651" y="1"/>
                  <a:pt x="428" y="83"/>
                  <a:pt x="254" y="247"/>
                </a:cubicBezTo>
                <a:cubicBezTo>
                  <a:pt x="169" y="332"/>
                  <a:pt x="113" y="426"/>
                  <a:pt x="66" y="539"/>
                </a:cubicBezTo>
                <a:cubicBezTo>
                  <a:pt x="28" y="642"/>
                  <a:pt x="0" y="755"/>
                  <a:pt x="0" y="867"/>
                </a:cubicBezTo>
                <a:cubicBezTo>
                  <a:pt x="0" y="1102"/>
                  <a:pt x="94" y="1327"/>
                  <a:pt x="254" y="1487"/>
                </a:cubicBezTo>
                <a:cubicBezTo>
                  <a:pt x="338" y="1572"/>
                  <a:pt x="432" y="1628"/>
                  <a:pt x="545" y="1675"/>
                </a:cubicBezTo>
                <a:cubicBezTo>
                  <a:pt x="648" y="1722"/>
                  <a:pt x="761" y="1741"/>
                  <a:pt x="874" y="1741"/>
                </a:cubicBezTo>
                <a:cubicBezTo>
                  <a:pt x="1108" y="1741"/>
                  <a:pt x="1334" y="1647"/>
                  <a:pt x="1503" y="1487"/>
                </a:cubicBezTo>
                <a:cubicBezTo>
                  <a:pt x="1578" y="1403"/>
                  <a:pt x="1634" y="1309"/>
                  <a:pt x="1681" y="1205"/>
                </a:cubicBezTo>
                <a:cubicBezTo>
                  <a:pt x="1813" y="877"/>
                  <a:pt x="1738" y="501"/>
                  <a:pt x="1503" y="247"/>
                </a:cubicBezTo>
                <a:cubicBezTo>
                  <a:pt x="1324" y="83"/>
                  <a:pt x="1099" y="1"/>
                  <a:pt x="87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a:off x="5725114" y="4479245"/>
            <a:ext cx="68664" cy="68781"/>
          </a:xfrm>
          <a:custGeom>
            <a:avLst/>
            <a:gdLst/>
            <a:ahLst/>
            <a:cxnLst/>
            <a:rect l="l" t="t" r="r" b="b"/>
            <a:pathLst>
              <a:path w="1757" h="1760" extrusionOk="0">
                <a:moveTo>
                  <a:pt x="863" y="1"/>
                </a:moveTo>
                <a:cubicBezTo>
                  <a:pt x="516" y="1"/>
                  <a:pt x="193" y="213"/>
                  <a:pt x="66" y="548"/>
                </a:cubicBezTo>
                <a:cubicBezTo>
                  <a:pt x="28" y="651"/>
                  <a:pt x="0" y="764"/>
                  <a:pt x="0" y="876"/>
                </a:cubicBezTo>
                <a:cubicBezTo>
                  <a:pt x="0" y="942"/>
                  <a:pt x="10" y="999"/>
                  <a:pt x="19" y="1055"/>
                </a:cubicBezTo>
                <a:cubicBezTo>
                  <a:pt x="28" y="1111"/>
                  <a:pt x="47" y="1168"/>
                  <a:pt x="66" y="1215"/>
                </a:cubicBezTo>
                <a:cubicBezTo>
                  <a:pt x="85" y="1271"/>
                  <a:pt x="113" y="1318"/>
                  <a:pt x="150" y="1374"/>
                </a:cubicBezTo>
                <a:lnTo>
                  <a:pt x="254" y="1506"/>
                </a:lnTo>
                <a:cubicBezTo>
                  <a:pt x="423" y="1665"/>
                  <a:pt x="648" y="1750"/>
                  <a:pt x="874" y="1759"/>
                </a:cubicBezTo>
                <a:cubicBezTo>
                  <a:pt x="930" y="1759"/>
                  <a:pt x="996" y="1750"/>
                  <a:pt x="1052" y="1740"/>
                </a:cubicBezTo>
                <a:cubicBezTo>
                  <a:pt x="1108" y="1731"/>
                  <a:pt x="1155" y="1712"/>
                  <a:pt x="1212" y="1684"/>
                </a:cubicBezTo>
                <a:cubicBezTo>
                  <a:pt x="1268" y="1665"/>
                  <a:pt x="1315" y="1637"/>
                  <a:pt x="1371" y="1609"/>
                </a:cubicBezTo>
                <a:lnTo>
                  <a:pt x="1503" y="1506"/>
                </a:lnTo>
                <a:lnTo>
                  <a:pt x="1606" y="1374"/>
                </a:lnTo>
                <a:cubicBezTo>
                  <a:pt x="1634" y="1318"/>
                  <a:pt x="1663" y="1271"/>
                  <a:pt x="1681" y="1215"/>
                </a:cubicBezTo>
                <a:cubicBezTo>
                  <a:pt x="1710" y="1168"/>
                  <a:pt x="1728" y="1111"/>
                  <a:pt x="1738" y="1055"/>
                </a:cubicBezTo>
                <a:cubicBezTo>
                  <a:pt x="1747" y="999"/>
                  <a:pt x="1747" y="942"/>
                  <a:pt x="1756" y="876"/>
                </a:cubicBezTo>
                <a:cubicBezTo>
                  <a:pt x="1747" y="651"/>
                  <a:pt x="1663" y="426"/>
                  <a:pt x="1503" y="257"/>
                </a:cubicBezTo>
                <a:cubicBezTo>
                  <a:pt x="1456" y="219"/>
                  <a:pt x="1409" y="181"/>
                  <a:pt x="1371" y="153"/>
                </a:cubicBezTo>
                <a:cubicBezTo>
                  <a:pt x="1315" y="116"/>
                  <a:pt x="1268" y="97"/>
                  <a:pt x="1212" y="78"/>
                </a:cubicBezTo>
                <a:cubicBezTo>
                  <a:pt x="1155" y="50"/>
                  <a:pt x="1108" y="31"/>
                  <a:pt x="1052" y="22"/>
                </a:cubicBezTo>
                <a:cubicBezTo>
                  <a:pt x="989" y="7"/>
                  <a:pt x="926" y="1"/>
                  <a:pt x="86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0"/>
          <p:cNvSpPr/>
          <p:nvPr/>
        </p:nvSpPr>
        <p:spPr>
          <a:xfrm>
            <a:off x="5713351" y="4616298"/>
            <a:ext cx="92072" cy="68624"/>
          </a:xfrm>
          <a:custGeom>
            <a:avLst/>
            <a:gdLst/>
            <a:ahLst/>
            <a:cxnLst/>
            <a:rect l="l" t="t" r="r" b="b"/>
            <a:pathLst>
              <a:path w="2356" h="1756" extrusionOk="0">
                <a:moveTo>
                  <a:pt x="1176" y="1"/>
                </a:moveTo>
                <a:cubicBezTo>
                  <a:pt x="944" y="1"/>
                  <a:pt x="720" y="88"/>
                  <a:pt x="555" y="253"/>
                </a:cubicBezTo>
                <a:cubicBezTo>
                  <a:pt x="1" y="807"/>
                  <a:pt x="395" y="1755"/>
                  <a:pt x="1175" y="1755"/>
                </a:cubicBezTo>
                <a:cubicBezTo>
                  <a:pt x="1178" y="1755"/>
                  <a:pt x="1182" y="1756"/>
                  <a:pt x="1186" y="1756"/>
                </a:cubicBezTo>
                <a:cubicBezTo>
                  <a:pt x="1967" y="1756"/>
                  <a:pt x="2355" y="804"/>
                  <a:pt x="1804" y="262"/>
                </a:cubicBezTo>
                <a:cubicBezTo>
                  <a:pt x="1757" y="225"/>
                  <a:pt x="1710" y="187"/>
                  <a:pt x="1672" y="149"/>
                </a:cubicBezTo>
                <a:cubicBezTo>
                  <a:pt x="1616" y="121"/>
                  <a:pt x="1569" y="93"/>
                  <a:pt x="1513" y="74"/>
                </a:cubicBezTo>
                <a:cubicBezTo>
                  <a:pt x="1456" y="46"/>
                  <a:pt x="1409" y="27"/>
                  <a:pt x="1353" y="18"/>
                </a:cubicBezTo>
                <a:cubicBezTo>
                  <a:pt x="1294" y="7"/>
                  <a:pt x="1235" y="1"/>
                  <a:pt x="117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0"/>
          <p:cNvSpPr/>
          <p:nvPr/>
        </p:nvSpPr>
        <p:spPr>
          <a:xfrm>
            <a:off x="5712609" y="4753742"/>
            <a:ext cx="93831" cy="68077"/>
          </a:xfrm>
          <a:custGeom>
            <a:avLst/>
            <a:gdLst/>
            <a:ahLst/>
            <a:cxnLst/>
            <a:rect l="l" t="t" r="r" b="b"/>
            <a:pathLst>
              <a:path w="2401" h="1742" extrusionOk="0">
                <a:moveTo>
                  <a:pt x="1214" y="1"/>
                </a:moveTo>
                <a:cubicBezTo>
                  <a:pt x="1105" y="1"/>
                  <a:pt x="991" y="22"/>
                  <a:pt x="874" y="70"/>
                </a:cubicBezTo>
                <a:cubicBezTo>
                  <a:pt x="1" y="436"/>
                  <a:pt x="245" y="1732"/>
                  <a:pt x="1194" y="1742"/>
                </a:cubicBezTo>
                <a:cubicBezTo>
                  <a:pt x="1428" y="1742"/>
                  <a:pt x="1654" y="1648"/>
                  <a:pt x="1823" y="1488"/>
                </a:cubicBezTo>
                <a:cubicBezTo>
                  <a:pt x="2401" y="910"/>
                  <a:pt x="1921" y="1"/>
                  <a:pt x="121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5451281" y="4120021"/>
            <a:ext cx="445278" cy="136936"/>
          </a:xfrm>
          <a:custGeom>
            <a:avLst/>
            <a:gdLst/>
            <a:ahLst/>
            <a:cxnLst/>
            <a:rect l="l" t="t" r="r" b="b"/>
            <a:pathLst>
              <a:path w="11394" h="3504" extrusionOk="0">
                <a:moveTo>
                  <a:pt x="3927" y="0"/>
                </a:moveTo>
                <a:cubicBezTo>
                  <a:pt x="3495" y="0"/>
                  <a:pt x="3081" y="179"/>
                  <a:pt x="2781" y="498"/>
                </a:cubicBezTo>
                <a:lnTo>
                  <a:pt x="405" y="3062"/>
                </a:lnTo>
                <a:lnTo>
                  <a:pt x="1" y="3504"/>
                </a:lnTo>
                <a:lnTo>
                  <a:pt x="11393" y="3504"/>
                </a:lnTo>
                <a:lnTo>
                  <a:pt x="10989" y="3062"/>
                </a:lnTo>
                <a:lnTo>
                  <a:pt x="8613" y="517"/>
                </a:lnTo>
                <a:cubicBezTo>
                  <a:pt x="8322" y="188"/>
                  <a:pt x="7899" y="0"/>
                  <a:pt x="7458" y="0"/>
                </a:cubicBezTo>
                <a:close/>
              </a:path>
            </a:pathLst>
          </a:custGeom>
          <a:solidFill>
            <a:srgbClr val="9AD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3226874" y="4116387"/>
            <a:ext cx="55561" cy="109920"/>
          </a:xfrm>
          <a:custGeom>
            <a:avLst/>
            <a:gdLst/>
            <a:ahLst/>
            <a:cxnLst/>
            <a:rect l="l" t="t" r="r" b="b"/>
            <a:pathLst>
              <a:path w="1757" h="3476" extrusionOk="0">
                <a:moveTo>
                  <a:pt x="883" y="1"/>
                </a:moveTo>
                <a:cubicBezTo>
                  <a:pt x="413" y="1"/>
                  <a:pt x="19" y="367"/>
                  <a:pt x="10" y="846"/>
                </a:cubicBezTo>
                <a:lnTo>
                  <a:pt x="10" y="2602"/>
                </a:lnTo>
                <a:cubicBezTo>
                  <a:pt x="0" y="3081"/>
                  <a:pt x="395" y="3476"/>
                  <a:pt x="883" y="3476"/>
                </a:cubicBezTo>
                <a:cubicBezTo>
                  <a:pt x="1362" y="3476"/>
                  <a:pt x="1756" y="3081"/>
                  <a:pt x="1756" y="2602"/>
                </a:cubicBezTo>
                <a:lnTo>
                  <a:pt x="1756" y="846"/>
                </a:lnTo>
                <a:cubicBezTo>
                  <a:pt x="1738" y="367"/>
                  <a:pt x="1353" y="1"/>
                  <a:pt x="88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3115495" y="4280639"/>
            <a:ext cx="56762" cy="112007"/>
          </a:xfrm>
          <a:custGeom>
            <a:avLst/>
            <a:gdLst/>
            <a:ahLst/>
            <a:cxnLst/>
            <a:rect l="l" t="t" r="r" b="b"/>
            <a:pathLst>
              <a:path w="1795" h="3542" extrusionOk="0">
                <a:moveTo>
                  <a:pt x="902" y="0"/>
                </a:moveTo>
                <a:cubicBezTo>
                  <a:pt x="404" y="0"/>
                  <a:pt x="0" y="414"/>
                  <a:pt x="19" y="911"/>
                </a:cubicBezTo>
                <a:lnTo>
                  <a:pt x="19" y="2668"/>
                </a:lnTo>
                <a:cubicBezTo>
                  <a:pt x="19" y="3147"/>
                  <a:pt x="413" y="3541"/>
                  <a:pt x="902" y="3541"/>
                </a:cubicBezTo>
                <a:cubicBezTo>
                  <a:pt x="1381" y="3541"/>
                  <a:pt x="1775" y="3147"/>
                  <a:pt x="1775" y="2668"/>
                </a:cubicBezTo>
                <a:lnTo>
                  <a:pt x="1775" y="911"/>
                </a:lnTo>
                <a:cubicBezTo>
                  <a:pt x="1794" y="414"/>
                  <a:pt x="1390" y="0"/>
                  <a:pt x="902"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3226557" y="4280639"/>
            <a:ext cx="56478" cy="112007"/>
          </a:xfrm>
          <a:custGeom>
            <a:avLst/>
            <a:gdLst/>
            <a:ahLst/>
            <a:cxnLst/>
            <a:rect l="l" t="t" r="r" b="b"/>
            <a:pathLst>
              <a:path w="1786" h="3542" extrusionOk="0">
                <a:moveTo>
                  <a:pt x="893" y="0"/>
                </a:moveTo>
                <a:cubicBezTo>
                  <a:pt x="395" y="0"/>
                  <a:pt x="1" y="414"/>
                  <a:pt x="20" y="911"/>
                </a:cubicBezTo>
                <a:lnTo>
                  <a:pt x="20" y="2668"/>
                </a:lnTo>
                <a:cubicBezTo>
                  <a:pt x="10" y="3147"/>
                  <a:pt x="405" y="3541"/>
                  <a:pt x="893" y="3541"/>
                </a:cubicBezTo>
                <a:cubicBezTo>
                  <a:pt x="1372" y="3541"/>
                  <a:pt x="1766" y="3147"/>
                  <a:pt x="1766" y="2668"/>
                </a:cubicBezTo>
                <a:lnTo>
                  <a:pt x="1766" y="911"/>
                </a:lnTo>
                <a:cubicBezTo>
                  <a:pt x="1785" y="414"/>
                  <a:pt x="1391" y="0"/>
                  <a:pt x="89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3116064" y="4449035"/>
            <a:ext cx="55592" cy="109920"/>
          </a:xfrm>
          <a:custGeom>
            <a:avLst/>
            <a:gdLst/>
            <a:ahLst/>
            <a:cxnLst/>
            <a:rect l="l" t="t" r="r" b="b"/>
            <a:pathLst>
              <a:path w="1758" h="3476" extrusionOk="0">
                <a:moveTo>
                  <a:pt x="884" y="1"/>
                </a:moveTo>
                <a:cubicBezTo>
                  <a:pt x="405" y="1"/>
                  <a:pt x="20" y="376"/>
                  <a:pt x="1" y="846"/>
                </a:cubicBezTo>
                <a:lnTo>
                  <a:pt x="1" y="2593"/>
                </a:lnTo>
                <a:cubicBezTo>
                  <a:pt x="1" y="3081"/>
                  <a:pt x="395" y="3466"/>
                  <a:pt x="884" y="3476"/>
                </a:cubicBezTo>
                <a:cubicBezTo>
                  <a:pt x="1363" y="3476"/>
                  <a:pt x="1757" y="3081"/>
                  <a:pt x="1757" y="2593"/>
                </a:cubicBezTo>
                <a:lnTo>
                  <a:pt x="1757" y="846"/>
                </a:lnTo>
                <a:cubicBezTo>
                  <a:pt x="1738" y="376"/>
                  <a:pt x="1353" y="1"/>
                  <a:pt x="88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3227158" y="4449035"/>
            <a:ext cx="55276" cy="109920"/>
          </a:xfrm>
          <a:custGeom>
            <a:avLst/>
            <a:gdLst/>
            <a:ahLst/>
            <a:cxnLst/>
            <a:rect l="l" t="t" r="r" b="b"/>
            <a:pathLst>
              <a:path w="1748" h="3476" extrusionOk="0">
                <a:moveTo>
                  <a:pt x="874" y="1"/>
                </a:moveTo>
                <a:cubicBezTo>
                  <a:pt x="404" y="1"/>
                  <a:pt x="10" y="376"/>
                  <a:pt x="1" y="846"/>
                </a:cubicBezTo>
                <a:lnTo>
                  <a:pt x="1" y="2593"/>
                </a:lnTo>
                <a:cubicBezTo>
                  <a:pt x="1" y="3081"/>
                  <a:pt x="386" y="3476"/>
                  <a:pt x="874" y="3476"/>
                </a:cubicBezTo>
                <a:cubicBezTo>
                  <a:pt x="1353" y="3466"/>
                  <a:pt x="1747" y="3081"/>
                  <a:pt x="1747" y="2593"/>
                </a:cubicBezTo>
                <a:lnTo>
                  <a:pt x="1747" y="846"/>
                </a:lnTo>
                <a:cubicBezTo>
                  <a:pt x="1729" y="376"/>
                  <a:pt x="1344" y="1"/>
                  <a:pt x="87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3116064" y="4615375"/>
            <a:ext cx="55592" cy="109888"/>
          </a:xfrm>
          <a:custGeom>
            <a:avLst/>
            <a:gdLst/>
            <a:ahLst/>
            <a:cxnLst/>
            <a:rect l="l" t="t" r="r" b="b"/>
            <a:pathLst>
              <a:path w="1758" h="3475" extrusionOk="0">
                <a:moveTo>
                  <a:pt x="884" y="0"/>
                </a:moveTo>
                <a:cubicBezTo>
                  <a:pt x="405" y="0"/>
                  <a:pt x="20" y="366"/>
                  <a:pt x="1" y="845"/>
                </a:cubicBezTo>
                <a:lnTo>
                  <a:pt x="1" y="2592"/>
                </a:lnTo>
                <a:cubicBezTo>
                  <a:pt x="1" y="3081"/>
                  <a:pt x="395" y="3475"/>
                  <a:pt x="884" y="3475"/>
                </a:cubicBezTo>
                <a:cubicBezTo>
                  <a:pt x="1363" y="3475"/>
                  <a:pt x="1757" y="3081"/>
                  <a:pt x="1757" y="2592"/>
                </a:cubicBezTo>
                <a:lnTo>
                  <a:pt x="1757" y="845"/>
                </a:lnTo>
                <a:cubicBezTo>
                  <a:pt x="1738" y="366"/>
                  <a:pt x="1353" y="0"/>
                  <a:pt x="88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3226874" y="4615375"/>
            <a:ext cx="55561" cy="109888"/>
          </a:xfrm>
          <a:custGeom>
            <a:avLst/>
            <a:gdLst/>
            <a:ahLst/>
            <a:cxnLst/>
            <a:rect l="l" t="t" r="r" b="b"/>
            <a:pathLst>
              <a:path w="1757" h="3475" extrusionOk="0">
                <a:moveTo>
                  <a:pt x="883" y="0"/>
                </a:moveTo>
                <a:cubicBezTo>
                  <a:pt x="413" y="0"/>
                  <a:pt x="19" y="366"/>
                  <a:pt x="10" y="845"/>
                </a:cubicBezTo>
                <a:lnTo>
                  <a:pt x="10" y="2592"/>
                </a:lnTo>
                <a:cubicBezTo>
                  <a:pt x="0" y="3081"/>
                  <a:pt x="395" y="3475"/>
                  <a:pt x="883" y="3475"/>
                </a:cubicBezTo>
                <a:cubicBezTo>
                  <a:pt x="1362" y="3475"/>
                  <a:pt x="1756" y="3081"/>
                  <a:pt x="1756" y="2592"/>
                </a:cubicBezTo>
                <a:lnTo>
                  <a:pt x="1756" y="845"/>
                </a:lnTo>
                <a:cubicBezTo>
                  <a:pt x="1738" y="366"/>
                  <a:pt x="1353" y="0"/>
                  <a:pt x="88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3115495" y="4779596"/>
            <a:ext cx="56762" cy="112007"/>
          </a:xfrm>
          <a:custGeom>
            <a:avLst/>
            <a:gdLst/>
            <a:ahLst/>
            <a:cxnLst/>
            <a:rect l="l" t="t" r="r" b="b"/>
            <a:pathLst>
              <a:path w="1795" h="3542" extrusionOk="0">
                <a:moveTo>
                  <a:pt x="902" y="1"/>
                </a:moveTo>
                <a:cubicBezTo>
                  <a:pt x="404" y="1"/>
                  <a:pt x="0" y="414"/>
                  <a:pt x="19" y="912"/>
                </a:cubicBezTo>
                <a:lnTo>
                  <a:pt x="19" y="2659"/>
                </a:lnTo>
                <a:cubicBezTo>
                  <a:pt x="19" y="3147"/>
                  <a:pt x="413" y="3541"/>
                  <a:pt x="902" y="3541"/>
                </a:cubicBezTo>
                <a:cubicBezTo>
                  <a:pt x="1381" y="3541"/>
                  <a:pt x="1775" y="3147"/>
                  <a:pt x="1775" y="2659"/>
                </a:cubicBezTo>
                <a:lnTo>
                  <a:pt x="1775" y="912"/>
                </a:lnTo>
                <a:cubicBezTo>
                  <a:pt x="1794" y="414"/>
                  <a:pt x="1390" y="1"/>
                  <a:pt x="90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3226557" y="4779596"/>
            <a:ext cx="56478" cy="112007"/>
          </a:xfrm>
          <a:custGeom>
            <a:avLst/>
            <a:gdLst/>
            <a:ahLst/>
            <a:cxnLst/>
            <a:rect l="l" t="t" r="r" b="b"/>
            <a:pathLst>
              <a:path w="1786" h="3542" extrusionOk="0">
                <a:moveTo>
                  <a:pt x="893" y="1"/>
                </a:moveTo>
                <a:cubicBezTo>
                  <a:pt x="395" y="1"/>
                  <a:pt x="1" y="414"/>
                  <a:pt x="20" y="912"/>
                </a:cubicBezTo>
                <a:lnTo>
                  <a:pt x="20" y="2659"/>
                </a:lnTo>
                <a:cubicBezTo>
                  <a:pt x="10" y="3147"/>
                  <a:pt x="405" y="3541"/>
                  <a:pt x="893" y="3541"/>
                </a:cubicBezTo>
                <a:cubicBezTo>
                  <a:pt x="1372" y="3541"/>
                  <a:pt x="1766" y="3147"/>
                  <a:pt x="1766" y="2659"/>
                </a:cubicBezTo>
                <a:lnTo>
                  <a:pt x="1766" y="912"/>
                </a:lnTo>
                <a:cubicBezTo>
                  <a:pt x="1785" y="414"/>
                  <a:pt x="1391" y="1"/>
                  <a:pt x="89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3985947" y="3965787"/>
            <a:ext cx="59810" cy="59810"/>
          </a:xfrm>
          <a:custGeom>
            <a:avLst/>
            <a:gdLst/>
            <a:ahLst/>
            <a:cxnLst/>
            <a:rect l="l" t="t" r="r" b="b"/>
            <a:pathLst>
              <a:path w="3684" h="3684" extrusionOk="0">
                <a:moveTo>
                  <a:pt x="1843" y="0"/>
                </a:moveTo>
                <a:cubicBezTo>
                  <a:pt x="823" y="0"/>
                  <a:pt x="1" y="821"/>
                  <a:pt x="1" y="1841"/>
                </a:cubicBezTo>
                <a:lnTo>
                  <a:pt x="1" y="1842"/>
                </a:lnTo>
                <a:cubicBezTo>
                  <a:pt x="1" y="2862"/>
                  <a:pt x="823" y="3683"/>
                  <a:pt x="1843" y="3683"/>
                </a:cubicBezTo>
                <a:cubicBezTo>
                  <a:pt x="2863" y="3683"/>
                  <a:pt x="3684" y="2862"/>
                  <a:pt x="3684" y="1842"/>
                </a:cubicBezTo>
                <a:lnTo>
                  <a:pt x="3684" y="1841"/>
                </a:ln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4093390" y="3965787"/>
            <a:ext cx="59794" cy="59810"/>
          </a:xfrm>
          <a:custGeom>
            <a:avLst/>
            <a:gdLst/>
            <a:ahLst/>
            <a:cxnLst/>
            <a:rect l="l" t="t" r="r" b="b"/>
            <a:pathLst>
              <a:path w="3683" h="3684" extrusionOk="0">
                <a:moveTo>
                  <a:pt x="1841" y="0"/>
                </a:moveTo>
                <a:cubicBezTo>
                  <a:pt x="821" y="0"/>
                  <a:pt x="0" y="821"/>
                  <a:pt x="0" y="1841"/>
                </a:cubicBezTo>
                <a:lnTo>
                  <a:pt x="0" y="1842"/>
                </a:lnTo>
                <a:cubicBezTo>
                  <a:pt x="0" y="2862"/>
                  <a:pt x="821" y="3683"/>
                  <a:pt x="1841" y="3683"/>
                </a:cubicBezTo>
                <a:lnTo>
                  <a:pt x="1842" y="3683"/>
                </a:lnTo>
                <a:cubicBezTo>
                  <a:pt x="2862" y="3683"/>
                  <a:pt x="3683" y="2862"/>
                  <a:pt x="3683" y="1842"/>
                </a:cubicBezTo>
                <a:lnTo>
                  <a:pt x="3683" y="1841"/>
                </a:lnTo>
                <a:cubicBezTo>
                  <a:pt x="3683" y="821"/>
                  <a:pt x="2862" y="0"/>
                  <a:pt x="1842"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3878552" y="4064058"/>
            <a:ext cx="59810" cy="59810"/>
          </a:xfrm>
          <a:custGeom>
            <a:avLst/>
            <a:gdLst/>
            <a:ahLst/>
            <a:cxnLst/>
            <a:rect l="l" t="t" r="r" b="b"/>
            <a:pathLst>
              <a:path w="3684" h="3684" extrusionOk="0">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3985947" y="4064058"/>
            <a:ext cx="59810" cy="59810"/>
          </a:xfrm>
          <a:custGeom>
            <a:avLst/>
            <a:gdLst/>
            <a:ahLst/>
            <a:cxnLst/>
            <a:rect l="l" t="t" r="r" b="b"/>
            <a:pathLst>
              <a:path w="3684" h="3684" extrusionOk="0">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4093390" y="4064058"/>
            <a:ext cx="59794" cy="59810"/>
          </a:xfrm>
          <a:custGeom>
            <a:avLst/>
            <a:gdLst/>
            <a:ahLst/>
            <a:cxnLst/>
            <a:rect l="l" t="t" r="r" b="b"/>
            <a:pathLst>
              <a:path w="3683" h="3684" extrusionOk="0">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3878552" y="4162312"/>
            <a:ext cx="59810" cy="59842"/>
          </a:xfrm>
          <a:custGeom>
            <a:avLst/>
            <a:gdLst/>
            <a:ahLst/>
            <a:cxnLst/>
            <a:rect l="l" t="t" r="r" b="b"/>
            <a:pathLst>
              <a:path w="3684" h="3686" extrusionOk="0">
                <a:moveTo>
                  <a:pt x="1841" y="0"/>
                </a:moveTo>
                <a:cubicBezTo>
                  <a:pt x="821" y="0"/>
                  <a:pt x="1" y="823"/>
                  <a:pt x="1" y="1843"/>
                </a:cubicBezTo>
                <a:cubicBezTo>
                  <a:pt x="1" y="2863"/>
                  <a:pt x="821" y="3685"/>
                  <a:pt x="1841" y="3685"/>
                </a:cubicBezTo>
                <a:lnTo>
                  <a:pt x="1843" y="3685"/>
                </a:lnTo>
                <a:cubicBezTo>
                  <a:pt x="2863" y="3685"/>
                  <a:pt x="3683" y="2863"/>
                  <a:pt x="3683" y="1843"/>
                </a:cubicBezTo>
                <a:cubicBezTo>
                  <a:pt x="3683"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3985947" y="4162312"/>
            <a:ext cx="59810" cy="59842"/>
          </a:xfrm>
          <a:custGeom>
            <a:avLst/>
            <a:gdLst/>
            <a:ahLst/>
            <a:cxnLst/>
            <a:rect l="l" t="t" r="r" b="b"/>
            <a:pathLst>
              <a:path w="3684" h="3686" extrusionOk="0">
                <a:moveTo>
                  <a:pt x="1843" y="0"/>
                </a:moveTo>
                <a:cubicBezTo>
                  <a:pt x="823" y="0"/>
                  <a:pt x="1" y="823"/>
                  <a:pt x="1" y="1843"/>
                </a:cubicBezTo>
                <a:cubicBezTo>
                  <a:pt x="1" y="2863"/>
                  <a:pt x="823" y="3685"/>
                  <a:pt x="1843" y="3685"/>
                </a:cubicBezTo>
                <a:cubicBezTo>
                  <a:pt x="2863" y="3685"/>
                  <a:pt x="3684" y="2863"/>
                  <a:pt x="3684" y="1843"/>
                </a:cubicBezTo>
                <a:cubicBezTo>
                  <a:pt x="3684"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4093390" y="4162312"/>
            <a:ext cx="59794" cy="59842"/>
          </a:xfrm>
          <a:custGeom>
            <a:avLst/>
            <a:gdLst/>
            <a:ahLst/>
            <a:cxnLst/>
            <a:rect l="l" t="t" r="r" b="b"/>
            <a:pathLst>
              <a:path w="3683" h="3686" extrusionOk="0">
                <a:moveTo>
                  <a:pt x="1841" y="0"/>
                </a:moveTo>
                <a:cubicBezTo>
                  <a:pt x="821" y="0"/>
                  <a:pt x="0" y="823"/>
                  <a:pt x="0" y="1843"/>
                </a:cubicBezTo>
                <a:cubicBezTo>
                  <a:pt x="0" y="2863"/>
                  <a:pt x="821" y="3685"/>
                  <a:pt x="1841" y="3685"/>
                </a:cubicBezTo>
                <a:lnTo>
                  <a:pt x="1842" y="3685"/>
                </a:lnTo>
                <a:cubicBezTo>
                  <a:pt x="2862" y="3685"/>
                  <a:pt x="3683" y="2863"/>
                  <a:pt x="3683" y="1843"/>
                </a:cubicBezTo>
                <a:cubicBezTo>
                  <a:pt x="3683" y="823"/>
                  <a:pt x="2862" y="0"/>
                  <a:pt x="1842"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3878552" y="4260583"/>
            <a:ext cx="59810" cy="59810"/>
          </a:xfrm>
          <a:custGeom>
            <a:avLst/>
            <a:gdLst/>
            <a:ahLst/>
            <a:cxnLst/>
            <a:rect l="l" t="t" r="r" b="b"/>
            <a:pathLst>
              <a:path w="3684" h="3684" extrusionOk="0">
                <a:moveTo>
                  <a:pt x="1841" y="1"/>
                </a:moveTo>
                <a:cubicBezTo>
                  <a:pt x="821" y="1"/>
                  <a:pt x="1" y="822"/>
                  <a:pt x="1" y="1841"/>
                </a:cubicBezTo>
                <a:lnTo>
                  <a:pt x="1" y="1843"/>
                </a:lnTo>
                <a:cubicBezTo>
                  <a:pt x="1" y="2863"/>
                  <a:pt x="821" y="3684"/>
                  <a:pt x="1841" y="3684"/>
                </a:cubicBezTo>
                <a:lnTo>
                  <a:pt x="1843" y="3684"/>
                </a:lnTo>
                <a:cubicBezTo>
                  <a:pt x="2863" y="3684"/>
                  <a:pt x="3683" y="2863"/>
                  <a:pt x="3683" y="1843"/>
                </a:cubicBezTo>
                <a:lnTo>
                  <a:pt x="3683" y="1841"/>
                </a:lnTo>
                <a:cubicBezTo>
                  <a:pt x="3683"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3985947" y="4260583"/>
            <a:ext cx="59810" cy="59810"/>
          </a:xfrm>
          <a:custGeom>
            <a:avLst/>
            <a:gdLst/>
            <a:ahLst/>
            <a:cxnLst/>
            <a:rect l="l" t="t" r="r" b="b"/>
            <a:pathLst>
              <a:path w="3684" h="3684" extrusionOk="0">
                <a:moveTo>
                  <a:pt x="1843" y="1"/>
                </a:moveTo>
                <a:cubicBezTo>
                  <a:pt x="823" y="1"/>
                  <a:pt x="1" y="822"/>
                  <a:pt x="1" y="1841"/>
                </a:cubicBezTo>
                <a:lnTo>
                  <a:pt x="1" y="1843"/>
                </a:lnTo>
                <a:cubicBezTo>
                  <a:pt x="1" y="2863"/>
                  <a:pt x="823" y="3684"/>
                  <a:pt x="1843" y="3684"/>
                </a:cubicBezTo>
                <a:cubicBezTo>
                  <a:pt x="2863" y="3684"/>
                  <a:pt x="3684" y="2863"/>
                  <a:pt x="3684" y="1843"/>
                </a:cubicBezTo>
                <a:lnTo>
                  <a:pt x="3684" y="1841"/>
                </a:lnTo>
                <a:cubicBezTo>
                  <a:pt x="3684"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4093390" y="4260583"/>
            <a:ext cx="59794" cy="59810"/>
          </a:xfrm>
          <a:custGeom>
            <a:avLst/>
            <a:gdLst/>
            <a:ahLst/>
            <a:cxnLst/>
            <a:rect l="l" t="t" r="r" b="b"/>
            <a:pathLst>
              <a:path w="3683" h="3684" extrusionOk="0">
                <a:moveTo>
                  <a:pt x="1841" y="1"/>
                </a:moveTo>
                <a:cubicBezTo>
                  <a:pt x="821" y="1"/>
                  <a:pt x="0" y="822"/>
                  <a:pt x="0" y="1841"/>
                </a:cubicBezTo>
                <a:lnTo>
                  <a:pt x="0" y="1843"/>
                </a:lnTo>
                <a:cubicBezTo>
                  <a:pt x="0" y="2863"/>
                  <a:pt x="821" y="3684"/>
                  <a:pt x="1841" y="3684"/>
                </a:cubicBezTo>
                <a:lnTo>
                  <a:pt x="1842" y="3684"/>
                </a:lnTo>
                <a:cubicBezTo>
                  <a:pt x="2862" y="3684"/>
                  <a:pt x="3683" y="2863"/>
                  <a:pt x="3683" y="1843"/>
                </a:cubicBezTo>
                <a:lnTo>
                  <a:pt x="3683" y="1841"/>
                </a:lnTo>
                <a:cubicBezTo>
                  <a:pt x="3683" y="822"/>
                  <a:pt x="2862" y="1"/>
                  <a:pt x="184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3878552" y="4358837"/>
            <a:ext cx="59810" cy="59842"/>
          </a:xfrm>
          <a:custGeom>
            <a:avLst/>
            <a:gdLst/>
            <a:ahLst/>
            <a:cxnLst/>
            <a:rect l="l" t="t" r="r" b="b"/>
            <a:pathLst>
              <a:path w="3684" h="3686" extrusionOk="0">
                <a:moveTo>
                  <a:pt x="1841" y="1"/>
                </a:moveTo>
                <a:cubicBezTo>
                  <a:pt x="821" y="1"/>
                  <a:pt x="1" y="823"/>
                  <a:pt x="1" y="1843"/>
                </a:cubicBezTo>
                <a:cubicBezTo>
                  <a:pt x="1" y="2865"/>
                  <a:pt x="821" y="3685"/>
                  <a:pt x="1841" y="3685"/>
                </a:cubicBezTo>
                <a:lnTo>
                  <a:pt x="1843" y="3685"/>
                </a:lnTo>
                <a:cubicBezTo>
                  <a:pt x="2863" y="3685"/>
                  <a:pt x="3683" y="2865"/>
                  <a:pt x="3683" y="1843"/>
                </a:cubicBezTo>
                <a:cubicBezTo>
                  <a:pt x="3683"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3985947" y="4358837"/>
            <a:ext cx="59810" cy="59842"/>
          </a:xfrm>
          <a:custGeom>
            <a:avLst/>
            <a:gdLst/>
            <a:ahLst/>
            <a:cxnLst/>
            <a:rect l="l" t="t" r="r" b="b"/>
            <a:pathLst>
              <a:path w="3684" h="3686" extrusionOk="0">
                <a:moveTo>
                  <a:pt x="1843" y="1"/>
                </a:moveTo>
                <a:cubicBezTo>
                  <a:pt x="823" y="1"/>
                  <a:pt x="1" y="823"/>
                  <a:pt x="1" y="1843"/>
                </a:cubicBezTo>
                <a:cubicBezTo>
                  <a:pt x="1" y="2865"/>
                  <a:pt x="823" y="3685"/>
                  <a:pt x="1843" y="3685"/>
                </a:cubicBezTo>
                <a:cubicBezTo>
                  <a:pt x="2863" y="3685"/>
                  <a:pt x="3684" y="2865"/>
                  <a:pt x="3684" y="1843"/>
                </a:cubicBezTo>
                <a:cubicBezTo>
                  <a:pt x="3684"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4093390" y="4358837"/>
            <a:ext cx="59794" cy="59842"/>
          </a:xfrm>
          <a:custGeom>
            <a:avLst/>
            <a:gdLst/>
            <a:ahLst/>
            <a:cxnLst/>
            <a:rect l="l" t="t" r="r" b="b"/>
            <a:pathLst>
              <a:path w="3683" h="3686" extrusionOk="0">
                <a:moveTo>
                  <a:pt x="1841" y="1"/>
                </a:moveTo>
                <a:cubicBezTo>
                  <a:pt x="821" y="1"/>
                  <a:pt x="0" y="823"/>
                  <a:pt x="0" y="1843"/>
                </a:cubicBezTo>
                <a:cubicBezTo>
                  <a:pt x="0" y="2865"/>
                  <a:pt x="821" y="3685"/>
                  <a:pt x="1841" y="3685"/>
                </a:cubicBezTo>
                <a:lnTo>
                  <a:pt x="1842" y="3685"/>
                </a:lnTo>
                <a:cubicBezTo>
                  <a:pt x="2862" y="3685"/>
                  <a:pt x="3683" y="2865"/>
                  <a:pt x="3683" y="1843"/>
                </a:cubicBezTo>
                <a:cubicBezTo>
                  <a:pt x="3683" y="823"/>
                  <a:pt x="2862" y="1"/>
                  <a:pt x="184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3878552" y="4457123"/>
            <a:ext cx="59810" cy="59826"/>
          </a:xfrm>
          <a:custGeom>
            <a:avLst/>
            <a:gdLst/>
            <a:ahLst/>
            <a:cxnLst/>
            <a:rect l="l" t="t" r="r" b="b"/>
            <a:pathLst>
              <a:path w="3684" h="3685" extrusionOk="0">
                <a:moveTo>
                  <a:pt x="1841" y="0"/>
                </a:moveTo>
                <a:cubicBezTo>
                  <a:pt x="821" y="0"/>
                  <a:pt x="1" y="821"/>
                  <a:pt x="1" y="1843"/>
                </a:cubicBezTo>
                <a:cubicBezTo>
                  <a:pt x="1" y="2862"/>
                  <a:pt x="821" y="3685"/>
                  <a:pt x="1841" y="3685"/>
                </a:cubicBezTo>
                <a:lnTo>
                  <a:pt x="1843" y="3685"/>
                </a:lnTo>
                <a:cubicBezTo>
                  <a:pt x="2863" y="3685"/>
                  <a:pt x="3683" y="2862"/>
                  <a:pt x="3683" y="1843"/>
                </a:cubicBez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3985947" y="4457123"/>
            <a:ext cx="59810" cy="59826"/>
          </a:xfrm>
          <a:custGeom>
            <a:avLst/>
            <a:gdLst/>
            <a:ahLst/>
            <a:cxnLst/>
            <a:rect l="l" t="t" r="r" b="b"/>
            <a:pathLst>
              <a:path w="3684" h="3685" extrusionOk="0">
                <a:moveTo>
                  <a:pt x="1843" y="0"/>
                </a:moveTo>
                <a:cubicBezTo>
                  <a:pt x="823" y="0"/>
                  <a:pt x="1" y="821"/>
                  <a:pt x="1" y="1843"/>
                </a:cubicBezTo>
                <a:cubicBezTo>
                  <a:pt x="1" y="2862"/>
                  <a:pt x="823" y="3685"/>
                  <a:pt x="1843" y="3685"/>
                </a:cubicBezTo>
                <a:cubicBezTo>
                  <a:pt x="2863" y="3685"/>
                  <a:pt x="3684" y="2862"/>
                  <a:pt x="3684" y="1843"/>
                </a:cubicBez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4093390" y="4457123"/>
            <a:ext cx="59794" cy="59826"/>
          </a:xfrm>
          <a:custGeom>
            <a:avLst/>
            <a:gdLst/>
            <a:ahLst/>
            <a:cxnLst/>
            <a:rect l="l" t="t" r="r" b="b"/>
            <a:pathLst>
              <a:path w="3683" h="3685" extrusionOk="0">
                <a:moveTo>
                  <a:pt x="1841" y="0"/>
                </a:moveTo>
                <a:cubicBezTo>
                  <a:pt x="821" y="0"/>
                  <a:pt x="0" y="821"/>
                  <a:pt x="0" y="1843"/>
                </a:cubicBezTo>
                <a:cubicBezTo>
                  <a:pt x="0" y="2862"/>
                  <a:pt x="821" y="3685"/>
                  <a:pt x="1841" y="3685"/>
                </a:cubicBezTo>
                <a:lnTo>
                  <a:pt x="1842" y="3685"/>
                </a:lnTo>
                <a:cubicBezTo>
                  <a:pt x="2862" y="3685"/>
                  <a:pt x="3683" y="2862"/>
                  <a:pt x="3683" y="1843"/>
                </a:cubicBezTo>
                <a:cubicBezTo>
                  <a:pt x="3683" y="821"/>
                  <a:pt x="2862" y="0"/>
                  <a:pt x="1842"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3878552" y="4555394"/>
            <a:ext cx="59810" cy="59810"/>
          </a:xfrm>
          <a:custGeom>
            <a:avLst/>
            <a:gdLst/>
            <a:ahLst/>
            <a:cxnLst/>
            <a:rect l="l" t="t" r="r" b="b"/>
            <a:pathLst>
              <a:path w="3684" h="3684" extrusionOk="0">
                <a:moveTo>
                  <a:pt x="1841" y="1"/>
                </a:moveTo>
                <a:cubicBezTo>
                  <a:pt x="821" y="1"/>
                  <a:pt x="1" y="821"/>
                  <a:pt x="1" y="1841"/>
                </a:cubicBezTo>
                <a:lnTo>
                  <a:pt x="1" y="1843"/>
                </a:lnTo>
                <a:cubicBezTo>
                  <a:pt x="1" y="2863"/>
                  <a:pt x="821" y="3684"/>
                  <a:pt x="1841" y="3684"/>
                </a:cubicBezTo>
                <a:lnTo>
                  <a:pt x="1843" y="3684"/>
                </a:lnTo>
                <a:cubicBezTo>
                  <a:pt x="2863" y="3684"/>
                  <a:pt x="3683" y="2863"/>
                  <a:pt x="3683" y="1843"/>
                </a:cubicBezTo>
                <a:lnTo>
                  <a:pt x="3683" y="1841"/>
                </a:lnTo>
                <a:cubicBezTo>
                  <a:pt x="3683"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3985947" y="4555394"/>
            <a:ext cx="59810" cy="59810"/>
          </a:xfrm>
          <a:custGeom>
            <a:avLst/>
            <a:gdLst/>
            <a:ahLst/>
            <a:cxnLst/>
            <a:rect l="l" t="t" r="r" b="b"/>
            <a:pathLst>
              <a:path w="3684" h="3684" extrusionOk="0">
                <a:moveTo>
                  <a:pt x="1843" y="1"/>
                </a:moveTo>
                <a:cubicBezTo>
                  <a:pt x="823" y="1"/>
                  <a:pt x="1" y="821"/>
                  <a:pt x="1" y="1841"/>
                </a:cubicBezTo>
                <a:lnTo>
                  <a:pt x="1" y="1843"/>
                </a:lnTo>
                <a:cubicBezTo>
                  <a:pt x="1" y="2863"/>
                  <a:pt x="823" y="3684"/>
                  <a:pt x="1843" y="3684"/>
                </a:cubicBezTo>
                <a:cubicBezTo>
                  <a:pt x="2863" y="3684"/>
                  <a:pt x="3684" y="2863"/>
                  <a:pt x="3684" y="1843"/>
                </a:cubicBezTo>
                <a:lnTo>
                  <a:pt x="3684" y="1841"/>
                </a:lnTo>
                <a:cubicBezTo>
                  <a:pt x="3684"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4093390" y="4555394"/>
            <a:ext cx="59794" cy="59810"/>
          </a:xfrm>
          <a:custGeom>
            <a:avLst/>
            <a:gdLst/>
            <a:ahLst/>
            <a:cxnLst/>
            <a:rect l="l" t="t" r="r" b="b"/>
            <a:pathLst>
              <a:path w="3683" h="3684" extrusionOk="0">
                <a:moveTo>
                  <a:pt x="1841" y="1"/>
                </a:moveTo>
                <a:cubicBezTo>
                  <a:pt x="821" y="1"/>
                  <a:pt x="0" y="821"/>
                  <a:pt x="0" y="1841"/>
                </a:cubicBezTo>
                <a:lnTo>
                  <a:pt x="0" y="1843"/>
                </a:lnTo>
                <a:cubicBezTo>
                  <a:pt x="0" y="2863"/>
                  <a:pt x="821" y="3684"/>
                  <a:pt x="1841" y="3684"/>
                </a:cubicBezTo>
                <a:lnTo>
                  <a:pt x="1842" y="3684"/>
                </a:lnTo>
                <a:cubicBezTo>
                  <a:pt x="2862" y="3684"/>
                  <a:pt x="3683" y="2863"/>
                  <a:pt x="3683" y="1843"/>
                </a:cubicBezTo>
                <a:lnTo>
                  <a:pt x="3683" y="1841"/>
                </a:lnTo>
                <a:cubicBezTo>
                  <a:pt x="3683" y="821"/>
                  <a:pt x="2862" y="1"/>
                  <a:pt x="184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p:nvPr/>
        </p:nvSpPr>
        <p:spPr>
          <a:xfrm>
            <a:off x="3878552" y="4653648"/>
            <a:ext cx="59810" cy="59842"/>
          </a:xfrm>
          <a:custGeom>
            <a:avLst/>
            <a:gdLst/>
            <a:ahLst/>
            <a:cxnLst/>
            <a:rect l="l" t="t" r="r" b="b"/>
            <a:pathLst>
              <a:path w="3684" h="3686" extrusionOk="0">
                <a:moveTo>
                  <a:pt x="1841" y="0"/>
                </a:moveTo>
                <a:cubicBezTo>
                  <a:pt x="821" y="0"/>
                  <a:pt x="1" y="823"/>
                  <a:pt x="1" y="1843"/>
                </a:cubicBezTo>
                <a:cubicBezTo>
                  <a:pt x="1" y="2864"/>
                  <a:pt x="821" y="3685"/>
                  <a:pt x="1841" y="3685"/>
                </a:cubicBezTo>
                <a:lnTo>
                  <a:pt x="1843" y="3685"/>
                </a:lnTo>
                <a:cubicBezTo>
                  <a:pt x="2863" y="3685"/>
                  <a:pt x="3683" y="2864"/>
                  <a:pt x="3683" y="1843"/>
                </a:cubicBezTo>
                <a:cubicBezTo>
                  <a:pt x="3683" y="823"/>
                  <a:pt x="2863" y="0"/>
                  <a:pt x="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0"/>
          <p:cNvSpPr/>
          <p:nvPr/>
        </p:nvSpPr>
        <p:spPr>
          <a:xfrm>
            <a:off x="3985947" y="4653648"/>
            <a:ext cx="59810" cy="59842"/>
          </a:xfrm>
          <a:custGeom>
            <a:avLst/>
            <a:gdLst/>
            <a:ahLst/>
            <a:cxnLst/>
            <a:rect l="l" t="t" r="r" b="b"/>
            <a:pathLst>
              <a:path w="3684" h="3686" extrusionOk="0">
                <a:moveTo>
                  <a:pt x="1843" y="0"/>
                </a:moveTo>
                <a:cubicBezTo>
                  <a:pt x="823" y="0"/>
                  <a:pt x="1" y="823"/>
                  <a:pt x="1" y="1843"/>
                </a:cubicBezTo>
                <a:cubicBezTo>
                  <a:pt x="1" y="2864"/>
                  <a:pt x="823" y="3685"/>
                  <a:pt x="1843" y="3685"/>
                </a:cubicBezTo>
                <a:cubicBezTo>
                  <a:pt x="2863" y="3685"/>
                  <a:pt x="3684" y="2864"/>
                  <a:pt x="3684" y="1843"/>
                </a:cubicBezTo>
                <a:cubicBezTo>
                  <a:pt x="3684" y="823"/>
                  <a:pt x="2863" y="0"/>
                  <a:pt x="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p:nvPr/>
        </p:nvSpPr>
        <p:spPr>
          <a:xfrm>
            <a:off x="4093390" y="4653648"/>
            <a:ext cx="59794" cy="59842"/>
          </a:xfrm>
          <a:custGeom>
            <a:avLst/>
            <a:gdLst/>
            <a:ahLst/>
            <a:cxnLst/>
            <a:rect l="l" t="t" r="r" b="b"/>
            <a:pathLst>
              <a:path w="3683" h="3686" extrusionOk="0">
                <a:moveTo>
                  <a:pt x="1841" y="0"/>
                </a:moveTo>
                <a:cubicBezTo>
                  <a:pt x="821" y="0"/>
                  <a:pt x="0" y="823"/>
                  <a:pt x="0" y="1843"/>
                </a:cubicBezTo>
                <a:cubicBezTo>
                  <a:pt x="0" y="2864"/>
                  <a:pt x="821" y="3685"/>
                  <a:pt x="1841" y="3685"/>
                </a:cubicBezTo>
                <a:lnTo>
                  <a:pt x="1842" y="3685"/>
                </a:lnTo>
                <a:cubicBezTo>
                  <a:pt x="2862" y="3685"/>
                  <a:pt x="3683" y="2864"/>
                  <a:pt x="3683" y="1843"/>
                </a:cubicBezTo>
                <a:cubicBezTo>
                  <a:pt x="3683" y="823"/>
                  <a:pt x="2862" y="0"/>
                  <a:pt x="18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0"/>
          <p:cNvSpPr/>
          <p:nvPr/>
        </p:nvSpPr>
        <p:spPr>
          <a:xfrm>
            <a:off x="3878552" y="4751919"/>
            <a:ext cx="59810" cy="59842"/>
          </a:xfrm>
          <a:custGeom>
            <a:avLst/>
            <a:gdLst/>
            <a:ahLst/>
            <a:cxnLst/>
            <a:rect l="l" t="t" r="r" b="b"/>
            <a:pathLst>
              <a:path w="3684" h="3686" extrusionOk="0">
                <a:moveTo>
                  <a:pt x="1841" y="1"/>
                </a:moveTo>
                <a:cubicBezTo>
                  <a:pt x="821" y="1"/>
                  <a:pt x="1" y="822"/>
                  <a:pt x="1" y="1843"/>
                </a:cubicBezTo>
                <a:cubicBezTo>
                  <a:pt x="1" y="2863"/>
                  <a:pt x="821" y="3686"/>
                  <a:pt x="1841" y="3686"/>
                </a:cubicBezTo>
                <a:lnTo>
                  <a:pt x="1843" y="3686"/>
                </a:lnTo>
                <a:cubicBezTo>
                  <a:pt x="2863" y="3686"/>
                  <a:pt x="3683" y="2863"/>
                  <a:pt x="3683" y="1843"/>
                </a:cubicBezTo>
                <a:cubicBezTo>
                  <a:pt x="3683"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p:nvPr/>
        </p:nvSpPr>
        <p:spPr>
          <a:xfrm>
            <a:off x="3985947" y="4751919"/>
            <a:ext cx="59810" cy="59842"/>
          </a:xfrm>
          <a:custGeom>
            <a:avLst/>
            <a:gdLst/>
            <a:ahLst/>
            <a:cxnLst/>
            <a:rect l="l" t="t" r="r" b="b"/>
            <a:pathLst>
              <a:path w="3684" h="3686" extrusionOk="0">
                <a:moveTo>
                  <a:pt x="1843" y="1"/>
                </a:moveTo>
                <a:cubicBezTo>
                  <a:pt x="823" y="1"/>
                  <a:pt x="1" y="822"/>
                  <a:pt x="1" y="1843"/>
                </a:cubicBezTo>
                <a:cubicBezTo>
                  <a:pt x="1" y="2863"/>
                  <a:pt x="823" y="3686"/>
                  <a:pt x="1843" y="3686"/>
                </a:cubicBezTo>
                <a:cubicBezTo>
                  <a:pt x="2863" y="3686"/>
                  <a:pt x="3684" y="2863"/>
                  <a:pt x="3684" y="1843"/>
                </a:cubicBezTo>
                <a:cubicBezTo>
                  <a:pt x="3684"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0"/>
          <p:cNvSpPr/>
          <p:nvPr/>
        </p:nvSpPr>
        <p:spPr>
          <a:xfrm>
            <a:off x="4093390" y="4751919"/>
            <a:ext cx="59794" cy="59842"/>
          </a:xfrm>
          <a:custGeom>
            <a:avLst/>
            <a:gdLst/>
            <a:ahLst/>
            <a:cxnLst/>
            <a:rect l="l" t="t" r="r" b="b"/>
            <a:pathLst>
              <a:path w="3683" h="3686" extrusionOk="0">
                <a:moveTo>
                  <a:pt x="1841" y="1"/>
                </a:moveTo>
                <a:cubicBezTo>
                  <a:pt x="821" y="1"/>
                  <a:pt x="0" y="822"/>
                  <a:pt x="0" y="1843"/>
                </a:cubicBezTo>
                <a:cubicBezTo>
                  <a:pt x="0" y="2863"/>
                  <a:pt x="821" y="3686"/>
                  <a:pt x="1841" y="3686"/>
                </a:cubicBezTo>
                <a:lnTo>
                  <a:pt x="1842" y="3686"/>
                </a:lnTo>
                <a:cubicBezTo>
                  <a:pt x="2862" y="3686"/>
                  <a:pt x="3683" y="2863"/>
                  <a:pt x="3683" y="1843"/>
                </a:cubicBezTo>
                <a:cubicBezTo>
                  <a:pt x="3683" y="822"/>
                  <a:pt x="2862" y="1"/>
                  <a:pt x="184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p:nvPr/>
        </p:nvSpPr>
        <p:spPr>
          <a:xfrm>
            <a:off x="3878552" y="4850205"/>
            <a:ext cx="59810" cy="59810"/>
          </a:xfrm>
          <a:custGeom>
            <a:avLst/>
            <a:gdLst/>
            <a:ahLst/>
            <a:cxnLst/>
            <a:rect l="l" t="t" r="r" b="b"/>
            <a:pathLst>
              <a:path w="3684" h="3684" extrusionOk="0">
                <a:moveTo>
                  <a:pt x="1841" y="0"/>
                </a:moveTo>
                <a:cubicBezTo>
                  <a:pt x="821" y="0"/>
                  <a:pt x="1" y="821"/>
                  <a:pt x="1" y="1841"/>
                </a:cubicBezTo>
                <a:lnTo>
                  <a:pt x="1" y="1843"/>
                </a:lnTo>
                <a:cubicBezTo>
                  <a:pt x="1" y="2863"/>
                  <a:pt x="821" y="3683"/>
                  <a:pt x="1841" y="3683"/>
                </a:cubicBezTo>
                <a:lnTo>
                  <a:pt x="1843" y="3683"/>
                </a:lnTo>
                <a:cubicBezTo>
                  <a:pt x="2863" y="3683"/>
                  <a:pt x="3683" y="2863"/>
                  <a:pt x="3683" y="1843"/>
                </a:cubicBezTo>
                <a:lnTo>
                  <a:pt x="3683" y="1841"/>
                </a:ln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0"/>
          <p:cNvSpPr/>
          <p:nvPr/>
        </p:nvSpPr>
        <p:spPr>
          <a:xfrm>
            <a:off x="3985947" y="4850205"/>
            <a:ext cx="59810" cy="59810"/>
          </a:xfrm>
          <a:custGeom>
            <a:avLst/>
            <a:gdLst/>
            <a:ahLst/>
            <a:cxnLst/>
            <a:rect l="l" t="t" r="r" b="b"/>
            <a:pathLst>
              <a:path w="3684" h="3684" extrusionOk="0">
                <a:moveTo>
                  <a:pt x="1843" y="0"/>
                </a:moveTo>
                <a:cubicBezTo>
                  <a:pt x="823" y="0"/>
                  <a:pt x="1" y="821"/>
                  <a:pt x="1" y="1841"/>
                </a:cubicBezTo>
                <a:lnTo>
                  <a:pt x="1" y="1843"/>
                </a:lnTo>
                <a:cubicBezTo>
                  <a:pt x="1" y="2863"/>
                  <a:pt x="823" y="3683"/>
                  <a:pt x="1843" y="3683"/>
                </a:cubicBezTo>
                <a:cubicBezTo>
                  <a:pt x="2863" y="3683"/>
                  <a:pt x="3684" y="2863"/>
                  <a:pt x="3684" y="1843"/>
                </a:cubicBezTo>
                <a:lnTo>
                  <a:pt x="3684" y="1841"/>
                </a:ln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0"/>
          <p:cNvSpPr/>
          <p:nvPr/>
        </p:nvSpPr>
        <p:spPr>
          <a:xfrm>
            <a:off x="4093390" y="4850205"/>
            <a:ext cx="59794" cy="59810"/>
          </a:xfrm>
          <a:custGeom>
            <a:avLst/>
            <a:gdLst/>
            <a:ahLst/>
            <a:cxnLst/>
            <a:rect l="l" t="t" r="r" b="b"/>
            <a:pathLst>
              <a:path w="3683" h="3684" extrusionOk="0">
                <a:moveTo>
                  <a:pt x="1841" y="0"/>
                </a:moveTo>
                <a:cubicBezTo>
                  <a:pt x="821" y="0"/>
                  <a:pt x="0" y="821"/>
                  <a:pt x="0" y="1841"/>
                </a:cubicBezTo>
                <a:lnTo>
                  <a:pt x="0" y="1843"/>
                </a:lnTo>
                <a:cubicBezTo>
                  <a:pt x="0" y="2863"/>
                  <a:pt x="821" y="3683"/>
                  <a:pt x="1841" y="3683"/>
                </a:cubicBezTo>
                <a:lnTo>
                  <a:pt x="1842" y="3683"/>
                </a:lnTo>
                <a:cubicBezTo>
                  <a:pt x="2862" y="3683"/>
                  <a:pt x="3683" y="2863"/>
                  <a:pt x="3683" y="1843"/>
                </a:cubicBezTo>
                <a:lnTo>
                  <a:pt x="3683" y="1841"/>
                </a:lnTo>
                <a:cubicBezTo>
                  <a:pt x="3683" y="821"/>
                  <a:pt x="2862" y="0"/>
                  <a:pt x="1842"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0"/>
          <p:cNvSpPr/>
          <p:nvPr/>
        </p:nvSpPr>
        <p:spPr>
          <a:xfrm>
            <a:off x="3878552" y="4648015"/>
            <a:ext cx="59810" cy="59842"/>
          </a:xfrm>
          <a:custGeom>
            <a:avLst/>
            <a:gdLst/>
            <a:ahLst/>
            <a:cxnLst/>
            <a:rect l="l" t="t" r="r" b="b"/>
            <a:pathLst>
              <a:path w="3684" h="3686" extrusionOk="0">
                <a:moveTo>
                  <a:pt x="1" y="0"/>
                </a:moveTo>
                <a:lnTo>
                  <a:pt x="1" y="3685"/>
                </a:lnTo>
                <a:lnTo>
                  <a:pt x="3683" y="3685"/>
                </a:lnTo>
                <a:lnTo>
                  <a:pt x="3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0"/>
          <p:cNvSpPr/>
          <p:nvPr/>
        </p:nvSpPr>
        <p:spPr>
          <a:xfrm>
            <a:off x="3985947" y="4648015"/>
            <a:ext cx="59810" cy="59842"/>
          </a:xfrm>
          <a:custGeom>
            <a:avLst/>
            <a:gdLst/>
            <a:ahLst/>
            <a:cxnLst/>
            <a:rect l="l" t="t" r="r" b="b"/>
            <a:pathLst>
              <a:path w="3684" h="3686" extrusionOk="0">
                <a:moveTo>
                  <a:pt x="1" y="0"/>
                </a:moveTo>
                <a:lnTo>
                  <a:pt x="1" y="3685"/>
                </a:lnTo>
                <a:lnTo>
                  <a:pt x="3684" y="3685"/>
                </a:lnTo>
                <a:lnTo>
                  <a:pt x="368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0"/>
          <p:cNvSpPr/>
          <p:nvPr/>
        </p:nvSpPr>
        <p:spPr>
          <a:xfrm>
            <a:off x="4093390" y="4648015"/>
            <a:ext cx="59794" cy="59842"/>
          </a:xfrm>
          <a:custGeom>
            <a:avLst/>
            <a:gdLst/>
            <a:ahLst/>
            <a:cxnLst/>
            <a:rect l="l" t="t" r="r" b="b"/>
            <a:pathLst>
              <a:path w="3683" h="3686" extrusionOk="0">
                <a:moveTo>
                  <a:pt x="0" y="0"/>
                </a:moveTo>
                <a:lnTo>
                  <a:pt x="0" y="3685"/>
                </a:lnTo>
                <a:lnTo>
                  <a:pt x="3683" y="3685"/>
                </a:lnTo>
                <a:lnTo>
                  <a:pt x="3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0"/>
          <p:cNvSpPr/>
          <p:nvPr/>
        </p:nvSpPr>
        <p:spPr>
          <a:xfrm>
            <a:off x="3878552" y="3859464"/>
            <a:ext cx="274631" cy="59063"/>
          </a:xfrm>
          <a:custGeom>
            <a:avLst/>
            <a:gdLst/>
            <a:ahLst/>
            <a:cxnLst/>
            <a:rect l="l" t="t" r="r" b="b"/>
            <a:pathLst>
              <a:path w="16916" h="3638" extrusionOk="0">
                <a:moveTo>
                  <a:pt x="3638" y="1"/>
                </a:moveTo>
                <a:cubicBezTo>
                  <a:pt x="1628" y="1"/>
                  <a:pt x="1" y="1628"/>
                  <a:pt x="1" y="3638"/>
                </a:cubicBezTo>
                <a:lnTo>
                  <a:pt x="16916" y="3638"/>
                </a:lnTo>
                <a:cubicBezTo>
                  <a:pt x="16916" y="1628"/>
                  <a:pt x="15288" y="1"/>
                  <a:pt x="13279" y="1"/>
                </a:cubicBez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0"/>
          <p:cNvSpPr/>
          <p:nvPr/>
        </p:nvSpPr>
        <p:spPr>
          <a:xfrm>
            <a:off x="4604371" y="3801229"/>
            <a:ext cx="351455" cy="1162832"/>
          </a:xfrm>
          <a:custGeom>
            <a:avLst/>
            <a:gdLst/>
            <a:ahLst/>
            <a:cxnLst/>
            <a:rect l="l" t="t" r="r" b="b"/>
            <a:pathLst>
              <a:path w="21648" h="71625" extrusionOk="0">
                <a:moveTo>
                  <a:pt x="2448" y="0"/>
                </a:moveTo>
                <a:cubicBezTo>
                  <a:pt x="1096" y="0"/>
                  <a:pt x="0" y="1097"/>
                  <a:pt x="0" y="2450"/>
                </a:cubicBezTo>
                <a:lnTo>
                  <a:pt x="0" y="71624"/>
                </a:lnTo>
                <a:lnTo>
                  <a:pt x="21648" y="71624"/>
                </a:lnTo>
                <a:lnTo>
                  <a:pt x="21648" y="2450"/>
                </a:lnTo>
                <a:cubicBezTo>
                  <a:pt x="21648" y="1097"/>
                  <a:pt x="20551" y="0"/>
                  <a:pt x="191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0"/>
          <p:cNvSpPr/>
          <p:nvPr/>
        </p:nvSpPr>
        <p:spPr>
          <a:xfrm>
            <a:off x="4642766" y="3848490"/>
            <a:ext cx="59810" cy="59842"/>
          </a:xfrm>
          <a:custGeom>
            <a:avLst/>
            <a:gdLst/>
            <a:ahLst/>
            <a:cxnLst/>
            <a:rect l="l" t="t" r="r" b="b"/>
            <a:pathLst>
              <a:path w="3684" h="3686" extrusionOk="0">
                <a:moveTo>
                  <a:pt x="1843" y="0"/>
                </a:moveTo>
                <a:cubicBezTo>
                  <a:pt x="821" y="0"/>
                  <a:pt x="0" y="821"/>
                  <a:pt x="0" y="1843"/>
                </a:cubicBezTo>
                <a:lnTo>
                  <a:pt x="0" y="1845"/>
                </a:lnTo>
                <a:cubicBezTo>
                  <a:pt x="0" y="2864"/>
                  <a:pt x="821" y="3685"/>
                  <a:pt x="1843" y="3685"/>
                </a:cubicBezTo>
                <a:cubicBezTo>
                  <a:pt x="2863" y="3685"/>
                  <a:pt x="3683" y="2864"/>
                  <a:pt x="3683" y="1845"/>
                </a:cubicBezTo>
                <a:lnTo>
                  <a:pt x="3683" y="1843"/>
                </a:ln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0"/>
          <p:cNvSpPr/>
          <p:nvPr/>
        </p:nvSpPr>
        <p:spPr>
          <a:xfrm>
            <a:off x="4750161" y="3848490"/>
            <a:ext cx="59842" cy="59842"/>
          </a:xfrm>
          <a:custGeom>
            <a:avLst/>
            <a:gdLst/>
            <a:ahLst/>
            <a:cxnLst/>
            <a:rect l="l" t="t" r="r" b="b"/>
            <a:pathLst>
              <a:path w="3686" h="3686" extrusionOk="0">
                <a:moveTo>
                  <a:pt x="1843" y="0"/>
                </a:moveTo>
                <a:cubicBezTo>
                  <a:pt x="823" y="0"/>
                  <a:pt x="1" y="821"/>
                  <a:pt x="1" y="1843"/>
                </a:cubicBezTo>
                <a:lnTo>
                  <a:pt x="1" y="1845"/>
                </a:lnTo>
                <a:cubicBezTo>
                  <a:pt x="1" y="2864"/>
                  <a:pt x="823" y="3685"/>
                  <a:pt x="1843" y="3685"/>
                </a:cubicBezTo>
                <a:cubicBezTo>
                  <a:pt x="2865" y="3685"/>
                  <a:pt x="3685" y="2864"/>
                  <a:pt x="3685" y="1845"/>
                </a:cubicBezTo>
                <a:lnTo>
                  <a:pt x="3685" y="1843"/>
                </a:lnTo>
                <a:cubicBezTo>
                  <a:pt x="3685" y="821"/>
                  <a:pt x="2865"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0"/>
          <p:cNvSpPr/>
          <p:nvPr/>
        </p:nvSpPr>
        <p:spPr>
          <a:xfrm>
            <a:off x="4857588" y="3848490"/>
            <a:ext cx="59842" cy="59842"/>
          </a:xfrm>
          <a:custGeom>
            <a:avLst/>
            <a:gdLst/>
            <a:ahLst/>
            <a:cxnLst/>
            <a:rect l="l" t="t" r="r" b="b"/>
            <a:pathLst>
              <a:path w="3686" h="3686" extrusionOk="0">
                <a:moveTo>
                  <a:pt x="1843" y="0"/>
                </a:moveTo>
                <a:cubicBezTo>
                  <a:pt x="822" y="0"/>
                  <a:pt x="1" y="821"/>
                  <a:pt x="1" y="1843"/>
                </a:cubicBezTo>
                <a:lnTo>
                  <a:pt x="1" y="1845"/>
                </a:lnTo>
                <a:cubicBezTo>
                  <a:pt x="1" y="2864"/>
                  <a:pt x="822" y="3685"/>
                  <a:pt x="1843" y="3685"/>
                </a:cubicBezTo>
                <a:cubicBezTo>
                  <a:pt x="2863" y="3685"/>
                  <a:pt x="3686" y="2864"/>
                  <a:pt x="3686" y="1845"/>
                </a:cubicBezTo>
                <a:lnTo>
                  <a:pt x="3686" y="1843"/>
                </a:lnTo>
                <a:cubicBezTo>
                  <a:pt x="3686"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0"/>
          <p:cNvSpPr/>
          <p:nvPr/>
        </p:nvSpPr>
        <p:spPr>
          <a:xfrm>
            <a:off x="4642766" y="3941305"/>
            <a:ext cx="59810" cy="59842"/>
          </a:xfrm>
          <a:custGeom>
            <a:avLst/>
            <a:gdLst/>
            <a:ahLst/>
            <a:cxnLst/>
            <a:rect l="l" t="t" r="r" b="b"/>
            <a:pathLst>
              <a:path w="3684" h="3686" extrusionOk="0">
                <a:moveTo>
                  <a:pt x="1843" y="1"/>
                </a:moveTo>
                <a:cubicBezTo>
                  <a:pt x="821" y="1"/>
                  <a:pt x="0" y="821"/>
                  <a:pt x="0" y="1841"/>
                </a:cubicBezTo>
                <a:lnTo>
                  <a:pt x="0" y="1843"/>
                </a:lnTo>
                <a:cubicBezTo>
                  <a:pt x="0" y="2863"/>
                  <a:pt x="821" y="3685"/>
                  <a:pt x="1843" y="3685"/>
                </a:cubicBezTo>
                <a:cubicBezTo>
                  <a:pt x="2863" y="3685"/>
                  <a:pt x="3683" y="2863"/>
                  <a:pt x="3683" y="1843"/>
                </a:cubicBezTo>
                <a:lnTo>
                  <a:pt x="3683" y="1841"/>
                </a:lnTo>
                <a:cubicBezTo>
                  <a:pt x="3683"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0"/>
          <p:cNvSpPr/>
          <p:nvPr/>
        </p:nvSpPr>
        <p:spPr>
          <a:xfrm>
            <a:off x="4750161" y="3941305"/>
            <a:ext cx="59842" cy="59842"/>
          </a:xfrm>
          <a:custGeom>
            <a:avLst/>
            <a:gdLst/>
            <a:ahLst/>
            <a:cxnLst/>
            <a:rect l="l" t="t" r="r" b="b"/>
            <a:pathLst>
              <a:path w="3686" h="3686" extrusionOk="0">
                <a:moveTo>
                  <a:pt x="1843" y="1"/>
                </a:moveTo>
                <a:cubicBezTo>
                  <a:pt x="823" y="1"/>
                  <a:pt x="1" y="821"/>
                  <a:pt x="1" y="1841"/>
                </a:cubicBezTo>
                <a:lnTo>
                  <a:pt x="1" y="1843"/>
                </a:lnTo>
                <a:cubicBezTo>
                  <a:pt x="1" y="2863"/>
                  <a:pt x="823" y="3685"/>
                  <a:pt x="1843" y="3685"/>
                </a:cubicBezTo>
                <a:cubicBezTo>
                  <a:pt x="2865" y="3685"/>
                  <a:pt x="3685" y="2863"/>
                  <a:pt x="3685" y="1843"/>
                </a:cubicBezTo>
                <a:lnTo>
                  <a:pt x="3685" y="1841"/>
                </a:lnTo>
                <a:cubicBezTo>
                  <a:pt x="3685" y="821"/>
                  <a:pt x="2865"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0"/>
          <p:cNvSpPr/>
          <p:nvPr/>
        </p:nvSpPr>
        <p:spPr>
          <a:xfrm>
            <a:off x="4857588" y="3941305"/>
            <a:ext cx="59842" cy="59842"/>
          </a:xfrm>
          <a:custGeom>
            <a:avLst/>
            <a:gdLst/>
            <a:ahLst/>
            <a:cxnLst/>
            <a:rect l="l" t="t" r="r" b="b"/>
            <a:pathLst>
              <a:path w="3686" h="3686" extrusionOk="0">
                <a:moveTo>
                  <a:pt x="1843" y="1"/>
                </a:moveTo>
                <a:cubicBezTo>
                  <a:pt x="822" y="1"/>
                  <a:pt x="1" y="821"/>
                  <a:pt x="1" y="1841"/>
                </a:cubicBezTo>
                <a:lnTo>
                  <a:pt x="1" y="1843"/>
                </a:lnTo>
                <a:cubicBezTo>
                  <a:pt x="1" y="2863"/>
                  <a:pt x="822" y="3685"/>
                  <a:pt x="1843" y="3685"/>
                </a:cubicBezTo>
                <a:cubicBezTo>
                  <a:pt x="2863" y="3685"/>
                  <a:pt x="3686" y="2863"/>
                  <a:pt x="3686" y="1843"/>
                </a:cubicBezTo>
                <a:lnTo>
                  <a:pt x="3686" y="1841"/>
                </a:lnTo>
                <a:cubicBezTo>
                  <a:pt x="3686"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0"/>
          <p:cNvSpPr/>
          <p:nvPr/>
        </p:nvSpPr>
        <p:spPr>
          <a:xfrm>
            <a:off x="4642766" y="4034088"/>
            <a:ext cx="59810" cy="59842"/>
          </a:xfrm>
          <a:custGeom>
            <a:avLst/>
            <a:gdLst/>
            <a:ahLst/>
            <a:cxnLst/>
            <a:rect l="l" t="t" r="r" b="b"/>
            <a:pathLst>
              <a:path w="3684" h="3686" extrusionOk="0">
                <a:moveTo>
                  <a:pt x="1843" y="1"/>
                </a:moveTo>
                <a:cubicBezTo>
                  <a:pt x="821" y="1"/>
                  <a:pt x="0" y="823"/>
                  <a:pt x="0" y="1843"/>
                </a:cubicBezTo>
                <a:lnTo>
                  <a:pt x="0" y="1845"/>
                </a:lnTo>
                <a:cubicBezTo>
                  <a:pt x="0" y="2865"/>
                  <a:pt x="821" y="3685"/>
                  <a:pt x="1843" y="3685"/>
                </a:cubicBezTo>
                <a:cubicBezTo>
                  <a:pt x="2863" y="3685"/>
                  <a:pt x="3683" y="2865"/>
                  <a:pt x="3683" y="1845"/>
                </a:cubicBezTo>
                <a:lnTo>
                  <a:pt x="3683" y="1843"/>
                </a:lnTo>
                <a:cubicBezTo>
                  <a:pt x="3683"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0"/>
          <p:cNvSpPr/>
          <p:nvPr/>
        </p:nvSpPr>
        <p:spPr>
          <a:xfrm>
            <a:off x="4750161" y="4034088"/>
            <a:ext cx="59842" cy="59842"/>
          </a:xfrm>
          <a:custGeom>
            <a:avLst/>
            <a:gdLst/>
            <a:ahLst/>
            <a:cxnLst/>
            <a:rect l="l" t="t" r="r" b="b"/>
            <a:pathLst>
              <a:path w="3686" h="3686" extrusionOk="0">
                <a:moveTo>
                  <a:pt x="1843" y="1"/>
                </a:moveTo>
                <a:cubicBezTo>
                  <a:pt x="823" y="1"/>
                  <a:pt x="1" y="823"/>
                  <a:pt x="1" y="1843"/>
                </a:cubicBezTo>
                <a:lnTo>
                  <a:pt x="1" y="1845"/>
                </a:lnTo>
                <a:cubicBezTo>
                  <a:pt x="1" y="2865"/>
                  <a:pt x="823" y="3685"/>
                  <a:pt x="1843" y="3685"/>
                </a:cubicBezTo>
                <a:cubicBezTo>
                  <a:pt x="2865" y="3685"/>
                  <a:pt x="3685" y="2865"/>
                  <a:pt x="3685" y="1845"/>
                </a:cubicBezTo>
                <a:lnTo>
                  <a:pt x="3685" y="1843"/>
                </a:lnTo>
                <a:cubicBezTo>
                  <a:pt x="3685" y="823"/>
                  <a:pt x="2865"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0"/>
          <p:cNvSpPr/>
          <p:nvPr/>
        </p:nvSpPr>
        <p:spPr>
          <a:xfrm>
            <a:off x="4857588" y="4034088"/>
            <a:ext cx="59842" cy="59842"/>
          </a:xfrm>
          <a:custGeom>
            <a:avLst/>
            <a:gdLst/>
            <a:ahLst/>
            <a:cxnLst/>
            <a:rect l="l" t="t" r="r" b="b"/>
            <a:pathLst>
              <a:path w="3686" h="3686" extrusionOk="0">
                <a:moveTo>
                  <a:pt x="1843" y="1"/>
                </a:moveTo>
                <a:cubicBezTo>
                  <a:pt x="822" y="1"/>
                  <a:pt x="1" y="823"/>
                  <a:pt x="1" y="1843"/>
                </a:cubicBezTo>
                <a:lnTo>
                  <a:pt x="1" y="1845"/>
                </a:lnTo>
                <a:cubicBezTo>
                  <a:pt x="1" y="2865"/>
                  <a:pt x="822" y="3685"/>
                  <a:pt x="1843" y="3685"/>
                </a:cubicBezTo>
                <a:cubicBezTo>
                  <a:pt x="2863" y="3685"/>
                  <a:pt x="3686" y="2865"/>
                  <a:pt x="3686" y="1845"/>
                </a:cubicBezTo>
                <a:lnTo>
                  <a:pt x="3686" y="1843"/>
                </a:lnTo>
                <a:cubicBezTo>
                  <a:pt x="3686"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0"/>
          <p:cNvSpPr/>
          <p:nvPr/>
        </p:nvSpPr>
        <p:spPr>
          <a:xfrm>
            <a:off x="4642766" y="4126904"/>
            <a:ext cx="59810" cy="59842"/>
          </a:xfrm>
          <a:custGeom>
            <a:avLst/>
            <a:gdLst/>
            <a:ahLst/>
            <a:cxnLst/>
            <a:rect l="l" t="t" r="r" b="b"/>
            <a:pathLst>
              <a:path w="3684" h="3686" extrusionOk="0">
                <a:moveTo>
                  <a:pt x="1843" y="1"/>
                </a:moveTo>
                <a:cubicBezTo>
                  <a:pt x="821" y="1"/>
                  <a:pt x="0" y="824"/>
                  <a:pt x="0" y="1843"/>
                </a:cubicBezTo>
                <a:lnTo>
                  <a:pt x="0" y="1845"/>
                </a:lnTo>
                <a:cubicBezTo>
                  <a:pt x="0" y="2865"/>
                  <a:pt x="821" y="3686"/>
                  <a:pt x="1843" y="3686"/>
                </a:cubicBezTo>
                <a:cubicBezTo>
                  <a:pt x="2863" y="3686"/>
                  <a:pt x="3683" y="2865"/>
                  <a:pt x="3683" y="1845"/>
                </a:cubicBezTo>
                <a:lnTo>
                  <a:pt x="3683" y="1843"/>
                </a:lnTo>
                <a:cubicBezTo>
                  <a:pt x="3683" y="824"/>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0"/>
          <p:cNvSpPr/>
          <p:nvPr/>
        </p:nvSpPr>
        <p:spPr>
          <a:xfrm>
            <a:off x="4750161" y="4126904"/>
            <a:ext cx="59842" cy="59842"/>
          </a:xfrm>
          <a:custGeom>
            <a:avLst/>
            <a:gdLst/>
            <a:ahLst/>
            <a:cxnLst/>
            <a:rect l="l" t="t" r="r" b="b"/>
            <a:pathLst>
              <a:path w="3686" h="3686" extrusionOk="0">
                <a:moveTo>
                  <a:pt x="1843" y="1"/>
                </a:moveTo>
                <a:cubicBezTo>
                  <a:pt x="823" y="1"/>
                  <a:pt x="1" y="824"/>
                  <a:pt x="1" y="1843"/>
                </a:cubicBezTo>
                <a:lnTo>
                  <a:pt x="1" y="1845"/>
                </a:lnTo>
                <a:cubicBezTo>
                  <a:pt x="1" y="2865"/>
                  <a:pt x="823" y="3686"/>
                  <a:pt x="1843" y="3686"/>
                </a:cubicBezTo>
                <a:cubicBezTo>
                  <a:pt x="2865" y="3686"/>
                  <a:pt x="3685" y="2865"/>
                  <a:pt x="3685" y="1845"/>
                </a:cubicBezTo>
                <a:lnTo>
                  <a:pt x="3685" y="1843"/>
                </a:lnTo>
                <a:cubicBezTo>
                  <a:pt x="3685" y="824"/>
                  <a:pt x="2865"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0"/>
          <p:cNvSpPr/>
          <p:nvPr/>
        </p:nvSpPr>
        <p:spPr>
          <a:xfrm>
            <a:off x="4857588" y="4126904"/>
            <a:ext cx="59842" cy="59842"/>
          </a:xfrm>
          <a:custGeom>
            <a:avLst/>
            <a:gdLst/>
            <a:ahLst/>
            <a:cxnLst/>
            <a:rect l="l" t="t" r="r" b="b"/>
            <a:pathLst>
              <a:path w="3686" h="3686" extrusionOk="0">
                <a:moveTo>
                  <a:pt x="1843" y="1"/>
                </a:moveTo>
                <a:cubicBezTo>
                  <a:pt x="822" y="1"/>
                  <a:pt x="1" y="824"/>
                  <a:pt x="1" y="1843"/>
                </a:cubicBezTo>
                <a:lnTo>
                  <a:pt x="1" y="1845"/>
                </a:lnTo>
                <a:cubicBezTo>
                  <a:pt x="1" y="2865"/>
                  <a:pt x="822" y="3686"/>
                  <a:pt x="1843" y="3686"/>
                </a:cubicBezTo>
                <a:cubicBezTo>
                  <a:pt x="2863" y="3686"/>
                  <a:pt x="3686" y="2865"/>
                  <a:pt x="3686" y="1845"/>
                </a:cubicBezTo>
                <a:lnTo>
                  <a:pt x="3686" y="1843"/>
                </a:lnTo>
                <a:cubicBezTo>
                  <a:pt x="3686" y="824"/>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0"/>
          <p:cNvSpPr/>
          <p:nvPr/>
        </p:nvSpPr>
        <p:spPr>
          <a:xfrm>
            <a:off x="4642766" y="4219735"/>
            <a:ext cx="59810" cy="59826"/>
          </a:xfrm>
          <a:custGeom>
            <a:avLst/>
            <a:gdLst/>
            <a:ahLst/>
            <a:cxnLst/>
            <a:rect l="l" t="t" r="r" b="b"/>
            <a:pathLst>
              <a:path w="3684" h="3685" extrusionOk="0">
                <a:moveTo>
                  <a:pt x="1843" y="0"/>
                </a:moveTo>
                <a:cubicBezTo>
                  <a:pt x="821" y="0"/>
                  <a:pt x="0" y="821"/>
                  <a:pt x="0" y="1841"/>
                </a:cubicBezTo>
                <a:lnTo>
                  <a:pt x="0" y="1842"/>
                </a:lnTo>
                <a:cubicBezTo>
                  <a:pt x="0" y="2864"/>
                  <a:pt x="821" y="3685"/>
                  <a:pt x="1843" y="3685"/>
                </a:cubicBezTo>
                <a:cubicBezTo>
                  <a:pt x="2863" y="3685"/>
                  <a:pt x="3683" y="2864"/>
                  <a:pt x="3683" y="1842"/>
                </a:cubicBezTo>
                <a:lnTo>
                  <a:pt x="3683" y="1841"/>
                </a:ln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0"/>
          <p:cNvSpPr/>
          <p:nvPr/>
        </p:nvSpPr>
        <p:spPr>
          <a:xfrm>
            <a:off x="3944815" y="4041228"/>
            <a:ext cx="212267" cy="182057"/>
          </a:xfrm>
          <a:custGeom>
            <a:avLst/>
            <a:gdLst/>
            <a:ahLst/>
            <a:cxnLst/>
            <a:rect l="l" t="t" r="r" b="b"/>
            <a:pathLst>
              <a:path w="6134" h="5261" extrusionOk="0">
                <a:moveTo>
                  <a:pt x="874" y="1"/>
                </a:moveTo>
                <a:cubicBezTo>
                  <a:pt x="395" y="1"/>
                  <a:pt x="0" y="395"/>
                  <a:pt x="0" y="883"/>
                </a:cubicBezTo>
                <a:lnTo>
                  <a:pt x="0" y="5260"/>
                </a:lnTo>
                <a:lnTo>
                  <a:pt x="6133" y="5260"/>
                </a:lnTo>
                <a:lnTo>
                  <a:pt x="6133" y="883"/>
                </a:lnTo>
                <a:cubicBezTo>
                  <a:pt x="6133" y="395"/>
                  <a:pt x="5739" y="1"/>
                  <a:pt x="52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0"/>
          <p:cNvSpPr/>
          <p:nvPr/>
        </p:nvSpPr>
        <p:spPr>
          <a:xfrm>
            <a:off x="3823252" y="4162790"/>
            <a:ext cx="576589" cy="849276"/>
          </a:xfrm>
          <a:custGeom>
            <a:avLst/>
            <a:gdLst/>
            <a:ahLst/>
            <a:cxnLst/>
            <a:rect l="l" t="t" r="r" b="b"/>
            <a:pathLst>
              <a:path w="16662" h="24542" extrusionOk="0">
                <a:moveTo>
                  <a:pt x="883" y="0"/>
                </a:moveTo>
                <a:cubicBezTo>
                  <a:pt x="395" y="0"/>
                  <a:pt x="10" y="385"/>
                  <a:pt x="10" y="874"/>
                </a:cubicBezTo>
                <a:lnTo>
                  <a:pt x="10" y="23658"/>
                </a:lnTo>
                <a:cubicBezTo>
                  <a:pt x="1" y="24147"/>
                  <a:pt x="395" y="24541"/>
                  <a:pt x="883" y="24541"/>
                </a:cubicBezTo>
                <a:lnTo>
                  <a:pt x="16662" y="24541"/>
                </a:lnTo>
                <a:lnTo>
                  <a:pt x="166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0"/>
          <p:cNvSpPr/>
          <p:nvPr/>
        </p:nvSpPr>
        <p:spPr>
          <a:xfrm>
            <a:off x="3916198" y="4496195"/>
            <a:ext cx="148905" cy="60836"/>
          </a:xfrm>
          <a:custGeom>
            <a:avLst/>
            <a:gdLst/>
            <a:ahLst/>
            <a:cxnLst/>
            <a:rect l="l" t="t" r="r" b="b"/>
            <a:pathLst>
              <a:path w="4303" h="1758" extrusionOk="0">
                <a:moveTo>
                  <a:pt x="878" y="1"/>
                </a:moveTo>
                <a:cubicBezTo>
                  <a:pt x="395" y="1"/>
                  <a:pt x="1" y="388"/>
                  <a:pt x="1" y="875"/>
                </a:cubicBezTo>
                <a:cubicBezTo>
                  <a:pt x="1" y="1367"/>
                  <a:pt x="404" y="1758"/>
                  <a:pt x="894" y="1758"/>
                </a:cubicBezTo>
                <a:cubicBezTo>
                  <a:pt x="900" y="1758"/>
                  <a:pt x="906" y="1758"/>
                  <a:pt x="912" y="1758"/>
                </a:cubicBezTo>
                <a:lnTo>
                  <a:pt x="3457" y="1758"/>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0"/>
          <p:cNvSpPr/>
          <p:nvPr/>
        </p:nvSpPr>
        <p:spPr>
          <a:xfrm>
            <a:off x="3917513" y="4375013"/>
            <a:ext cx="148559" cy="60801"/>
          </a:xfrm>
          <a:custGeom>
            <a:avLst/>
            <a:gdLst/>
            <a:ahLst/>
            <a:cxnLst/>
            <a:rect l="l" t="t" r="r" b="b"/>
            <a:pathLst>
              <a:path w="4293" h="1757" extrusionOk="0">
                <a:moveTo>
                  <a:pt x="874" y="0"/>
                </a:moveTo>
                <a:cubicBezTo>
                  <a:pt x="395" y="0"/>
                  <a:pt x="0" y="395"/>
                  <a:pt x="0" y="874"/>
                </a:cubicBezTo>
                <a:cubicBezTo>
                  <a:pt x="0" y="1362"/>
                  <a:pt x="395" y="1747"/>
                  <a:pt x="874" y="1756"/>
                </a:cubicBezTo>
                <a:lnTo>
                  <a:pt x="3419" y="1756"/>
                </a:lnTo>
                <a:cubicBezTo>
                  <a:pt x="3898" y="1747"/>
                  <a:pt x="4292" y="1362"/>
                  <a:pt x="4292" y="874"/>
                </a:cubicBezTo>
                <a:cubicBezTo>
                  <a:pt x="4292" y="395"/>
                  <a:pt x="3898" y="0"/>
                  <a:pt x="3419"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0"/>
          <p:cNvSpPr/>
          <p:nvPr/>
        </p:nvSpPr>
        <p:spPr>
          <a:xfrm>
            <a:off x="3916198" y="4253763"/>
            <a:ext cx="148905" cy="60524"/>
          </a:xfrm>
          <a:custGeom>
            <a:avLst/>
            <a:gdLst/>
            <a:ahLst/>
            <a:cxnLst/>
            <a:rect l="l" t="t" r="r" b="b"/>
            <a:pathLst>
              <a:path w="4303" h="1749" extrusionOk="0">
                <a:moveTo>
                  <a:pt x="878" y="0"/>
                </a:moveTo>
                <a:cubicBezTo>
                  <a:pt x="395" y="0"/>
                  <a:pt x="1" y="388"/>
                  <a:pt x="1" y="874"/>
                </a:cubicBezTo>
                <a:cubicBezTo>
                  <a:pt x="1" y="1361"/>
                  <a:pt x="395" y="1748"/>
                  <a:pt x="878" y="1748"/>
                </a:cubicBezTo>
                <a:cubicBezTo>
                  <a:pt x="889" y="1748"/>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0"/>
          <p:cNvSpPr/>
          <p:nvPr/>
        </p:nvSpPr>
        <p:spPr>
          <a:xfrm>
            <a:off x="3916198" y="4617411"/>
            <a:ext cx="148905" cy="60870"/>
          </a:xfrm>
          <a:custGeom>
            <a:avLst/>
            <a:gdLst/>
            <a:ahLst/>
            <a:cxnLst/>
            <a:rect l="l" t="t" r="r" b="b"/>
            <a:pathLst>
              <a:path w="4303" h="1759" extrusionOk="0">
                <a:moveTo>
                  <a:pt x="878" y="1"/>
                </a:moveTo>
                <a:cubicBezTo>
                  <a:pt x="396" y="1"/>
                  <a:pt x="1" y="398"/>
                  <a:pt x="1" y="884"/>
                </a:cubicBezTo>
                <a:cubicBezTo>
                  <a:pt x="1" y="1371"/>
                  <a:pt x="395" y="1758"/>
                  <a:pt x="878" y="1758"/>
                </a:cubicBezTo>
                <a:cubicBezTo>
                  <a:pt x="889" y="1758"/>
                  <a:pt x="900" y="1758"/>
                  <a:pt x="912" y="1758"/>
                </a:cubicBezTo>
                <a:lnTo>
                  <a:pt x="3457" y="1758"/>
                </a:lnTo>
                <a:cubicBezTo>
                  <a:pt x="3926" y="1739"/>
                  <a:pt x="4302" y="1354"/>
                  <a:pt x="4302" y="884"/>
                </a:cubicBezTo>
                <a:cubicBezTo>
                  <a:pt x="4302" y="405"/>
                  <a:pt x="3926" y="20"/>
                  <a:pt x="3457" y="1"/>
                </a:cubicBezTo>
                <a:lnTo>
                  <a:pt x="912" y="1"/>
                </a:lnTo>
                <a:cubicBezTo>
                  <a:pt x="900" y="1"/>
                  <a:pt x="889" y="1"/>
                  <a:pt x="87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0"/>
          <p:cNvSpPr/>
          <p:nvPr/>
        </p:nvSpPr>
        <p:spPr>
          <a:xfrm>
            <a:off x="3916198" y="4738973"/>
            <a:ext cx="148905" cy="60524"/>
          </a:xfrm>
          <a:custGeom>
            <a:avLst/>
            <a:gdLst/>
            <a:ahLst/>
            <a:cxnLst/>
            <a:rect l="l" t="t" r="r" b="b"/>
            <a:pathLst>
              <a:path w="4303" h="1749" extrusionOk="0">
                <a:moveTo>
                  <a:pt x="878" y="0"/>
                </a:moveTo>
                <a:cubicBezTo>
                  <a:pt x="395" y="0"/>
                  <a:pt x="1" y="388"/>
                  <a:pt x="1" y="874"/>
                </a:cubicBezTo>
                <a:cubicBezTo>
                  <a:pt x="1" y="1361"/>
                  <a:pt x="395" y="1749"/>
                  <a:pt x="878" y="1749"/>
                </a:cubicBezTo>
                <a:cubicBezTo>
                  <a:pt x="889" y="1749"/>
                  <a:pt x="900" y="1748"/>
                  <a:pt x="912" y="1748"/>
                </a:cubicBezTo>
                <a:lnTo>
                  <a:pt x="3457" y="1748"/>
                </a:lnTo>
                <a:cubicBezTo>
                  <a:pt x="3926" y="1729"/>
                  <a:pt x="4302" y="1344"/>
                  <a:pt x="4302" y="874"/>
                </a:cubicBezTo>
                <a:cubicBezTo>
                  <a:pt x="4302" y="405"/>
                  <a:pt x="3926" y="10"/>
                  <a:pt x="3457" y="1"/>
                </a:cubicBezTo>
                <a:lnTo>
                  <a:pt x="912" y="1"/>
                </a:lnTo>
                <a:cubicBezTo>
                  <a:pt x="900" y="1"/>
                  <a:pt x="889" y="0"/>
                  <a:pt x="8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0"/>
          <p:cNvSpPr/>
          <p:nvPr/>
        </p:nvSpPr>
        <p:spPr>
          <a:xfrm>
            <a:off x="3916198" y="4860189"/>
            <a:ext cx="148905" cy="60836"/>
          </a:xfrm>
          <a:custGeom>
            <a:avLst/>
            <a:gdLst/>
            <a:ahLst/>
            <a:cxnLst/>
            <a:rect l="l" t="t" r="r" b="b"/>
            <a:pathLst>
              <a:path w="4303" h="1758" extrusionOk="0">
                <a:moveTo>
                  <a:pt x="878" y="1"/>
                </a:moveTo>
                <a:cubicBezTo>
                  <a:pt x="395" y="1"/>
                  <a:pt x="1" y="388"/>
                  <a:pt x="1" y="875"/>
                </a:cubicBezTo>
                <a:cubicBezTo>
                  <a:pt x="1" y="1367"/>
                  <a:pt x="404" y="1758"/>
                  <a:pt x="894" y="1758"/>
                </a:cubicBezTo>
                <a:cubicBezTo>
                  <a:pt x="900" y="1758"/>
                  <a:pt x="906" y="1758"/>
                  <a:pt x="912" y="1757"/>
                </a:cubicBezTo>
                <a:lnTo>
                  <a:pt x="3457" y="1757"/>
                </a:lnTo>
                <a:cubicBezTo>
                  <a:pt x="3926" y="1739"/>
                  <a:pt x="4302" y="1344"/>
                  <a:pt x="4302" y="875"/>
                </a:cubicBezTo>
                <a:cubicBezTo>
                  <a:pt x="4302" y="405"/>
                  <a:pt x="3926" y="20"/>
                  <a:pt x="3457" y="1"/>
                </a:cubicBezTo>
                <a:lnTo>
                  <a:pt x="912" y="1"/>
                </a:lnTo>
                <a:cubicBezTo>
                  <a:pt x="900" y="1"/>
                  <a:pt x="889" y="1"/>
                  <a:pt x="87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0"/>
          <p:cNvSpPr/>
          <p:nvPr/>
        </p:nvSpPr>
        <p:spPr>
          <a:xfrm>
            <a:off x="4116415" y="4253763"/>
            <a:ext cx="70871" cy="60697"/>
          </a:xfrm>
          <a:custGeom>
            <a:avLst/>
            <a:gdLst/>
            <a:ahLst/>
            <a:cxnLst/>
            <a:rect l="l" t="t" r="r" b="b"/>
            <a:pathLst>
              <a:path w="2048" h="1754" extrusionOk="0">
                <a:moveTo>
                  <a:pt x="1191" y="1"/>
                </a:moveTo>
                <a:cubicBezTo>
                  <a:pt x="1185" y="1"/>
                  <a:pt x="1180" y="1"/>
                  <a:pt x="1174" y="1"/>
                </a:cubicBezTo>
                <a:cubicBezTo>
                  <a:pt x="395" y="1"/>
                  <a:pt x="0" y="940"/>
                  <a:pt x="554" y="1494"/>
                </a:cubicBezTo>
                <a:cubicBezTo>
                  <a:pt x="733" y="1673"/>
                  <a:pt x="952" y="1753"/>
                  <a:pt x="1167" y="1753"/>
                </a:cubicBezTo>
                <a:cubicBezTo>
                  <a:pt x="1617" y="1753"/>
                  <a:pt x="2047" y="1402"/>
                  <a:pt x="2047" y="874"/>
                </a:cubicBezTo>
                <a:cubicBezTo>
                  <a:pt x="2047" y="392"/>
                  <a:pt x="1671" y="1"/>
                  <a:pt x="119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0"/>
          <p:cNvSpPr/>
          <p:nvPr/>
        </p:nvSpPr>
        <p:spPr>
          <a:xfrm>
            <a:off x="4116415" y="4375013"/>
            <a:ext cx="70871" cy="60663"/>
          </a:xfrm>
          <a:custGeom>
            <a:avLst/>
            <a:gdLst/>
            <a:ahLst/>
            <a:cxnLst/>
            <a:rect l="l" t="t" r="r" b="b"/>
            <a:pathLst>
              <a:path w="2048" h="1753" extrusionOk="0">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0"/>
          <p:cNvSpPr/>
          <p:nvPr/>
        </p:nvSpPr>
        <p:spPr>
          <a:xfrm>
            <a:off x="4116415" y="4496229"/>
            <a:ext cx="70871" cy="60836"/>
          </a:xfrm>
          <a:custGeom>
            <a:avLst/>
            <a:gdLst/>
            <a:ahLst/>
            <a:cxnLst/>
            <a:rect l="l" t="t" r="r" b="b"/>
            <a:pathLst>
              <a:path w="2048" h="1758" extrusionOk="0">
                <a:moveTo>
                  <a:pt x="1174" y="0"/>
                </a:moveTo>
                <a:cubicBezTo>
                  <a:pt x="395" y="0"/>
                  <a:pt x="0" y="949"/>
                  <a:pt x="554" y="1503"/>
                </a:cubicBezTo>
                <a:cubicBezTo>
                  <a:pt x="733" y="1679"/>
                  <a:pt x="951" y="1758"/>
                  <a:pt x="1166" y="1758"/>
                </a:cubicBezTo>
                <a:cubicBezTo>
                  <a:pt x="1616" y="1758"/>
                  <a:pt x="2047" y="1408"/>
                  <a:pt x="2047" y="874"/>
                </a:cubicBezTo>
                <a:cubicBezTo>
                  <a:pt x="2047" y="395"/>
                  <a:pt x="1662" y="0"/>
                  <a:pt x="11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0"/>
          <p:cNvSpPr/>
          <p:nvPr/>
        </p:nvSpPr>
        <p:spPr>
          <a:xfrm>
            <a:off x="4116415" y="4617445"/>
            <a:ext cx="70871" cy="61009"/>
          </a:xfrm>
          <a:custGeom>
            <a:avLst/>
            <a:gdLst/>
            <a:ahLst/>
            <a:cxnLst/>
            <a:rect l="l" t="t" r="r" b="b"/>
            <a:pathLst>
              <a:path w="2048" h="1763" extrusionOk="0">
                <a:moveTo>
                  <a:pt x="1174" y="0"/>
                </a:moveTo>
                <a:cubicBezTo>
                  <a:pt x="395" y="0"/>
                  <a:pt x="0" y="949"/>
                  <a:pt x="554" y="1503"/>
                </a:cubicBezTo>
                <a:cubicBezTo>
                  <a:pt x="733" y="1682"/>
                  <a:pt x="952" y="1762"/>
                  <a:pt x="1167" y="1762"/>
                </a:cubicBezTo>
                <a:cubicBezTo>
                  <a:pt x="1617" y="1762"/>
                  <a:pt x="2047" y="1411"/>
                  <a:pt x="2047" y="883"/>
                </a:cubicBezTo>
                <a:cubicBezTo>
                  <a:pt x="2047" y="395"/>
                  <a:pt x="1662" y="0"/>
                  <a:pt x="11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0"/>
          <p:cNvSpPr/>
          <p:nvPr/>
        </p:nvSpPr>
        <p:spPr>
          <a:xfrm>
            <a:off x="4116415" y="4738973"/>
            <a:ext cx="70871" cy="60697"/>
          </a:xfrm>
          <a:custGeom>
            <a:avLst/>
            <a:gdLst/>
            <a:ahLst/>
            <a:cxnLst/>
            <a:rect l="l" t="t" r="r" b="b"/>
            <a:pathLst>
              <a:path w="2048" h="1754" extrusionOk="0">
                <a:moveTo>
                  <a:pt x="1174" y="1"/>
                </a:moveTo>
                <a:cubicBezTo>
                  <a:pt x="395" y="1"/>
                  <a:pt x="0" y="940"/>
                  <a:pt x="554" y="1494"/>
                </a:cubicBezTo>
                <a:cubicBezTo>
                  <a:pt x="733" y="1673"/>
                  <a:pt x="952" y="1753"/>
                  <a:pt x="1167" y="1753"/>
                </a:cubicBezTo>
                <a:cubicBezTo>
                  <a:pt x="1617" y="1753"/>
                  <a:pt x="2047" y="1402"/>
                  <a:pt x="2047" y="874"/>
                </a:cubicBezTo>
                <a:cubicBezTo>
                  <a:pt x="2047" y="386"/>
                  <a:pt x="1662" y="1"/>
                  <a:pt x="117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0"/>
          <p:cNvSpPr/>
          <p:nvPr/>
        </p:nvSpPr>
        <p:spPr>
          <a:xfrm>
            <a:off x="4116415" y="4860224"/>
            <a:ext cx="70871" cy="60663"/>
          </a:xfrm>
          <a:custGeom>
            <a:avLst/>
            <a:gdLst/>
            <a:ahLst/>
            <a:cxnLst/>
            <a:rect l="l" t="t" r="r" b="b"/>
            <a:pathLst>
              <a:path w="2048" h="1753" extrusionOk="0">
                <a:moveTo>
                  <a:pt x="1174" y="0"/>
                </a:moveTo>
                <a:cubicBezTo>
                  <a:pt x="395" y="0"/>
                  <a:pt x="0" y="939"/>
                  <a:pt x="554" y="1493"/>
                </a:cubicBezTo>
                <a:cubicBezTo>
                  <a:pt x="733" y="1672"/>
                  <a:pt x="952" y="1752"/>
                  <a:pt x="1167" y="1752"/>
                </a:cubicBezTo>
                <a:cubicBezTo>
                  <a:pt x="1617" y="1752"/>
                  <a:pt x="2047" y="1401"/>
                  <a:pt x="2047" y="874"/>
                </a:cubicBezTo>
                <a:cubicBezTo>
                  <a:pt x="2047" y="395"/>
                  <a:pt x="1662" y="0"/>
                  <a:pt x="117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0"/>
          <p:cNvSpPr/>
          <p:nvPr/>
        </p:nvSpPr>
        <p:spPr>
          <a:xfrm>
            <a:off x="4750161" y="4219735"/>
            <a:ext cx="59842" cy="59826"/>
          </a:xfrm>
          <a:custGeom>
            <a:avLst/>
            <a:gdLst/>
            <a:ahLst/>
            <a:cxnLst/>
            <a:rect l="l" t="t" r="r" b="b"/>
            <a:pathLst>
              <a:path w="3686" h="3685" extrusionOk="0">
                <a:moveTo>
                  <a:pt x="1843" y="0"/>
                </a:moveTo>
                <a:cubicBezTo>
                  <a:pt x="823" y="0"/>
                  <a:pt x="1" y="821"/>
                  <a:pt x="1" y="1841"/>
                </a:cubicBezTo>
                <a:lnTo>
                  <a:pt x="1" y="1842"/>
                </a:lnTo>
                <a:cubicBezTo>
                  <a:pt x="1" y="2864"/>
                  <a:pt x="823" y="3685"/>
                  <a:pt x="1843" y="3685"/>
                </a:cubicBezTo>
                <a:cubicBezTo>
                  <a:pt x="2865" y="3685"/>
                  <a:pt x="3685" y="2864"/>
                  <a:pt x="3685" y="1842"/>
                </a:cubicBezTo>
                <a:lnTo>
                  <a:pt x="3685" y="1841"/>
                </a:lnTo>
                <a:cubicBezTo>
                  <a:pt x="3685" y="821"/>
                  <a:pt x="2865"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0"/>
          <p:cNvSpPr/>
          <p:nvPr/>
        </p:nvSpPr>
        <p:spPr>
          <a:xfrm>
            <a:off x="4857588" y="4219735"/>
            <a:ext cx="59842" cy="59826"/>
          </a:xfrm>
          <a:custGeom>
            <a:avLst/>
            <a:gdLst/>
            <a:ahLst/>
            <a:cxnLst/>
            <a:rect l="l" t="t" r="r" b="b"/>
            <a:pathLst>
              <a:path w="3686" h="3685" extrusionOk="0">
                <a:moveTo>
                  <a:pt x="1843" y="0"/>
                </a:moveTo>
                <a:cubicBezTo>
                  <a:pt x="822" y="0"/>
                  <a:pt x="1" y="821"/>
                  <a:pt x="1" y="1841"/>
                </a:cubicBezTo>
                <a:lnTo>
                  <a:pt x="1" y="1842"/>
                </a:lnTo>
                <a:cubicBezTo>
                  <a:pt x="1" y="2864"/>
                  <a:pt x="822" y="3685"/>
                  <a:pt x="1843" y="3685"/>
                </a:cubicBezTo>
                <a:cubicBezTo>
                  <a:pt x="2863" y="3685"/>
                  <a:pt x="3686" y="2864"/>
                  <a:pt x="3686" y="1842"/>
                </a:cubicBezTo>
                <a:lnTo>
                  <a:pt x="3686" y="1841"/>
                </a:lnTo>
                <a:cubicBezTo>
                  <a:pt x="3686"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0"/>
          <p:cNvSpPr/>
          <p:nvPr/>
        </p:nvSpPr>
        <p:spPr>
          <a:xfrm>
            <a:off x="4642766" y="4312551"/>
            <a:ext cx="59810" cy="59826"/>
          </a:xfrm>
          <a:custGeom>
            <a:avLst/>
            <a:gdLst/>
            <a:ahLst/>
            <a:cxnLst/>
            <a:rect l="l" t="t" r="r" b="b"/>
            <a:pathLst>
              <a:path w="3684" h="3685" extrusionOk="0">
                <a:moveTo>
                  <a:pt x="1843" y="0"/>
                </a:moveTo>
                <a:cubicBezTo>
                  <a:pt x="821" y="0"/>
                  <a:pt x="0" y="821"/>
                  <a:pt x="0" y="1841"/>
                </a:cubicBezTo>
                <a:lnTo>
                  <a:pt x="0" y="1842"/>
                </a:lnTo>
                <a:cubicBezTo>
                  <a:pt x="0" y="2862"/>
                  <a:pt x="821" y="3685"/>
                  <a:pt x="1843" y="3685"/>
                </a:cubicBezTo>
                <a:cubicBezTo>
                  <a:pt x="2863" y="3685"/>
                  <a:pt x="3683" y="2862"/>
                  <a:pt x="3683" y="1842"/>
                </a:cubicBezTo>
                <a:lnTo>
                  <a:pt x="3683" y="1841"/>
                </a:lnTo>
                <a:cubicBezTo>
                  <a:pt x="3683"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0"/>
          <p:cNvSpPr/>
          <p:nvPr/>
        </p:nvSpPr>
        <p:spPr>
          <a:xfrm>
            <a:off x="4750161" y="4312551"/>
            <a:ext cx="59842" cy="59826"/>
          </a:xfrm>
          <a:custGeom>
            <a:avLst/>
            <a:gdLst/>
            <a:ahLst/>
            <a:cxnLst/>
            <a:rect l="l" t="t" r="r" b="b"/>
            <a:pathLst>
              <a:path w="3686" h="3685" extrusionOk="0">
                <a:moveTo>
                  <a:pt x="1843" y="0"/>
                </a:moveTo>
                <a:cubicBezTo>
                  <a:pt x="823" y="0"/>
                  <a:pt x="1" y="821"/>
                  <a:pt x="1" y="1841"/>
                </a:cubicBezTo>
                <a:lnTo>
                  <a:pt x="1" y="1842"/>
                </a:lnTo>
                <a:cubicBezTo>
                  <a:pt x="1" y="2862"/>
                  <a:pt x="823" y="3685"/>
                  <a:pt x="1843" y="3685"/>
                </a:cubicBezTo>
                <a:cubicBezTo>
                  <a:pt x="2865" y="3685"/>
                  <a:pt x="3685" y="2862"/>
                  <a:pt x="3685" y="1842"/>
                </a:cubicBezTo>
                <a:lnTo>
                  <a:pt x="3685" y="1841"/>
                </a:lnTo>
                <a:cubicBezTo>
                  <a:pt x="3685" y="821"/>
                  <a:pt x="2865"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0"/>
          <p:cNvSpPr/>
          <p:nvPr/>
        </p:nvSpPr>
        <p:spPr>
          <a:xfrm>
            <a:off x="4857588" y="4312551"/>
            <a:ext cx="59842" cy="59826"/>
          </a:xfrm>
          <a:custGeom>
            <a:avLst/>
            <a:gdLst/>
            <a:ahLst/>
            <a:cxnLst/>
            <a:rect l="l" t="t" r="r" b="b"/>
            <a:pathLst>
              <a:path w="3686" h="3685" extrusionOk="0">
                <a:moveTo>
                  <a:pt x="1843" y="0"/>
                </a:moveTo>
                <a:cubicBezTo>
                  <a:pt x="822" y="0"/>
                  <a:pt x="1" y="821"/>
                  <a:pt x="1" y="1841"/>
                </a:cubicBezTo>
                <a:lnTo>
                  <a:pt x="1" y="1842"/>
                </a:lnTo>
                <a:cubicBezTo>
                  <a:pt x="1" y="2862"/>
                  <a:pt x="822" y="3685"/>
                  <a:pt x="1843" y="3685"/>
                </a:cubicBezTo>
                <a:cubicBezTo>
                  <a:pt x="2863" y="3685"/>
                  <a:pt x="3686" y="2862"/>
                  <a:pt x="3686" y="1842"/>
                </a:cubicBezTo>
                <a:lnTo>
                  <a:pt x="3686" y="1841"/>
                </a:lnTo>
                <a:cubicBezTo>
                  <a:pt x="3686"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0"/>
          <p:cNvSpPr/>
          <p:nvPr/>
        </p:nvSpPr>
        <p:spPr>
          <a:xfrm>
            <a:off x="4642766" y="4405334"/>
            <a:ext cx="59810" cy="59842"/>
          </a:xfrm>
          <a:custGeom>
            <a:avLst/>
            <a:gdLst/>
            <a:ahLst/>
            <a:cxnLst/>
            <a:rect l="l" t="t" r="r" b="b"/>
            <a:pathLst>
              <a:path w="3684" h="3686" extrusionOk="0">
                <a:moveTo>
                  <a:pt x="1843" y="1"/>
                </a:moveTo>
                <a:cubicBezTo>
                  <a:pt x="821" y="1"/>
                  <a:pt x="0" y="823"/>
                  <a:pt x="0" y="1843"/>
                </a:cubicBezTo>
                <a:lnTo>
                  <a:pt x="0" y="1845"/>
                </a:lnTo>
                <a:cubicBezTo>
                  <a:pt x="0" y="2864"/>
                  <a:pt x="821" y="3685"/>
                  <a:pt x="1843" y="3685"/>
                </a:cubicBezTo>
                <a:cubicBezTo>
                  <a:pt x="2863" y="3685"/>
                  <a:pt x="3683" y="2864"/>
                  <a:pt x="3683" y="1845"/>
                </a:cubicBezTo>
                <a:lnTo>
                  <a:pt x="3683" y="1843"/>
                </a:lnTo>
                <a:cubicBezTo>
                  <a:pt x="3683"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a:off x="4750161" y="4405334"/>
            <a:ext cx="59842" cy="59842"/>
          </a:xfrm>
          <a:custGeom>
            <a:avLst/>
            <a:gdLst/>
            <a:ahLst/>
            <a:cxnLst/>
            <a:rect l="l" t="t" r="r" b="b"/>
            <a:pathLst>
              <a:path w="3686" h="3686" extrusionOk="0">
                <a:moveTo>
                  <a:pt x="1843" y="1"/>
                </a:moveTo>
                <a:cubicBezTo>
                  <a:pt x="823" y="1"/>
                  <a:pt x="1" y="823"/>
                  <a:pt x="1" y="1843"/>
                </a:cubicBezTo>
                <a:lnTo>
                  <a:pt x="1" y="1845"/>
                </a:lnTo>
                <a:cubicBezTo>
                  <a:pt x="1" y="2864"/>
                  <a:pt x="823" y="3685"/>
                  <a:pt x="1843" y="3685"/>
                </a:cubicBezTo>
                <a:cubicBezTo>
                  <a:pt x="2865" y="3685"/>
                  <a:pt x="3685" y="2864"/>
                  <a:pt x="3685" y="1845"/>
                </a:cubicBezTo>
                <a:lnTo>
                  <a:pt x="3685" y="1843"/>
                </a:lnTo>
                <a:cubicBezTo>
                  <a:pt x="3685" y="823"/>
                  <a:pt x="2865"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0"/>
          <p:cNvSpPr/>
          <p:nvPr/>
        </p:nvSpPr>
        <p:spPr>
          <a:xfrm>
            <a:off x="4857588" y="4405334"/>
            <a:ext cx="59842" cy="59842"/>
          </a:xfrm>
          <a:custGeom>
            <a:avLst/>
            <a:gdLst/>
            <a:ahLst/>
            <a:cxnLst/>
            <a:rect l="l" t="t" r="r" b="b"/>
            <a:pathLst>
              <a:path w="3686" h="3686" extrusionOk="0">
                <a:moveTo>
                  <a:pt x="1843" y="1"/>
                </a:moveTo>
                <a:cubicBezTo>
                  <a:pt x="822" y="1"/>
                  <a:pt x="1" y="823"/>
                  <a:pt x="1" y="1843"/>
                </a:cubicBezTo>
                <a:lnTo>
                  <a:pt x="1" y="1845"/>
                </a:lnTo>
                <a:cubicBezTo>
                  <a:pt x="1" y="2864"/>
                  <a:pt x="822" y="3685"/>
                  <a:pt x="1843" y="3685"/>
                </a:cubicBezTo>
                <a:cubicBezTo>
                  <a:pt x="2863" y="3685"/>
                  <a:pt x="3686" y="2864"/>
                  <a:pt x="3686" y="1845"/>
                </a:cubicBezTo>
                <a:lnTo>
                  <a:pt x="3686" y="1843"/>
                </a:lnTo>
                <a:cubicBezTo>
                  <a:pt x="3686"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4642766" y="4498149"/>
            <a:ext cx="59810" cy="59842"/>
          </a:xfrm>
          <a:custGeom>
            <a:avLst/>
            <a:gdLst/>
            <a:ahLst/>
            <a:cxnLst/>
            <a:rect l="l" t="t" r="r" b="b"/>
            <a:pathLst>
              <a:path w="3684" h="3686" extrusionOk="0">
                <a:moveTo>
                  <a:pt x="1843" y="1"/>
                </a:moveTo>
                <a:cubicBezTo>
                  <a:pt x="821" y="1"/>
                  <a:pt x="0" y="821"/>
                  <a:pt x="0" y="1843"/>
                </a:cubicBezTo>
                <a:cubicBezTo>
                  <a:pt x="0" y="2864"/>
                  <a:pt x="821" y="3685"/>
                  <a:pt x="1843" y="3685"/>
                </a:cubicBezTo>
                <a:cubicBezTo>
                  <a:pt x="2863" y="3685"/>
                  <a:pt x="3683" y="2864"/>
                  <a:pt x="3683" y="1843"/>
                </a:cubicBezTo>
                <a:cubicBezTo>
                  <a:pt x="3683"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4750161" y="4498149"/>
            <a:ext cx="59842" cy="59842"/>
          </a:xfrm>
          <a:custGeom>
            <a:avLst/>
            <a:gdLst/>
            <a:ahLst/>
            <a:cxnLst/>
            <a:rect l="l" t="t" r="r" b="b"/>
            <a:pathLst>
              <a:path w="3686" h="3686" extrusionOk="0">
                <a:moveTo>
                  <a:pt x="1843" y="1"/>
                </a:moveTo>
                <a:cubicBezTo>
                  <a:pt x="823" y="1"/>
                  <a:pt x="1" y="821"/>
                  <a:pt x="1" y="1843"/>
                </a:cubicBezTo>
                <a:cubicBezTo>
                  <a:pt x="1" y="2864"/>
                  <a:pt x="823" y="3685"/>
                  <a:pt x="1843" y="3685"/>
                </a:cubicBezTo>
                <a:cubicBezTo>
                  <a:pt x="2865" y="3685"/>
                  <a:pt x="3685" y="2864"/>
                  <a:pt x="3685" y="1843"/>
                </a:cubicBezTo>
                <a:cubicBezTo>
                  <a:pt x="3685" y="821"/>
                  <a:pt x="2865"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4857588" y="4498149"/>
            <a:ext cx="59842" cy="59842"/>
          </a:xfrm>
          <a:custGeom>
            <a:avLst/>
            <a:gdLst/>
            <a:ahLst/>
            <a:cxnLst/>
            <a:rect l="l" t="t" r="r" b="b"/>
            <a:pathLst>
              <a:path w="3686" h="3686" extrusionOk="0">
                <a:moveTo>
                  <a:pt x="1843" y="1"/>
                </a:moveTo>
                <a:cubicBezTo>
                  <a:pt x="822" y="1"/>
                  <a:pt x="1" y="821"/>
                  <a:pt x="1" y="1843"/>
                </a:cubicBezTo>
                <a:cubicBezTo>
                  <a:pt x="1" y="2864"/>
                  <a:pt x="822" y="3685"/>
                  <a:pt x="1843" y="3685"/>
                </a:cubicBezTo>
                <a:cubicBezTo>
                  <a:pt x="2863" y="3685"/>
                  <a:pt x="3686" y="2864"/>
                  <a:pt x="3686" y="1843"/>
                </a:cubicBezTo>
                <a:cubicBezTo>
                  <a:pt x="3686"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4642766" y="4590965"/>
            <a:ext cx="59810" cy="59842"/>
          </a:xfrm>
          <a:custGeom>
            <a:avLst/>
            <a:gdLst/>
            <a:ahLst/>
            <a:cxnLst/>
            <a:rect l="l" t="t" r="r" b="b"/>
            <a:pathLst>
              <a:path w="3684" h="3686" extrusionOk="0">
                <a:moveTo>
                  <a:pt x="1843" y="1"/>
                </a:moveTo>
                <a:cubicBezTo>
                  <a:pt x="821" y="1"/>
                  <a:pt x="0" y="822"/>
                  <a:pt x="0" y="1841"/>
                </a:cubicBezTo>
                <a:lnTo>
                  <a:pt x="0" y="1843"/>
                </a:lnTo>
                <a:cubicBezTo>
                  <a:pt x="0" y="2863"/>
                  <a:pt x="821" y="3685"/>
                  <a:pt x="1843" y="3685"/>
                </a:cubicBezTo>
                <a:cubicBezTo>
                  <a:pt x="2863" y="3685"/>
                  <a:pt x="3683" y="2863"/>
                  <a:pt x="3683" y="1843"/>
                </a:cubicBezTo>
                <a:lnTo>
                  <a:pt x="3683" y="1841"/>
                </a:lnTo>
                <a:cubicBezTo>
                  <a:pt x="3683" y="822"/>
                  <a:pt x="2863" y="1"/>
                  <a:pt x="18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4750161" y="4590965"/>
            <a:ext cx="59842" cy="59842"/>
          </a:xfrm>
          <a:custGeom>
            <a:avLst/>
            <a:gdLst/>
            <a:ahLst/>
            <a:cxnLst/>
            <a:rect l="l" t="t" r="r" b="b"/>
            <a:pathLst>
              <a:path w="3686" h="3686" extrusionOk="0">
                <a:moveTo>
                  <a:pt x="1843" y="1"/>
                </a:moveTo>
                <a:cubicBezTo>
                  <a:pt x="823" y="1"/>
                  <a:pt x="1" y="822"/>
                  <a:pt x="1" y="1841"/>
                </a:cubicBezTo>
                <a:lnTo>
                  <a:pt x="1" y="1843"/>
                </a:lnTo>
                <a:cubicBezTo>
                  <a:pt x="1" y="2863"/>
                  <a:pt x="823" y="3685"/>
                  <a:pt x="1843" y="3685"/>
                </a:cubicBezTo>
                <a:cubicBezTo>
                  <a:pt x="2865" y="3685"/>
                  <a:pt x="3685" y="2863"/>
                  <a:pt x="3685" y="1843"/>
                </a:cubicBezTo>
                <a:lnTo>
                  <a:pt x="3685" y="1841"/>
                </a:lnTo>
                <a:cubicBezTo>
                  <a:pt x="3685" y="822"/>
                  <a:pt x="2865" y="1"/>
                  <a:pt x="18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4857588" y="4590965"/>
            <a:ext cx="59842" cy="59842"/>
          </a:xfrm>
          <a:custGeom>
            <a:avLst/>
            <a:gdLst/>
            <a:ahLst/>
            <a:cxnLst/>
            <a:rect l="l" t="t" r="r" b="b"/>
            <a:pathLst>
              <a:path w="3686" h="3686" extrusionOk="0">
                <a:moveTo>
                  <a:pt x="1843" y="1"/>
                </a:moveTo>
                <a:cubicBezTo>
                  <a:pt x="822" y="1"/>
                  <a:pt x="1" y="822"/>
                  <a:pt x="1" y="1841"/>
                </a:cubicBezTo>
                <a:lnTo>
                  <a:pt x="1" y="1843"/>
                </a:lnTo>
                <a:cubicBezTo>
                  <a:pt x="1" y="2863"/>
                  <a:pt x="822" y="3685"/>
                  <a:pt x="1843" y="3685"/>
                </a:cubicBezTo>
                <a:cubicBezTo>
                  <a:pt x="2863" y="3685"/>
                  <a:pt x="3686" y="2863"/>
                  <a:pt x="3686" y="1843"/>
                </a:cubicBezTo>
                <a:lnTo>
                  <a:pt x="3686" y="1841"/>
                </a:lnTo>
                <a:cubicBezTo>
                  <a:pt x="3686" y="822"/>
                  <a:pt x="2863" y="1"/>
                  <a:pt x="18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4642766" y="4628192"/>
            <a:ext cx="59810" cy="59842"/>
          </a:xfrm>
          <a:custGeom>
            <a:avLst/>
            <a:gdLst/>
            <a:ahLst/>
            <a:cxnLst/>
            <a:rect l="l" t="t" r="r" b="b"/>
            <a:pathLst>
              <a:path w="3684" h="3686" extrusionOk="0">
                <a:moveTo>
                  <a:pt x="0" y="1"/>
                </a:moveTo>
                <a:lnTo>
                  <a:pt x="0" y="3686"/>
                </a:lnTo>
                <a:lnTo>
                  <a:pt x="3683" y="3686"/>
                </a:lnTo>
                <a:lnTo>
                  <a:pt x="36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4750161" y="4628192"/>
            <a:ext cx="59842" cy="59842"/>
          </a:xfrm>
          <a:custGeom>
            <a:avLst/>
            <a:gdLst/>
            <a:ahLst/>
            <a:cxnLst/>
            <a:rect l="l" t="t" r="r" b="b"/>
            <a:pathLst>
              <a:path w="3686" h="3686" extrusionOk="0">
                <a:moveTo>
                  <a:pt x="1" y="1"/>
                </a:moveTo>
                <a:lnTo>
                  <a:pt x="1" y="3686"/>
                </a:lnTo>
                <a:lnTo>
                  <a:pt x="3685" y="3686"/>
                </a:lnTo>
                <a:lnTo>
                  <a:pt x="36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0"/>
          <p:cNvSpPr/>
          <p:nvPr/>
        </p:nvSpPr>
        <p:spPr>
          <a:xfrm>
            <a:off x="4857588" y="4628192"/>
            <a:ext cx="59842" cy="59842"/>
          </a:xfrm>
          <a:custGeom>
            <a:avLst/>
            <a:gdLst/>
            <a:ahLst/>
            <a:cxnLst/>
            <a:rect l="l" t="t" r="r" b="b"/>
            <a:pathLst>
              <a:path w="3686" h="3686" extrusionOk="0">
                <a:moveTo>
                  <a:pt x="1" y="1"/>
                </a:moveTo>
                <a:lnTo>
                  <a:pt x="1" y="3686"/>
                </a:lnTo>
                <a:lnTo>
                  <a:pt x="3686" y="3686"/>
                </a:lnTo>
                <a:lnTo>
                  <a:pt x="36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4642766" y="4725683"/>
            <a:ext cx="59810" cy="59794"/>
          </a:xfrm>
          <a:custGeom>
            <a:avLst/>
            <a:gdLst/>
            <a:ahLst/>
            <a:cxnLst/>
            <a:rect l="l" t="t" r="r" b="b"/>
            <a:pathLst>
              <a:path w="3684" h="3683" extrusionOk="0">
                <a:moveTo>
                  <a:pt x="0" y="0"/>
                </a:moveTo>
                <a:lnTo>
                  <a:pt x="0" y="3683"/>
                </a:lnTo>
                <a:lnTo>
                  <a:pt x="3683" y="3683"/>
                </a:lnTo>
                <a:lnTo>
                  <a:pt x="36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0"/>
          <p:cNvSpPr/>
          <p:nvPr/>
        </p:nvSpPr>
        <p:spPr>
          <a:xfrm>
            <a:off x="4750161" y="4725683"/>
            <a:ext cx="59842" cy="59794"/>
          </a:xfrm>
          <a:custGeom>
            <a:avLst/>
            <a:gdLst/>
            <a:ahLst/>
            <a:cxnLst/>
            <a:rect l="l" t="t" r="r" b="b"/>
            <a:pathLst>
              <a:path w="3686" h="3683" extrusionOk="0">
                <a:moveTo>
                  <a:pt x="1" y="0"/>
                </a:moveTo>
                <a:lnTo>
                  <a:pt x="1" y="3683"/>
                </a:lnTo>
                <a:lnTo>
                  <a:pt x="3685" y="3683"/>
                </a:lnTo>
                <a:lnTo>
                  <a:pt x="36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4857588" y="4725683"/>
            <a:ext cx="59842" cy="59794"/>
          </a:xfrm>
          <a:custGeom>
            <a:avLst/>
            <a:gdLst/>
            <a:ahLst/>
            <a:cxnLst/>
            <a:rect l="l" t="t" r="r" b="b"/>
            <a:pathLst>
              <a:path w="3686" h="3683" extrusionOk="0">
                <a:moveTo>
                  <a:pt x="1" y="0"/>
                </a:moveTo>
                <a:lnTo>
                  <a:pt x="1" y="3683"/>
                </a:lnTo>
                <a:lnTo>
                  <a:pt x="3686" y="3683"/>
                </a:lnTo>
                <a:lnTo>
                  <a:pt x="3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0"/>
          <p:cNvSpPr/>
          <p:nvPr/>
        </p:nvSpPr>
        <p:spPr>
          <a:xfrm>
            <a:off x="4642766" y="4831811"/>
            <a:ext cx="59810" cy="59810"/>
          </a:xfrm>
          <a:custGeom>
            <a:avLst/>
            <a:gdLst/>
            <a:ahLst/>
            <a:cxnLst/>
            <a:rect l="l" t="t" r="r" b="b"/>
            <a:pathLst>
              <a:path w="3684" h="3684" extrusionOk="0">
                <a:moveTo>
                  <a:pt x="0" y="1"/>
                </a:moveTo>
                <a:lnTo>
                  <a:pt x="0" y="3684"/>
                </a:lnTo>
                <a:lnTo>
                  <a:pt x="3683" y="3684"/>
                </a:lnTo>
                <a:lnTo>
                  <a:pt x="36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0"/>
          <p:cNvSpPr/>
          <p:nvPr/>
        </p:nvSpPr>
        <p:spPr>
          <a:xfrm>
            <a:off x="4750161" y="4831811"/>
            <a:ext cx="59842" cy="59810"/>
          </a:xfrm>
          <a:custGeom>
            <a:avLst/>
            <a:gdLst/>
            <a:ahLst/>
            <a:cxnLst/>
            <a:rect l="l" t="t" r="r" b="b"/>
            <a:pathLst>
              <a:path w="3686" h="3684" extrusionOk="0">
                <a:moveTo>
                  <a:pt x="1" y="1"/>
                </a:moveTo>
                <a:lnTo>
                  <a:pt x="1" y="3684"/>
                </a:lnTo>
                <a:lnTo>
                  <a:pt x="3685" y="3684"/>
                </a:lnTo>
                <a:lnTo>
                  <a:pt x="368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4857588" y="4831811"/>
            <a:ext cx="59842" cy="59810"/>
          </a:xfrm>
          <a:custGeom>
            <a:avLst/>
            <a:gdLst/>
            <a:ahLst/>
            <a:cxnLst/>
            <a:rect l="l" t="t" r="r" b="b"/>
            <a:pathLst>
              <a:path w="3686" h="3684" extrusionOk="0">
                <a:moveTo>
                  <a:pt x="1" y="1"/>
                </a:moveTo>
                <a:lnTo>
                  <a:pt x="1" y="3684"/>
                </a:lnTo>
                <a:lnTo>
                  <a:pt x="3686" y="3684"/>
                </a:lnTo>
                <a:lnTo>
                  <a:pt x="36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0"/>
          <p:cNvSpPr/>
          <p:nvPr/>
        </p:nvSpPr>
        <p:spPr>
          <a:xfrm>
            <a:off x="4223920" y="3783355"/>
            <a:ext cx="351472" cy="1180707"/>
          </a:xfrm>
          <a:custGeom>
            <a:avLst/>
            <a:gdLst/>
            <a:ahLst/>
            <a:cxnLst/>
            <a:rect l="l" t="t" r="r" b="b"/>
            <a:pathLst>
              <a:path w="21649" h="72726" extrusionOk="0">
                <a:moveTo>
                  <a:pt x="20164" y="0"/>
                </a:moveTo>
                <a:cubicBezTo>
                  <a:pt x="20161" y="0"/>
                  <a:pt x="20158" y="0"/>
                  <a:pt x="20155" y="0"/>
                </a:cubicBezTo>
                <a:lnTo>
                  <a:pt x="1517" y="104"/>
                </a:lnTo>
                <a:cubicBezTo>
                  <a:pt x="701" y="108"/>
                  <a:pt x="41" y="772"/>
                  <a:pt x="41" y="1589"/>
                </a:cubicBezTo>
                <a:lnTo>
                  <a:pt x="0" y="72725"/>
                </a:lnTo>
                <a:lnTo>
                  <a:pt x="21648" y="72725"/>
                </a:lnTo>
                <a:lnTo>
                  <a:pt x="21648" y="1485"/>
                </a:lnTo>
                <a:cubicBezTo>
                  <a:pt x="21648" y="666"/>
                  <a:pt x="20984" y="0"/>
                  <a:pt x="201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0"/>
          <p:cNvSpPr/>
          <p:nvPr/>
        </p:nvSpPr>
        <p:spPr>
          <a:xfrm>
            <a:off x="4288632" y="3855779"/>
            <a:ext cx="33087" cy="1046963"/>
          </a:xfrm>
          <a:custGeom>
            <a:avLst/>
            <a:gdLst/>
            <a:ahLst/>
            <a:cxnLst/>
            <a:rect l="l" t="t" r="r" b="b"/>
            <a:pathLst>
              <a:path w="2038" h="64488" extrusionOk="0">
                <a:moveTo>
                  <a:pt x="1018" y="1"/>
                </a:moveTo>
                <a:cubicBezTo>
                  <a:pt x="454" y="1"/>
                  <a:pt x="0" y="455"/>
                  <a:pt x="0" y="1019"/>
                </a:cubicBezTo>
                <a:lnTo>
                  <a:pt x="0" y="63470"/>
                </a:lnTo>
                <a:cubicBezTo>
                  <a:pt x="0" y="64035"/>
                  <a:pt x="454" y="64488"/>
                  <a:pt x="1018" y="64488"/>
                </a:cubicBezTo>
                <a:cubicBezTo>
                  <a:pt x="1583" y="64488"/>
                  <a:pt x="2038" y="64035"/>
                  <a:pt x="2038" y="63470"/>
                </a:cubicBezTo>
                <a:lnTo>
                  <a:pt x="2038" y="1019"/>
                </a:lnTo>
                <a:cubicBezTo>
                  <a:pt x="2038" y="455"/>
                  <a:pt x="1583" y="1"/>
                  <a:pt x="101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4383136" y="3855779"/>
            <a:ext cx="33071" cy="1046963"/>
          </a:xfrm>
          <a:custGeom>
            <a:avLst/>
            <a:gdLst/>
            <a:ahLst/>
            <a:cxnLst/>
            <a:rect l="l" t="t" r="r" b="b"/>
            <a:pathLst>
              <a:path w="2037" h="64488" extrusionOk="0">
                <a:moveTo>
                  <a:pt x="1018" y="1"/>
                </a:moveTo>
                <a:cubicBezTo>
                  <a:pt x="454" y="1"/>
                  <a:pt x="0" y="455"/>
                  <a:pt x="0" y="1019"/>
                </a:cubicBezTo>
                <a:lnTo>
                  <a:pt x="0" y="63470"/>
                </a:lnTo>
                <a:cubicBezTo>
                  <a:pt x="0" y="64035"/>
                  <a:pt x="454" y="64488"/>
                  <a:pt x="1018" y="64488"/>
                </a:cubicBezTo>
                <a:cubicBezTo>
                  <a:pt x="1582" y="64488"/>
                  <a:pt x="2036" y="64035"/>
                  <a:pt x="2036" y="63470"/>
                </a:cubicBezTo>
                <a:lnTo>
                  <a:pt x="2036" y="1019"/>
                </a:lnTo>
                <a:cubicBezTo>
                  <a:pt x="2036" y="455"/>
                  <a:pt x="1582" y="1"/>
                  <a:pt x="101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0"/>
          <p:cNvSpPr/>
          <p:nvPr/>
        </p:nvSpPr>
        <p:spPr>
          <a:xfrm>
            <a:off x="4477608" y="3855779"/>
            <a:ext cx="33103" cy="1046963"/>
          </a:xfrm>
          <a:custGeom>
            <a:avLst/>
            <a:gdLst/>
            <a:ahLst/>
            <a:cxnLst/>
            <a:rect l="l" t="t" r="r" b="b"/>
            <a:pathLst>
              <a:path w="2039" h="64488" extrusionOk="0">
                <a:moveTo>
                  <a:pt x="1018" y="1"/>
                </a:moveTo>
                <a:cubicBezTo>
                  <a:pt x="455" y="1"/>
                  <a:pt x="0" y="455"/>
                  <a:pt x="0" y="1019"/>
                </a:cubicBezTo>
                <a:lnTo>
                  <a:pt x="0" y="63470"/>
                </a:lnTo>
                <a:cubicBezTo>
                  <a:pt x="0" y="64035"/>
                  <a:pt x="455" y="64488"/>
                  <a:pt x="1018" y="64488"/>
                </a:cubicBezTo>
                <a:cubicBezTo>
                  <a:pt x="1584" y="64488"/>
                  <a:pt x="2038" y="64035"/>
                  <a:pt x="2038" y="63470"/>
                </a:cubicBezTo>
                <a:lnTo>
                  <a:pt x="2038" y="1019"/>
                </a:lnTo>
                <a:cubicBezTo>
                  <a:pt x="2038" y="455"/>
                  <a:pt x="1584" y="1"/>
                  <a:pt x="101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0"/>
          <p:cNvSpPr/>
          <p:nvPr/>
        </p:nvSpPr>
        <p:spPr>
          <a:xfrm>
            <a:off x="5004401" y="3427776"/>
            <a:ext cx="351472" cy="1536286"/>
          </a:xfrm>
          <a:custGeom>
            <a:avLst/>
            <a:gdLst/>
            <a:ahLst/>
            <a:cxnLst/>
            <a:rect l="l" t="t" r="r" b="b"/>
            <a:pathLst>
              <a:path w="21649" h="94628" extrusionOk="0">
                <a:moveTo>
                  <a:pt x="1508" y="1"/>
                </a:moveTo>
                <a:cubicBezTo>
                  <a:pt x="675" y="1"/>
                  <a:pt x="0" y="675"/>
                  <a:pt x="0" y="1508"/>
                </a:cubicBezTo>
                <a:lnTo>
                  <a:pt x="0" y="94627"/>
                </a:lnTo>
                <a:lnTo>
                  <a:pt x="21648" y="94627"/>
                </a:lnTo>
                <a:lnTo>
                  <a:pt x="21648" y="1508"/>
                </a:lnTo>
                <a:cubicBezTo>
                  <a:pt x="21648" y="675"/>
                  <a:pt x="20974" y="1"/>
                  <a:pt x="201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5150224" y="3584249"/>
            <a:ext cx="59810" cy="59810"/>
          </a:xfrm>
          <a:custGeom>
            <a:avLst/>
            <a:gdLst/>
            <a:ahLst/>
            <a:cxnLst/>
            <a:rect l="l" t="t" r="r" b="b"/>
            <a:pathLst>
              <a:path w="3684" h="3684" extrusionOk="0">
                <a:moveTo>
                  <a:pt x="1841" y="0"/>
                </a:moveTo>
                <a:cubicBezTo>
                  <a:pt x="822" y="0"/>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0"/>
          <p:cNvSpPr/>
          <p:nvPr/>
        </p:nvSpPr>
        <p:spPr>
          <a:xfrm>
            <a:off x="5257667" y="3693429"/>
            <a:ext cx="59794" cy="59794"/>
          </a:xfrm>
          <a:custGeom>
            <a:avLst/>
            <a:gdLst/>
            <a:ahLst/>
            <a:cxnLst/>
            <a:rect l="l" t="t" r="r" b="b"/>
            <a:pathLst>
              <a:path w="3683" h="3683" extrusionOk="0">
                <a:moveTo>
                  <a:pt x="1841" y="0"/>
                </a:moveTo>
                <a:cubicBezTo>
                  <a:pt x="821" y="0"/>
                  <a:pt x="0" y="821"/>
                  <a:pt x="0" y="1841"/>
                </a:cubicBezTo>
                <a:lnTo>
                  <a:pt x="0" y="1842"/>
                </a:lnTo>
                <a:cubicBezTo>
                  <a:pt x="0" y="2862"/>
                  <a:pt x="821" y="3683"/>
                  <a:pt x="1841" y="3683"/>
                </a:cubicBezTo>
                <a:cubicBezTo>
                  <a:pt x="2860" y="3683"/>
                  <a:pt x="3683" y="2862"/>
                  <a:pt x="3683" y="1842"/>
                </a:cubicBezTo>
                <a:lnTo>
                  <a:pt x="3683" y="1841"/>
                </a:lnTo>
                <a:cubicBezTo>
                  <a:pt x="3683" y="821"/>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0"/>
          <p:cNvSpPr/>
          <p:nvPr/>
        </p:nvSpPr>
        <p:spPr>
          <a:xfrm>
            <a:off x="5042797" y="3802593"/>
            <a:ext cx="59842" cy="59842"/>
          </a:xfrm>
          <a:custGeom>
            <a:avLst/>
            <a:gdLst/>
            <a:ahLst/>
            <a:cxnLst/>
            <a:rect l="l" t="t" r="r" b="b"/>
            <a:pathLst>
              <a:path w="3686" h="3686" extrusionOk="0">
                <a:moveTo>
                  <a:pt x="1843" y="1"/>
                </a:moveTo>
                <a:cubicBezTo>
                  <a:pt x="822" y="1"/>
                  <a:pt x="1" y="823"/>
                  <a:pt x="1" y="1843"/>
                </a:cubicBezTo>
                <a:cubicBezTo>
                  <a:pt x="1" y="2864"/>
                  <a:pt x="822" y="3685"/>
                  <a:pt x="1843" y="3685"/>
                </a:cubicBezTo>
                <a:lnTo>
                  <a:pt x="1845" y="3685"/>
                </a:lnTo>
                <a:cubicBezTo>
                  <a:pt x="2865" y="3685"/>
                  <a:pt x="3685" y="2864"/>
                  <a:pt x="3685" y="1843"/>
                </a:cubicBezTo>
                <a:cubicBezTo>
                  <a:pt x="3685" y="823"/>
                  <a:pt x="2865" y="1"/>
                  <a:pt x="184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0"/>
          <p:cNvSpPr/>
          <p:nvPr/>
        </p:nvSpPr>
        <p:spPr>
          <a:xfrm>
            <a:off x="5257667" y="3802593"/>
            <a:ext cx="59794" cy="59842"/>
          </a:xfrm>
          <a:custGeom>
            <a:avLst/>
            <a:gdLst/>
            <a:ahLst/>
            <a:cxnLst/>
            <a:rect l="l" t="t" r="r" b="b"/>
            <a:pathLst>
              <a:path w="3683" h="3686" extrusionOk="0">
                <a:moveTo>
                  <a:pt x="1841" y="1"/>
                </a:moveTo>
                <a:cubicBezTo>
                  <a:pt x="821" y="1"/>
                  <a:pt x="0" y="823"/>
                  <a:pt x="0" y="1843"/>
                </a:cubicBezTo>
                <a:cubicBezTo>
                  <a:pt x="0" y="2864"/>
                  <a:pt x="821" y="3685"/>
                  <a:pt x="1841" y="3685"/>
                </a:cubicBezTo>
                <a:cubicBezTo>
                  <a:pt x="2860" y="3685"/>
                  <a:pt x="3683" y="2864"/>
                  <a:pt x="3683" y="1843"/>
                </a:cubicBezTo>
                <a:cubicBezTo>
                  <a:pt x="3683" y="823"/>
                  <a:pt x="2860" y="1"/>
                  <a:pt x="184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0"/>
          <p:cNvSpPr/>
          <p:nvPr/>
        </p:nvSpPr>
        <p:spPr>
          <a:xfrm>
            <a:off x="5042797" y="3911790"/>
            <a:ext cx="59842" cy="59810"/>
          </a:xfrm>
          <a:custGeom>
            <a:avLst/>
            <a:gdLst/>
            <a:ahLst/>
            <a:cxnLst/>
            <a:rect l="l" t="t" r="r" b="b"/>
            <a:pathLst>
              <a:path w="3686" h="3684" extrusionOk="0">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0"/>
          <p:cNvSpPr/>
          <p:nvPr/>
        </p:nvSpPr>
        <p:spPr>
          <a:xfrm>
            <a:off x="5150224" y="3911790"/>
            <a:ext cx="59810" cy="59810"/>
          </a:xfrm>
          <a:custGeom>
            <a:avLst/>
            <a:gdLst/>
            <a:ahLst/>
            <a:cxnLst/>
            <a:rect l="l" t="t" r="r" b="b"/>
            <a:pathLst>
              <a:path w="3684" h="3684" extrusionOk="0">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0"/>
          <p:cNvSpPr/>
          <p:nvPr/>
        </p:nvSpPr>
        <p:spPr>
          <a:xfrm>
            <a:off x="5257667" y="3911790"/>
            <a:ext cx="59794" cy="59810"/>
          </a:xfrm>
          <a:custGeom>
            <a:avLst/>
            <a:gdLst/>
            <a:ahLst/>
            <a:cxnLst/>
            <a:rect l="l" t="t" r="r" b="b"/>
            <a:pathLst>
              <a:path w="3683" h="3684" extrusionOk="0">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0"/>
          <p:cNvSpPr/>
          <p:nvPr/>
        </p:nvSpPr>
        <p:spPr>
          <a:xfrm>
            <a:off x="5042797" y="4020970"/>
            <a:ext cx="59842" cy="59842"/>
          </a:xfrm>
          <a:custGeom>
            <a:avLst/>
            <a:gdLst/>
            <a:ahLst/>
            <a:cxnLst/>
            <a:rect l="l" t="t" r="r" b="b"/>
            <a:pathLst>
              <a:path w="3686" h="3686" extrusionOk="0">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0"/>
          <p:cNvSpPr/>
          <p:nvPr/>
        </p:nvSpPr>
        <p:spPr>
          <a:xfrm>
            <a:off x="5150224" y="4020970"/>
            <a:ext cx="59810" cy="59842"/>
          </a:xfrm>
          <a:custGeom>
            <a:avLst/>
            <a:gdLst/>
            <a:ahLst/>
            <a:cxnLst/>
            <a:rect l="l" t="t" r="r" b="b"/>
            <a:pathLst>
              <a:path w="3684" h="3686" extrusionOk="0">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0"/>
          <p:cNvSpPr/>
          <p:nvPr/>
        </p:nvSpPr>
        <p:spPr>
          <a:xfrm>
            <a:off x="5257667" y="4020970"/>
            <a:ext cx="59794" cy="59842"/>
          </a:xfrm>
          <a:custGeom>
            <a:avLst/>
            <a:gdLst/>
            <a:ahLst/>
            <a:cxnLst/>
            <a:rect l="l" t="t" r="r" b="b"/>
            <a:pathLst>
              <a:path w="3683" h="3686" extrusionOk="0">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0"/>
          <p:cNvSpPr/>
          <p:nvPr/>
        </p:nvSpPr>
        <p:spPr>
          <a:xfrm>
            <a:off x="5042797" y="4130167"/>
            <a:ext cx="59842" cy="59810"/>
          </a:xfrm>
          <a:custGeom>
            <a:avLst/>
            <a:gdLst/>
            <a:ahLst/>
            <a:cxnLst/>
            <a:rect l="l" t="t" r="r" b="b"/>
            <a:pathLst>
              <a:path w="3686" h="3684" extrusionOk="0">
                <a:moveTo>
                  <a:pt x="1843" y="1"/>
                </a:moveTo>
                <a:cubicBezTo>
                  <a:pt x="822" y="1"/>
                  <a:pt x="1" y="822"/>
                  <a:pt x="1" y="1841"/>
                </a:cubicBezTo>
                <a:lnTo>
                  <a:pt x="1" y="1843"/>
                </a:lnTo>
                <a:cubicBezTo>
                  <a:pt x="1" y="2863"/>
                  <a:pt x="822" y="3684"/>
                  <a:pt x="1843" y="3684"/>
                </a:cubicBezTo>
                <a:lnTo>
                  <a:pt x="1845" y="3684"/>
                </a:lnTo>
                <a:cubicBezTo>
                  <a:pt x="2865" y="3684"/>
                  <a:pt x="3685" y="2863"/>
                  <a:pt x="3685" y="1843"/>
                </a:cubicBezTo>
                <a:lnTo>
                  <a:pt x="3685" y="1841"/>
                </a:lnTo>
                <a:cubicBezTo>
                  <a:pt x="3685" y="822"/>
                  <a:pt x="2865" y="1"/>
                  <a:pt x="184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0"/>
          <p:cNvSpPr/>
          <p:nvPr/>
        </p:nvSpPr>
        <p:spPr>
          <a:xfrm>
            <a:off x="5150224" y="4130167"/>
            <a:ext cx="59810" cy="59810"/>
          </a:xfrm>
          <a:custGeom>
            <a:avLst/>
            <a:gdLst/>
            <a:ahLst/>
            <a:cxnLst/>
            <a:rect l="l" t="t" r="r" b="b"/>
            <a:pathLst>
              <a:path w="3684" h="3684" extrusionOk="0">
                <a:moveTo>
                  <a:pt x="1841" y="1"/>
                </a:moveTo>
                <a:cubicBezTo>
                  <a:pt x="822" y="1"/>
                  <a:pt x="1" y="822"/>
                  <a:pt x="1" y="1841"/>
                </a:cubicBezTo>
                <a:lnTo>
                  <a:pt x="1" y="1843"/>
                </a:lnTo>
                <a:cubicBezTo>
                  <a:pt x="1" y="2863"/>
                  <a:pt x="822" y="3684"/>
                  <a:pt x="1841" y="3684"/>
                </a:cubicBezTo>
                <a:lnTo>
                  <a:pt x="1843" y="3684"/>
                </a:lnTo>
                <a:cubicBezTo>
                  <a:pt x="2863" y="3684"/>
                  <a:pt x="3684" y="2863"/>
                  <a:pt x="3684" y="1843"/>
                </a:cubicBezTo>
                <a:lnTo>
                  <a:pt x="3684" y="1841"/>
                </a:lnTo>
                <a:cubicBezTo>
                  <a:pt x="3684" y="822"/>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0"/>
          <p:cNvSpPr/>
          <p:nvPr/>
        </p:nvSpPr>
        <p:spPr>
          <a:xfrm>
            <a:off x="5257667" y="4130167"/>
            <a:ext cx="59794" cy="59810"/>
          </a:xfrm>
          <a:custGeom>
            <a:avLst/>
            <a:gdLst/>
            <a:ahLst/>
            <a:cxnLst/>
            <a:rect l="l" t="t" r="r" b="b"/>
            <a:pathLst>
              <a:path w="3683" h="3684" extrusionOk="0">
                <a:moveTo>
                  <a:pt x="1841" y="1"/>
                </a:moveTo>
                <a:cubicBezTo>
                  <a:pt x="821" y="1"/>
                  <a:pt x="0" y="822"/>
                  <a:pt x="0" y="1841"/>
                </a:cubicBezTo>
                <a:lnTo>
                  <a:pt x="0" y="1843"/>
                </a:lnTo>
                <a:cubicBezTo>
                  <a:pt x="0" y="2863"/>
                  <a:pt x="821" y="3684"/>
                  <a:pt x="1841" y="3684"/>
                </a:cubicBezTo>
                <a:cubicBezTo>
                  <a:pt x="2860" y="3684"/>
                  <a:pt x="3683" y="2863"/>
                  <a:pt x="3683" y="1843"/>
                </a:cubicBezTo>
                <a:lnTo>
                  <a:pt x="3683" y="1841"/>
                </a:lnTo>
                <a:cubicBezTo>
                  <a:pt x="3683" y="822"/>
                  <a:pt x="2860" y="1"/>
                  <a:pt x="184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0"/>
          <p:cNvSpPr/>
          <p:nvPr/>
        </p:nvSpPr>
        <p:spPr>
          <a:xfrm>
            <a:off x="5042797" y="4239347"/>
            <a:ext cx="59842" cy="59826"/>
          </a:xfrm>
          <a:custGeom>
            <a:avLst/>
            <a:gdLst/>
            <a:ahLst/>
            <a:cxnLst/>
            <a:rect l="l" t="t" r="r" b="b"/>
            <a:pathLst>
              <a:path w="3686" h="3685" extrusionOk="0">
                <a:moveTo>
                  <a:pt x="1843" y="0"/>
                </a:moveTo>
                <a:cubicBezTo>
                  <a:pt x="822" y="0"/>
                  <a:pt x="1" y="823"/>
                  <a:pt x="1" y="1843"/>
                </a:cubicBezTo>
                <a:cubicBezTo>
                  <a:pt x="1" y="2864"/>
                  <a:pt x="822" y="3685"/>
                  <a:pt x="1843" y="3685"/>
                </a:cubicBezTo>
                <a:lnTo>
                  <a:pt x="1845" y="3685"/>
                </a:lnTo>
                <a:cubicBezTo>
                  <a:pt x="2865" y="3685"/>
                  <a:pt x="3685" y="2864"/>
                  <a:pt x="3685" y="1843"/>
                </a:cubicBezTo>
                <a:cubicBezTo>
                  <a:pt x="3685" y="823"/>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0"/>
          <p:cNvSpPr/>
          <p:nvPr/>
        </p:nvSpPr>
        <p:spPr>
          <a:xfrm>
            <a:off x="5150224" y="4239347"/>
            <a:ext cx="59810" cy="59826"/>
          </a:xfrm>
          <a:custGeom>
            <a:avLst/>
            <a:gdLst/>
            <a:ahLst/>
            <a:cxnLst/>
            <a:rect l="l" t="t" r="r" b="b"/>
            <a:pathLst>
              <a:path w="3684" h="3685" extrusionOk="0">
                <a:moveTo>
                  <a:pt x="1841" y="0"/>
                </a:moveTo>
                <a:cubicBezTo>
                  <a:pt x="822" y="0"/>
                  <a:pt x="1" y="823"/>
                  <a:pt x="1" y="1843"/>
                </a:cubicBezTo>
                <a:cubicBezTo>
                  <a:pt x="1" y="2864"/>
                  <a:pt x="822" y="3685"/>
                  <a:pt x="1841" y="3685"/>
                </a:cubicBezTo>
                <a:lnTo>
                  <a:pt x="1843" y="3685"/>
                </a:lnTo>
                <a:cubicBezTo>
                  <a:pt x="2863" y="3685"/>
                  <a:pt x="3684" y="2864"/>
                  <a:pt x="3684" y="1843"/>
                </a:cubicBezTo>
                <a:cubicBezTo>
                  <a:pt x="3684"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0"/>
          <p:cNvSpPr/>
          <p:nvPr/>
        </p:nvSpPr>
        <p:spPr>
          <a:xfrm>
            <a:off x="5257667" y="4239347"/>
            <a:ext cx="59794" cy="59826"/>
          </a:xfrm>
          <a:custGeom>
            <a:avLst/>
            <a:gdLst/>
            <a:ahLst/>
            <a:cxnLst/>
            <a:rect l="l" t="t" r="r" b="b"/>
            <a:pathLst>
              <a:path w="3683" h="3685" extrusionOk="0">
                <a:moveTo>
                  <a:pt x="1841" y="0"/>
                </a:moveTo>
                <a:cubicBezTo>
                  <a:pt x="821" y="0"/>
                  <a:pt x="0" y="823"/>
                  <a:pt x="0" y="1843"/>
                </a:cubicBezTo>
                <a:cubicBezTo>
                  <a:pt x="0" y="2864"/>
                  <a:pt x="821" y="3685"/>
                  <a:pt x="1841" y="3685"/>
                </a:cubicBezTo>
                <a:cubicBezTo>
                  <a:pt x="2860" y="3685"/>
                  <a:pt x="3683" y="2864"/>
                  <a:pt x="3683" y="1843"/>
                </a:cubicBezTo>
                <a:cubicBezTo>
                  <a:pt x="3683" y="823"/>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0"/>
          <p:cNvSpPr/>
          <p:nvPr/>
        </p:nvSpPr>
        <p:spPr>
          <a:xfrm>
            <a:off x="5042797" y="4348544"/>
            <a:ext cx="59842" cy="59810"/>
          </a:xfrm>
          <a:custGeom>
            <a:avLst/>
            <a:gdLst/>
            <a:ahLst/>
            <a:cxnLst/>
            <a:rect l="l" t="t" r="r" b="b"/>
            <a:pathLst>
              <a:path w="3686" h="3684" extrusionOk="0">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0"/>
          <p:cNvSpPr/>
          <p:nvPr/>
        </p:nvSpPr>
        <p:spPr>
          <a:xfrm>
            <a:off x="5150224" y="4348544"/>
            <a:ext cx="59810" cy="59810"/>
          </a:xfrm>
          <a:custGeom>
            <a:avLst/>
            <a:gdLst/>
            <a:ahLst/>
            <a:cxnLst/>
            <a:rect l="l" t="t" r="r" b="b"/>
            <a:pathLst>
              <a:path w="3684" h="3684" extrusionOk="0">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0"/>
          <p:cNvSpPr/>
          <p:nvPr/>
        </p:nvSpPr>
        <p:spPr>
          <a:xfrm>
            <a:off x="5257667" y="4348544"/>
            <a:ext cx="59794" cy="59810"/>
          </a:xfrm>
          <a:custGeom>
            <a:avLst/>
            <a:gdLst/>
            <a:ahLst/>
            <a:cxnLst/>
            <a:rect l="l" t="t" r="r" b="b"/>
            <a:pathLst>
              <a:path w="3683" h="3684" extrusionOk="0">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0"/>
          <p:cNvSpPr/>
          <p:nvPr/>
        </p:nvSpPr>
        <p:spPr>
          <a:xfrm>
            <a:off x="5042797" y="4457724"/>
            <a:ext cx="59842" cy="59826"/>
          </a:xfrm>
          <a:custGeom>
            <a:avLst/>
            <a:gdLst/>
            <a:ahLst/>
            <a:cxnLst/>
            <a:rect l="l" t="t" r="r" b="b"/>
            <a:pathLst>
              <a:path w="3686" h="3685" extrusionOk="0">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0"/>
          <p:cNvSpPr/>
          <p:nvPr/>
        </p:nvSpPr>
        <p:spPr>
          <a:xfrm>
            <a:off x="5150224" y="4457724"/>
            <a:ext cx="59810" cy="59826"/>
          </a:xfrm>
          <a:custGeom>
            <a:avLst/>
            <a:gdLst/>
            <a:ahLst/>
            <a:cxnLst/>
            <a:rect l="l" t="t" r="r" b="b"/>
            <a:pathLst>
              <a:path w="3684" h="3685" extrusionOk="0">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0"/>
          <p:cNvSpPr/>
          <p:nvPr/>
        </p:nvSpPr>
        <p:spPr>
          <a:xfrm>
            <a:off x="5257667" y="4457724"/>
            <a:ext cx="59794" cy="59826"/>
          </a:xfrm>
          <a:custGeom>
            <a:avLst/>
            <a:gdLst/>
            <a:ahLst/>
            <a:cxnLst/>
            <a:rect l="l" t="t" r="r" b="b"/>
            <a:pathLst>
              <a:path w="3683" h="3685" extrusionOk="0">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0"/>
          <p:cNvSpPr/>
          <p:nvPr/>
        </p:nvSpPr>
        <p:spPr>
          <a:xfrm>
            <a:off x="5042797" y="4566921"/>
            <a:ext cx="59842" cy="59810"/>
          </a:xfrm>
          <a:custGeom>
            <a:avLst/>
            <a:gdLst/>
            <a:ahLst/>
            <a:cxnLst/>
            <a:rect l="l" t="t" r="r" b="b"/>
            <a:pathLst>
              <a:path w="3686" h="3684" extrusionOk="0">
                <a:moveTo>
                  <a:pt x="1843" y="1"/>
                </a:moveTo>
                <a:cubicBezTo>
                  <a:pt x="822" y="1"/>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1"/>
                  <a:pt x="184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0"/>
          <p:cNvSpPr/>
          <p:nvPr/>
        </p:nvSpPr>
        <p:spPr>
          <a:xfrm>
            <a:off x="5150224" y="4566921"/>
            <a:ext cx="59810" cy="59810"/>
          </a:xfrm>
          <a:custGeom>
            <a:avLst/>
            <a:gdLst/>
            <a:ahLst/>
            <a:cxnLst/>
            <a:rect l="l" t="t" r="r" b="b"/>
            <a:pathLst>
              <a:path w="3684" h="3684" extrusionOk="0">
                <a:moveTo>
                  <a:pt x="1841" y="1"/>
                </a:moveTo>
                <a:cubicBezTo>
                  <a:pt x="822" y="1"/>
                  <a:pt x="1" y="821"/>
                  <a:pt x="1" y="1841"/>
                </a:cubicBezTo>
                <a:lnTo>
                  <a:pt x="1" y="1843"/>
                </a:lnTo>
                <a:cubicBezTo>
                  <a:pt x="1" y="2863"/>
                  <a:pt x="822" y="3683"/>
                  <a:pt x="1841" y="3683"/>
                </a:cubicBezTo>
                <a:lnTo>
                  <a:pt x="1843" y="3683"/>
                </a:lnTo>
                <a:cubicBezTo>
                  <a:pt x="2863" y="3683"/>
                  <a:pt x="3684" y="2863"/>
                  <a:pt x="3684" y="1843"/>
                </a:cubicBezTo>
                <a:lnTo>
                  <a:pt x="3684" y="1841"/>
                </a:lnTo>
                <a:cubicBezTo>
                  <a:pt x="3684" y="821"/>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0"/>
          <p:cNvSpPr/>
          <p:nvPr/>
        </p:nvSpPr>
        <p:spPr>
          <a:xfrm>
            <a:off x="5257667" y="4566921"/>
            <a:ext cx="59794" cy="59810"/>
          </a:xfrm>
          <a:custGeom>
            <a:avLst/>
            <a:gdLst/>
            <a:ahLst/>
            <a:cxnLst/>
            <a:rect l="l" t="t" r="r" b="b"/>
            <a:pathLst>
              <a:path w="3683" h="3684" extrusionOk="0">
                <a:moveTo>
                  <a:pt x="1841" y="1"/>
                </a:moveTo>
                <a:cubicBezTo>
                  <a:pt x="821" y="1"/>
                  <a:pt x="0" y="821"/>
                  <a:pt x="0" y="1841"/>
                </a:cubicBezTo>
                <a:lnTo>
                  <a:pt x="0" y="1843"/>
                </a:lnTo>
                <a:cubicBezTo>
                  <a:pt x="0" y="2863"/>
                  <a:pt x="821" y="3683"/>
                  <a:pt x="1841" y="3683"/>
                </a:cubicBezTo>
                <a:cubicBezTo>
                  <a:pt x="2860" y="3683"/>
                  <a:pt x="3683" y="2863"/>
                  <a:pt x="3683" y="1843"/>
                </a:cubicBezTo>
                <a:lnTo>
                  <a:pt x="3683" y="1841"/>
                </a:lnTo>
                <a:cubicBezTo>
                  <a:pt x="3683" y="821"/>
                  <a:pt x="2860" y="1"/>
                  <a:pt x="1841"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0"/>
          <p:cNvSpPr/>
          <p:nvPr/>
        </p:nvSpPr>
        <p:spPr>
          <a:xfrm>
            <a:off x="5042797" y="4676101"/>
            <a:ext cx="59842" cy="59826"/>
          </a:xfrm>
          <a:custGeom>
            <a:avLst/>
            <a:gdLst/>
            <a:ahLst/>
            <a:cxnLst/>
            <a:rect l="l" t="t" r="r" b="b"/>
            <a:pathLst>
              <a:path w="3686" h="3685" extrusionOk="0">
                <a:moveTo>
                  <a:pt x="1843" y="0"/>
                </a:moveTo>
                <a:cubicBezTo>
                  <a:pt x="822" y="0"/>
                  <a:pt x="1" y="823"/>
                  <a:pt x="1" y="1842"/>
                </a:cubicBezTo>
                <a:cubicBezTo>
                  <a:pt x="1" y="2864"/>
                  <a:pt x="822" y="3685"/>
                  <a:pt x="1843" y="3685"/>
                </a:cubicBezTo>
                <a:lnTo>
                  <a:pt x="1845" y="3685"/>
                </a:lnTo>
                <a:cubicBezTo>
                  <a:pt x="2865" y="3685"/>
                  <a:pt x="3685" y="2864"/>
                  <a:pt x="3685" y="1842"/>
                </a:cubicBezTo>
                <a:cubicBezTo>
                  <a:pt x="3685" y="823"/>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0"/>
          <p:cNvSpPr/>
          <p:nvPr/>
        </p:nvSpPr>
        <p:spPr>
          <a:xfrm>
            <a:off x="5150224" y="4676101"/>
            <a:ext cx="59810" cy="59826"/>
          </a:xfrm>
          <a:custGeom>
            <a:avLst/>
            <a:gdLst/>
            <a:ahLst/>
            <a:cxnLst/>
            <a:rect l="l" t="t" r="r" b="b"/>
            <a:pathLst>
              <a:path w="3684" h="3685" extrusionOk="0">
                <a:moveTo>
                  <a:pt x="1841" y="0"/>
                </a:moveTo>
                <a:cubicBezTo>
                  <a:pt x="822" y="0"/>
                  <a:pt x="1" y="823"/>
                  <a:pt x="1" y="1842"/>
                </a:cubicBezTo>
                <a:cubicBezTo>
                  <a:pt x="1" y="2864"/>
                  <a:pt x="822" y="3685"/>
                  <a:pt x="1841" y="3685"/>
                </a:cubicBezTo>
                <a:lnTo>
                  <a:pt x="1843" y="3685"/>
                </a:lnTo>
                <a:cubicBezTo>
                  <a:pt x="2863" y="3685"/>
                  <a:pt x="3684" y="2864"/>
                  <a:pt x="3684" y="1842"/>
                </a:cubicBezTo>
                <a:cubicBezTo>
                  <a:pt x="3684" y="823"/>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0"/>
          <p:cNvSpPr/>
          <p:nvPr/>
        </p:nvSpPr>
        <p:spPr>
          <a:xfrm>
            <a:off x="5257667" y="4676101"/>
            <a:ext cx="59794" cy="59826"/>
          </a:xfrm>
          <a:custGeom>
            <a:avLst/>
            <a:gdLst/>
            <a:ahLst/>
            <a:cxnLst/>
            <a:rect l="l" t="t" r="r" b="b"/>
            <a:pathLst>
              <a:path w="3683" h="3685" extrusionOk="0">
                <a:moveTo>
                  <a:pt x="1841" y="0"/>
                </a:moveTo>
                <a:cubicBezTo>
                  <a:pt x="821" y="0"/>
                  <a:pt x="0" y="823"/>
                  <a:pt x="0" y="1842"/>
                </a:cubicBezTo>
                <a:cubicBezTo>
                  <a:pt x="0" y="2864"/>
                  <a:pt x="821" y="3685"/>
                  <a:pt x="1841" y="3685"/>
                </a:cubicBezTo>
                <a:cubicBezTo>
                  <a:pt x="2860" y="3685"/>
                  <a:pt x="3683" y="2864"/>
                  <a:pt x="3683" y="1842"/>
                </a:cubicBezTo>
                <a:cubicBezTo>
                  <a:pt x="3683" y="823"/>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0"/>
          <p:cNvSpPr/>
          <p:nvPr/>
        </p:nvSpPr>
        <p:spPr>
          <a:xfrm>
            <a:off x="5042797" y="4785298"/>
            <a:ext cx="59842" cy="59810"/>
          </a:xfrm>
          <a:custGeom>
            <a:avLst/>
            <a:gdLst/>
            <a:ahLst/>
            <a:cxnLst/>
            <a:rect l="l" t="t" r="r" b="b"/>
            <a:pathLst>
              <a:path w="3686" h="3684" extrusionOk="0">
                <a:moveTo>
                  <a:pt x="1843" y="0"/>
                </a:moveTo>
                <a:cubicBezTo>
                  <a:pt x="822" y="0"/>
                  <a:pt x="1" y="821"/>
                  <a:pt x="1" y="1841"/>
                </a:cubicBezTo>
                <a:lnTo>
                  <a:pt x="1" y="1843"/>
                </a:lnTo>
                <a:cubicBezTo>
                  <a:pt x="1" y="2862"/>
                  <a:pt x="822" y="3683"/>
                  <a:pt x="1843" y="3683"/>
                </a:cubicBezTo>
                <a:lnTo>
                  <a:pt x="1845" y="3683"/>
                </a:lnTo>
                <a:cubicBezTo>
                  <a:pt x="2865" y="3683"/>
                  <a:pt x="3685" y="2862"/>
                  <a:pt x="3685" y="1843"/>
                </a:cubicBezTo>
                <a:lnTo>
                  <a:pt x="3685" y="1841"/>
                </a:lnTo>
                <a:cubicBezTo>
                  <a:pt x="3685" y="821"/>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0"/>
          <p:cNvSpPr/>
          <p:nvPr/>
        </p:nvSpPr>
        <p:spPr>
          <a:xfrm>
            <a:off x="5150224" y="4785298"/>
            <a:ext cx="59810" cy="59810"/>
          </a:xfrm>
          <a:custGeom>
            <a:avLst/>
            <a:gdLst/>
            <a:ahLst/>
            <a:cxnLst/>
            <a:rect l="l" t="t" r="r" b="b"/>
            <a:pathLst>
              <a:path w="3684" h="3684" extrusionOk="0">
                <a:moveTo>
                  <a:pt x="1841" y="0"/>
                </a:moveTo>
                <a:cubicBezTo>
                  <a:pt x="822" y="0"/>
                  <a:pt x="1" y="821"/>
                  <a:pt x="1" y="1841"/>
                </a:cubicBezTo>
                <a:lnTo>
                  <a:pt x="1" y="1843"/>
                </a:lnTo>
                <a:cubicBezTo>
                  <a:pt x="1" y="2862"/>
                  <a:pt x="822" y="3683"/>
                  <a:pt x="1841" y="3683"/>
                </a:cubicBezTo>
                <a:lnTo>
                  <a:pt x="1843" y="3683"/>
                </a:lnTo>
                <a:cubicBezTo>
                  <a:pt x="2863" y="3683"/>
                  <a:pt x="3684" y="2862"/>
                  <a:pt x="3684" y="1843"/>
                </a:cubicBezTo>
                <a:lnTo>
                  <a:pt x="3684" y="1841"/>
                </a:ln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0"/>
          <p:cNvSpPr/>
          <p:nvPr/>
        </p:nvSpPr>
        <p:spPr>
          <a:xfrm>
            <a:off x="5257667" y="4785298"/>
            <a:ext cx="59794" cy="59810"/>
          </a:xfrm>
          <a:custGeom>
            <a:avLst/>
            <a:gdLst/>
            <a:ahLst/>
            <a:cxnLst/>
            <a:rect l="l" t="t" r="r" b="b"/>
            <a:pathLst>
              <a:path w="3683" h="3684" extrusionOk="0">
                <a:moveTo>
                  <a:pt x="1841" y="0"/>
                </a:moveTo>
                <a:cubicBezTo>
                  <a:pt x="821" y="0"/>
                  <a:pt x="0" y="821"/>
                  <a:pt x="0" y="1841"/>
                </a:cubicBezTo>
                <a:lnTo>
                  <a:pt x="0" y="1843"/>
                </a:lnTo>
                <a:cubicBezTo>
                  <a:pt x="0" y="2862"/>
                  <a:pt x="821" y="3683"/>
                  <a:pt x="1841" y="3683"/>
                </a:cubicBezTo>
                <a:cubicBezTo>
                  <a:pt x="2860" y="3683"/>
                  <a:pt x="3683" y="2862"/>
                  <a:pt x="3683" y="1843"/>
                </a:cubicBezTo>
                <a:lnTo>
                  <a:pt x="3683" y="1841"/>
                </a:lnTo>
                <a:cubicBezTo>
                  <a:pt x="3683" y="821"/>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0"/>
          <p:cNvSpPr/>
          <p:nvPr/>
        </p:nvSpPr>
        <p:spPr>
          <a:xfrm>
            <a:off x="3431018" y="2988863"/>
            <a:ext cx="388390" cy="170256"/>
          </a:xfrm>
          <a:custGeom>
            <a:avLst/>
            <a:gdLst/>
            <a:ahLst/>
            <a:cxnLst/>
            <a:rect l="l" t="t" r="r" b="b"/>
            <a:pathLst>
              <a:path w="23923" h="10487" extrusionOk="0">
                <a:moveTo>
                  <a:pt x="1077" y="0"/>
                </a:moveTo>
                <a:cubicBezTo>
                  <a:pt x="480" y="0"/>
                  <a:pt x="1" y="479"/>
                  <a:pt x="1" y="1075"/>
                </a:cubicBezTo>
                <a:lnTo>
                  <a:pt x="1" y="9412"/>
                </a:lnTo>
                <a:cubicBezTo>
                  <a:pt x="1" y="10008"/>
                  <a:pt x="480" y="10487"/>
                  <a:pt x="1077" y="10487"/>
                </a:cubicBezTo>
                <a:lnTo>
                  <a:pt x="22848" y="10487"/>
                </a:lnTo>
                <a:cubicBezTo>
                  <a:pt x="23443" y="10487"/>
                  <a:pt x="23922" y="10008"/>
                  <a:pt x="23922" y="9412"/>
                </a:cubicBezTo>
                <a:lnTo>
                  <a:pt x="23922" y="1075"/>
                </a:lnTo>
                <a:cubicBezTo>
                  <a:pt x="23922" y="479"/>
                  <a:pt x="23443" y="0"/>
                  <a:pt x="22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3449494" y="3157512"/>
            <a:ext cx="351472" cy="1806550"/>
          </a:xfrm>
          <a:custGeom>
            <a:avLst/>
            <a:gdLst/>
            <a:ahLst/>
            <a:cxnLst/>
            <a:rect l="l" t="t" r="r" b="b"/>
            <a:pathLst>
              <a:path w="21649" h="111275" extrusionOk="0">
                <a:moveTo>
                  <a:pt x="1" y="0"/>
                </a:moveTo>
                <a:lnTo>
                  <a:pt x="1" y="111274"/>
                </a:lnTo>
                <a:lnTo>
                  <a:pt x="21648" y="111274"/>
                </a:lnTo>
                <a:lnTo>
                  <a:pt x="216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3491640" y="3204691"/>
            <a:ext cx="59810" cy="59810"/>
          </a:xfrm>
          <a:custGeom>
            <a:avLst/>
            <a:gdLst/>
            <a:ahLst/>
            <a:cxnLst/>
            <a:rect l="l" t="t" r="r" b="b"/>
            <a:pathLst>
              <a:path w="3684" h="3684" extrusionOk="0">
                <a:moveTo>
                  <a:pt x="1720" y="0"/>
                </a:moveTo>
                <a:cubicBezTo>
                  <a:pt x="767" y="0"/>
                  <a:pt x="1" y="766"/>
                  <a:pt x="1" y="1719"/>
                </a:cubicBezTo>
                <a:lnTo>
                  <a:pt x="1" y="1964"/>
                </a:lnTo>
                <a:cubicBezTo>
                  <a:pt x="1" y="2917"/>
                  <a:pt x="767" y="3683"/>
                  <a:pt x="1720"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3599051" y="3204691"/>
            <a:ext cx="59826" cy="59810"/>
          </a:xfrm>
          <a:custGeom>
            <a:avLst/>
            <a:gdLst/>
            <a:ahLst/>
            <a:cxnLst/>
            <a:rect l="l" t="t" r="r" b="b"/>
            <a:pathLst>
              <a:path w="3685" h="3684" extrusionOk="0">
                <a:moveTo>
                  <a:pt x="1721" y="0"/>
                </a:moveTo>
                <a:cubicBezTo>
                  <a:pt x="768" y="0"/>
                  <a:pt x="0" y="766"/>
                  <a:pt x="0" y="1719"/>
                </a:cubicBezTo>
                <a:lnTo>
                  <a:pt x="0" y="1964"/>
                </a:lnTo>
                <a:cubicBezTo>
                  <a:pt x="0" y="2917"/>
                  <a:pt x="768" y="3683"/>
                  <a:pt x="1721" y="3683"/>
                </a:cubicBezTo>
                <a:lnTo>
                  <a:pt x="1966" y="3683"/>
                </a:lnTo>
                <a:cubicBezTo>
                  <a:pt x="2918" y="3683"/>
                  <a:pt x="3685" y="2917"/>
                  <a:pt x="3685" y="1964"/>
                </a:cubicBezTo>
                <a:lnTo>
                  <a:pt x="3685" y="1719"/>
                </a:lnTo>
                <a:cubicBezTo>
                  <a:pt x="3685" y="766"/>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3706478" y="3204691"/>
            <a:ext cx="59794" cy="59810"/>
          </a:xfrm>
          <a:custGeom>
            <a:avLst/>
            <a:gdLst/>
            <a:ahLst/>
            <a:cxnLst/>
            <a:rect l="l" t="t" r="r" b="b"/>
            <a:pathLst>
              <a:path w="3683" h="3684" extrusionOk="0">
                <a:moveTo>
                  <a:pt x="1719" y="0"/>
                </a:moveTo>
                <a:cubicBezTo>
                  <a:pt x="766" y="0"/>
                  <a:pt x="0" y="766"/>
                  <a:pt x="0" y="1719"/>
                </a:cubicBezTo>
                <a:lnTo>
                  <a:pt x="0" y="1964"/>
                </a:lnTo>
                <a:cubicBezTo>
                  <a:pt x="0" y="2917"/>
                  <a:pt x="766" y="3683"/>
                  <a:pt x="1719" y="3683"/>
                </a:cubicBezTo>
                <a:lnTo>
                  <a:pt x="1964" y="3683"/>
                </a:lnTo>
                <a:cubicBezTo>
                  <a:pt x="2917" y="3683"/>
                  <a:pt x="3683" y="2917"/>
                  <a:pt x="3683" y="1964"/>
                </a:cubicBezTo>
                <a:lnTo>
                  <a:pt x="3683" y="1719"/>
                </a:lnTo>
                <a:cubicBezTo>
                  <a:pt x="3683" y="766"/>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3491640" y="3308400"/>
            <a:ext cx="59810" cy="59842"/>
          </a:xfrm>
          <a:custGeom>
            <a:avLst/>
            <a:gdLst/>
            <a:ahLst/>
            <a:cxnLst/>
            <a:rect l="l" t="t" r="r" b="b"/>
            <a:pathLst>
              <a:path w="3684" h="3686" extrusionOk="0">
                <a:moveTo>
                  <a:pt x="1720" y="0"/>
                </a:moveTo>
                <a:cubicBezTo>
                  <a:pt x="767" y="0"/>
                  <a:pt x="1" y="768"/>
                  <a:pt x="1" y="1719"/>
                </a:cubicBezTo>
                <a:lnTo>
                  <a:pt x="1" y="1966"/>
                </a:lnTo>
                <a:cubicBezTo>
                  <a:pt x="1" y="2917"/>
                  <a:pt x="767" y="3685"/>
                  <a:pt x="1720"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3599051" y="3308400"/>
            <a:ext cx="59826" cy="59842"/>
          </a:xfrm>
          <a:custGeom>
            <a:avLst/>
            <a:gdLst/>
            <a:ahLst/>
            <a:cxnLst/>
            <a:rect l="l" t="t" r="r" b="b"/>
            <a:pathLst>
              <a:path w="3685" h="3686" extrusionOk="0">
                <a:moveTo>
                  <a:pt x="1721" y="0"/>
                </a:moveTo>
                <a:cubicBezTo>
                  <a:pt x="768" y="0"/>
                  <a:pt x="0" y="768"/>
                  <a:pt x="0" y="1719"/>
                </a:cubicBezTo>
                <a:lnTo>
                  <a:pt x="0" y="1966"/>
                </a:lnTo>
                <a:cubicBezTo>
                  <a:pt x="0" y="2917"/>
                  <a:pt x="768" y="3685"/>
                  <a:pt x="1721" y="3685"/>
                </a:cubicBezTo>
                <a:lnTo>
                  <a:pt x="1966" y="3685"/>
                </a:lnTo>
                <a:cubicBezTo>
                  <a:pt x="2918" y="3685"/>
                  <a:pt x="3685" y="2917"/>
                  <a:pt x="3685" y="1966"/>
                </a:cubicBezTo>
                <a:lnTo>
                  <a:pt x="3685" y="1719"/>
                </a:lnTo>
                <a:cubicBezTo>
                  <a:pt x="3685" y="768"/>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3706478" y="3308400"/>
            <a:ext cx="59794" cy="59842"/>
          </a:xfrm>
          <a:custGeom>
            <a:avLst/>
            <a:gdLst/>
            <a:ahLst/>
            <a:cxnLst/>
            <a:rect l="l" t="t" r="r" b="b"/>
            <a:pathLst>
              <a:path w="3683" h="3686" extrusionOk="0">
                <a:moveTo>
                  <a:pt x="1719" y="0"/>
                </a:moveTo>
                <a:cubicBezTo>
                  <a:pt x="766" y="0"/>
                  <a:pt x="0" y="768"/>
                  <a:pt x="0" y="1719"/>
                </a:cubicBezTo>
                <a:lnTo>
                  <a:pt x="0" y="1966"/>
                </a:lnTo>
                <a:cubicBezTo>
                  <a:pt x="0" y="2917"/>
                  <a:pt x="766" y="3685"/>
                  <a:pt x="1719" y="3685"/>
                </a:cubicBezTo>
                <a:lnTo>
                  <a:pt x="1964" y="3685"/>
                </a:lnTo>
                <a:cubicBezTo>
                  <a:pt x="2917" y="3685"/>
                  <a:pt x="3683" y="2917"/>
                  <a:pt x="3683" y="1966"/>
                </a:cubicBezTo>
                <a:lnTo>
                  <a:pt x="3683" y="1719"/>
                </a:lnTo>
                <a:cubicBezTo>
                  <a:pt x="3683" y="768"/>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3491640" y="3412141"/>
            <a:ext cx="59810" cy="59810"/>
          </a:xfrm>
          <a:custGeom>
            <a:avLst/>
            <a:gdLst/>
            <a:ahLst/>
            <a:cxnLst/>
            <a:rect l="l" t="t" r="r" b="b"/>
            <a:pathLst>
              <a:path w="3684" h="3684" extrusionOk="0">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3599051" y="3412141"/>
            <a:ext cx="59826" cy="59810"/>
          </a:xfrm>
          <a:custGeom>
            <a:avLst/>
            <a:gdLst/>
            <a:ahLst/>
            <a:cxnLst/>
            <a:rect l="l" t="t" r="r" b="b"/>
            <a:pathLst>
              <a:path w="3685" h="3684" extrusionOk="0">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3706478" y="3412141"/>
            <a:ext cx="59794" cy="59810"/>
          </a:xfrm>
          <a:custGeom>
            <a:avLst/>
            <a:gdLst/>
            <a:ahLst/>
            <a:cxnLst/>
            <a:rect l="l" t="t" r="r" b="b"/>
            <a:pathLst>
              <a:path w="3683" h="3684" extrusionOk="0">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3491640" y="3515851"/>
            <a:ext cx="59810" cy="59842"/>
          </a:xfrm>
          <a:custGeom>
            <a:avLst/>
            <a:gdLst/>
            <a:ahLst/>
            <a:cxnLst/>
            <a:rect l="l" t="t" r="r" b="b"/>
            <a:pathLst>
              <a:path w="3684" h="3686" extrusionOk="0">
                <a:moveTo>
                  <a:pt x="1720" y="1"/>
                </a:moveTo>
                <a:cubicBezTo>
                  <a:pt x="767" y="1"/>
                  <a:pt x="1" y="768"/>
                  <a:pt x="1" y="1720"/>
                </a:cubicBezTo>
                <a:lnTo>
                  <a:pt x="1" y="1966"/>
                </a:lnTo>
                <a:cubicBezTo>
                  <a:pt x="1" y="2919"/>
                  <a:pt x="767" y="3685"/>
                  <a:pt x="1720"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3599051" y="3515851"/>
            <a:ext cx="59826" cy="59842"/>
          </a:xfrm>
          <a:custGeom>
            <a:avLst/>
            <a:gdLst/>
            <a:ahLst/>
            <a:cxnLst/>
            <a:rect l="l" t="t" r="r" b="b"/>
            <a:pathLst>
              <a:path w="3685" h="3686" extrusionOk="0">
                <a:moveTo>
                  <a:pt x="1721" y="1"/>
                </a:moveTo>
                <a:cubicBezTo>
                  <a:pt x="768" y="1"/>
                  <a:pt x="0" y="768"/>
                  <a:pt x="0" y="1720"/>
                </a:cubicBezTo>
                <a:lnTo>
                  <a:pt x="0" y="1966"/>
                </a:lnTo>
                <a:cubicBezTo>
                  <a:pt x="0" y="2919"/>
                  <a:pt x="768" y="3685"/>
                  <a:pt x="1721" y="3685"/>
                </a:cubicBezTo>
                <a:lnTo>
                  <a:pt x="1966" y="3685"/>
                </a:lnTo>
                <a:cubicBezTo>
                  <a:pt x="2918" y="3685"/>
                  <a:pt x="3685" y="2919"/>
                  <a:pt x="3685" y="1966"/>
                </a:cubicBezTo>
                <a:lnTo>
                  <a:pt x="3685" y="1720"/>
                </a:lnTo>
                <a:cubicBezTo>
                  <a:pt x="3685" y="768"/>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3706478" y="3515851"/>
            <a:ext cx="59794" cy="59842"/>
          </a:xfrm>
          <a:custGeom>
            <a:avLst/>
            <a:gdLst/>
            <a:ahLst/>
            <a:cxnLst/>
            <a:rect l="l" t="t" r="r" b="b"/>
            <a:pathLst>
              <a:path w="3683" h="3686" extrusionOk="0">
                <a:moveTo>
                  <a:pt x="1719" y="1"/>
                </a:moveTo>
                <a:cubicBezTo>
                  <a:pt x="766" y="1"/>
                  <a:pt x="0" y="768"/>
                  <a:pt x="0" y="1720"/>
                </a:cubicBezTo>
                <a:lnTo>
                  <a:pt x="0" y="1966"/>
                </a:lnTo>
                <a:cubicBezTo>
                  <a:pt x="0" y="2919"/>
                  <a:pt x="766" y="3685"/>
                  <a:pt x="1719" y="3685"/>
                </a:cubicBezTo>
                <a:lnTo>
                  <a:pt x="1964" y="3685"/>
                </a:lnTo>
                <a:cubicBezTo>
                  <a:pt x="2917" y="3685"/>
                  <a:pt x="3683" y="2919"/>
                  <a:pt x="3683" y="1966"/>
                </a:cubicBezTo>
                <a:lnTo>
                  <a:pt x="3683" y="1720"/>
                </a:lnTo>
                <a:cubicBezTo>
                  <a:pt x="3683" y="768"/>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3491640" y="3619592"/>
            <a:ext cx="59810" cy="59810"/>
          </a:xfrm>
          <a:custGeom>
            <a:avLst/>
            <a:gdLst/>
            <a:ahLst/>
            <a:cxnLst/>
            <a:rect l="l" t="t" r="r" b="b"/>
            <a:pathLst>
              <a:path w="3684" h="3684" extrusionOk="0">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3599051" y="3619592"/>
            <a:ext cx="59826" cy="59810"/>
          </a:xfrm>
          <a:custGeom>
            <a:avLst/>
            <a:gdLst/>
            <a:ahLst/>
            <a:cxnLst/>
            <a:rect l="l" t="t" r="r" b="b"/>
            <a:pathLst>
              <a:path w="3685" h="3684" extrusionOk="0">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3706478" y="3619592"/>
            <a:ext cx="59794" cy="59810"/>
          </a:xfrm>
          <a:custGeom>
            <a:avLst/>
            <a:gdLst/>
            <a:ahLst/>
            <a:cxnLst/>
            <a:rect l="l" t="t" r="r" b="b"/>
            <a:pathLst>
              <a:path w="3683" h="3684" extrusionOk="0">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3491640" y="3723301"/>
            <a:ext cx="59810" cy="59842"/>
          </a:xfrm>
          <a:custGeom>
            <a:avLst/>
            <a:gdLst/>
            <a:ahLst/>
            <a:cxnLst/>
            <a:rect l="l" t="t" r="r" b="b"/>
            <a:pathLst>
              <a:path w="3684" h="3686" extrusionOk="0">
                <a:moveTo>
                  <a:pt x="1720" y="1"/>
                </a:moveTo>
                <a:cubicBezTo>
                  <a:pt x="767" y="1"/>
                  <a:pt x="1" y="768"/>
                  <a:pt x="1" y="1721"/>
                </a:cubicBezTo>
                <a:lnTo>
                  <a:pt x="1" y="1966"/>
                </a:lnTo>
                <a:cubicBezTo>
                  <a:pt x="1" y="2919"/>
                  <a:pt x="767" y="3685"/>
                  <a:pt x="1720"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3599051" y="3723301"/>
            <a:ext cx="59826" cy="59842"/>
          </a:xfrm>
          <a:custGeom>
            <a:avLst/>
            <a:gdLst/>
            <a:ahLst/>
            <a:cxnLst/>
            <a:rect l="l" t="t" r="r" b="b"/>
            <a:pathLst>
              <a:path w="3685" h="3686" extrusionOk="0">
                <a:moveTo>
                  <a:pt x="1721" y="1"/>
                </a:moveTo>
                <a:cubicBezTo>
                  <a:pt x="768" y="1"/>
                  <a:pt x="0" y="768"/>
                  <a:pt x="0" y="1721"/>
                </a:cubicBezTo>
                <a:lnTo>
                  <a:pt x="0" y="1966"/>
                </a:lnTo>
                <a:cubicBezTo>
                  <a:pt x="0" y="2919"/>
                  <a:pt x="768" y="3685"/>
                  <a:pt x="1721" y="3685"/>
                </a:cubicBezTo>
                <a:lnTo>
                  <a:pt x="1966" y="3685"/>
                </a:lnTo>
                <a:cubicBezTo>
                  <a:pt x="2918" y="3685"/>
                  <a:pt x="3685" y="2919"/>
                  <a:pt x="3685" y="1966"/>
                </a:cubicBezTo>
                <a:lnTo>
                  <a:pt x="3685" y="1721"/>
                </a:lnTo>
                <a:cubicBezTo>
                  <a:pt x="3685" y="768"/>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3706478" y="3723301"/>
            <a:ext cx="59794" cy="59842"/>
          </a:xfrm>
          <a:custGeom>
            <a:avLst/>
            <a:gdLst/>
            <a:ahLst/>
            <a:cxnLst/>
            <a:rect l="l" t="t" r="r" b="b"/>
            <a:pathLst>
              <a:path w="3683" h="3686" extrusionOk="0">
                <a:moveTo>
                  <a:pt x="1719" y="1"/>
                </a:moveTo>
                <a:cubicBezTo>
                  <a:pt x="766" y="1"/>
                  <a:pt x="0" y="768"/>
                  <a:pt x="0" y="1721"/>
                </a:cubicBezTo>
                <a:lnTo>
                  <a:pt x="0" y="1966"/>
                </a:lnTo>
                <a:cubicBezTo>
                  <a:pt x="0" y="2919"/>
                  <a:pt x="766" y="3685"/>
                  <a:pt x="1719" y="3685"/>
                </a:cubicBezTo>
                <a:lnTo>
                  <a:pt x="1964" y="3685"/>
                </a:lnTo>
                <a:cubicBezTo>
                  <a:pt x="2917" y="3685"/>
                  <a:pt x="3683" y="2919"/>
                  <a:pt x="3683" y="1966"/>
                </a:cubicBezTo>
                <a:lnTo>
                  <a:pt x="3683" y="1721"/>
                </a:lnTo>
                <a:cubicBezTo>
                  <a:pt x="3683" y="768"/>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3491640" y="3827043"/>
            <a:ext cx="59810" cy="59842"/>
          </a:xfrm>
          <a:custGeom>
            <a:avLst/>
            <a:gdLst/>
            <a:ahLst/>
            <a:cxnLst/>
            <a:rect l="l" t="t" r="r" b="b"/>
            <a:pathLst>
              <a:path w="3684" h="3686" extrusionOk="0">
                <a:moveTo>
                  <a:pt x="1720" y="0"/>
                </a:moveTo>
                <a:cubicBezTo>
                  <a:pt x="767" y="0"/>
                  <a:pt x="1" y="767"/>
                  <a:pt x="1" y="1719"/>
                </a:cubicBezTo>
                <a:lnTo>
                  <a:pt x="1" y="1964"/>
                </a:lnTo>
                <a:cubicBezTo>
                  <a:pt x="1" y="2917"/>
                  <a:pt x="767" y="3685"/>
                  <a:pt x="1720"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3599051" y="3827043"/>
            <a:ext cx="59826" cy="59842"/>
          </a:xfrm>
          <a:custGeom>
            <a:avLst/>
            <a:gdLst/>
            <a:ahLst/>
            <a:cxnLst/>
            <a:rect l="l" t="t" r="r" b="b"/>
            <a:pathLst>
              <a:path w="3685" h="3686" extrusionOk="0">
                <a:moveTo>
                  <a:pt x="1721" y="0"/>
                </a:moveTo>
                <a:cubicBezTo>
                  <a:pt x="768" y="0"/>
                  <a:pt x="0" y="767"/>
                  <a:pt x="0" y="1719"/>
                </a:cubicBezTo>
                <a:lnTo>
                  <a:pt x="0" y="1964"/>
                </a:lnTo>
                <a:cubicBezTo>
                  <a:pt x="0" y="2917"/>
                  <a:pt x="768" y="3685"/>
                  <a:pt x="1721" y="3685"/>
                </a:cubicBezTo>
                <a:lnTo>
                  <a:pt x="1966" y="3685"/>
                </a:lnTo>
                <a:cubicBezTo>
                  <a:pt x="2918" y="3685"/>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3706478" y="3827043"/>
            <a:ext cx="59794" cy="59842"/>
          </a:xfrm>
          <a:custGeom>
            <a:avLst/>
            <a:gdLst/>
            <a:ahLst/>
            <a:cxnLst/>
            <a:rect l="l" t="t" r="r" b="b"/>
            <a:pathLst>
              <a:path w="3683" h="3686" extrusionOk="0">
                <a:moveTo>
                  <a:pt x="1719" y="0"/>
                </a:moveTo>
                <a:cubicBezTo>
                  <a:pt x="766" y="0"/>
                  <a:pt x="0" y="767"/>
                  <a:pt x="0" y="1719"/>
                </a:cubicBezTo>
                <a:lnTo>
                  <a:pt x="0" y="1964"/>
                </a:lnTo>
                <a:cubicBezTo>
                  <a:pt x="0" y="2917"/>
                  <a:pt x="766" y="3685"/>
                  <a:pt x="1719" y="3685"/>
                </a:cubicBezTo>
                <a:lnTo>
                  <a:pt x="1964" y="3685"/>
                </a:lnTo>
                <a:cubicBezTo>
                  <a:pt x="2917" y="3685"/>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3491640" y="3930785"/>
            <a:ext cx="59810" cy="59810"/>
          </a:xfrm>
          <a:custGeom>
            <a:avLst/>
            <a:gdLst/>
            <a:ahLst/>
            <a:cxnLst/>
            <a:rect l="l" t="t" r="r" b="b"/>
            <a:pathLst>
              <a:path w="3684" h="3684" extrusionOk="0">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3599051" y="3930785"/>
            <a:ext cx="59826" cy="59810"/>
          </a:xfrm>
          <a:custGeom>
            <a:avLst/>
            <a:gdLst/>
            <a:ahLst/>
            <a:cxnLst/>
            <a:rect l="l" t="t" r="r" b="b"/>
            <a:pathLst>
              <a:path w="3685" h="3684" extrusionOk="0">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3706478" y="3930785"/>
            <a:ext cx="59794" cy="59810"/>
          </a:xfrm>
          <a:custGeom>
            <a:avLst/>
            <a:gdLst/>
            <a:ahLst/>
            <a:cxnLst/>
            <a:rect l="l" t="t" r="r" b="b"/>
            <a:pathLst>
              <a:path w="3683" h="3684" extrusionOk="0">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3491640" y="4034494"/>
            <a:ext cx="59810" cy="59842"/>
          </a:xfrm>
          <a:custGeom>
            <a:avLst/>
            <a:gdLst/>
            <a:ahLst/>
            <a:cxnLst/>
            <a:rect l="l" t="t" r="r" b="b"/>
            <a:pathLst>
              <a:path w="3684" h="3686" extrusionOk="0">
                <a:moveTo>
                  <a:pt x="1720" y="1"/>
                </a:moveTo>
                <a:cubicBezTo>
                  <a:pt x="767" y="1"/>
                  <a:pt x="1" y="767"/>
                  <a:pt x="1" y="1720"/>
                </a:cubicBezTo>
                <a:lnTo>
                  <a:pt x="1" y="1966"/>
                </a:lnTo>
                <a:cubicBezTo>
                  <a:pt x="1" y="2917"/>
                  <a:pt x="767" y="3685"/>
                  <a:pt x="1720"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3599051" y="4034494"/>
            <a:ext cx="59826" cy="59842"/>
          </a:xfrm>
          <a:custGeom>
            <a:avLst/>
            <a:gdLst/>
            <a:ahLst/>
            <a:cxnLst/>
            <a:rect l="l" t="t" r="r" b="b"/>
            <a:pathLst>
              <a:path w="3685" h="3686" extrusionOk="0">
                <a:moveTo>
                  <a:pt x="1721" y="1"/>
                </a:moveTo>
                <a:cubicBezTo>
                  <a:pt x="768" y="1"/>
                  <a:pt x="0" y="767"/>
                  <a:pt x="0" y="1720"/>
                </a:cubicBezTo>
                <a:lnTo>
                  <a:pt x="0" y="1966"/>
                </a:lnTo>
                <a:cubicBezTo>
                  <a:pt x="0" y="2917"/>
                  <a:pt x="768" y="3685"/>
                  <a:pt x="1721" y="3685"/>
                </a:cubicBezTo>
                <a:lnTo>
                  <a:pt x="1966" y="3685"/>
                </a:lnTo>
                <a:cubicBezTo>
                  <a:pt x="2918" y="3685"/>
                  <a:pt x="3685" y="2917"/>
                  <a:pt x="3685" y="1966"/>
                </a:cubicBezTo>
                <a:lnTo>
                  <a:pt x="3685" y="1720"/>
                </a:lnTo>
                <a:cubicBezTo>
                  <a:pt x="3685" y="767"/>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3706478" y="4034494"/>
            <a:ext cx="59794" cy="59842"/>
          </a:xfrm>
          <a:custGeom>
            <a:avLst/>
            <a:gdLst/>
            <a:ahLst/>
            <a:cxnLst/>
            <a:rect l="l" t="t" r="r" b="b"/>
            <a:pathLst>
              <a:path w="3683" h="3686" extrusionOk="0">
                <a:moveTo>
                  <a:pt x="1719" y="1"/>
                </a:moveTo>
                <a:cubicBezTo>
                  <a:pt x="766" y="1"/>
                  <a:pt x="0" y="767"/>
                  <a:pt x="0" y="1720"/>
                </a:cubicBezTo>
                <a:lnTo>
                  <a:pt x="0" y="1966"/>
                </a:lnTo>
                <a:cubicBezTo>
                  <a:pt x="0" y="2917"/>
                  <a:pt x="766" y="3685"/>
                  <a:pt x="1719" y="3685"/>
                </a:cubicBezTo>
                <a:lnTo>
                  <a:pt x="1964" y="3685"/>
                </a:lnTo>
                <a:cubicBezTo>
                  <a:pt x="2917" y="3685"/>
                  <a:pt x="3683" y="2917"/>
                  <a:pt x="3683" y="1966"/>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3491640" y="4138236"/>
            <a:ext cx="59810" cy="59810"/>
          </a:xfrm>
          <a:custGeom>
            <a:avLst/>
            <a:gdLst/>
            <a:ahLst/>
            <a:cxnLst/>
            <a:rect l="l" t="t" r="r" b="b"/>
            <a:pathLst>
              <a:path w="3684" h="3684" extrusionOk="0">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3599051" y="4138236"/>
            <a:ext cx="59826" cy="59810"/>
          </a:xfrm>
          <a:custGeom>
            <a:avLst/>
            <a:gdLst/>
            <a:ahLst/>
            <a:cxnLst/>
            <a:rect l="l" t="t" r="r" b="b"/>
            <a:pathLst>
              <a:path w="3685" h="3684" extrusionOk="0">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3706478" y="4138236"/>
            <a:ext cx="59794" cy="59810"/>
          </a:xfrm>
          <a:custGeom>
            <a:avLst/>
            <a:gdLst/>
            <a:ahLst/>
            <a:cxnLst/>
            <a:rect l="l" t="t" r="r" b="b"/>
            <a:pathLst>
              <a:path w="3683" h="3684" extrusionOk="0">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3491640" y="4241945"/>
            <a:ext cx="59810" cy="59842"/>
          </a:xfrm>
          <a:custGeom>
            <a:avLst/>
            <a:gdLst/>
            <a:ahLst/>
            <a:cxnLst/>
            <a:rect l="l" t="t" r="r" b="b"/>
            <a:pathLst>
              <a:path w="3684" h="3686" extrusionOk="0">
                <a:moveTo>
                  <a:pt x="1720" y="1"/>
                </a:moveTo>
                <a:cubicBezTo>
                  <a:pt x="767" y="1"/>
                  <a:pt x="1" y="769"/>
                  <a:pt x="1" y="1720"/>
                </a:cubicBezTo>
                <a:lnTo>
                  <a:pt x="1" y="1966"/>
                </a:lnTo>
                <a:cubicBezTo>
                  <a:pt x="1" y="2917"/>
                  <a:pt x="767" y="3685"/>
                  <a:pt x="1720"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3599051" y="4241945"/>
            <a:ext cx="59826" cy="59842"/>
          </a:xfrm>
          <a:custGeom>
            <a:avLst/>
            <a:gdLst/>
            <a:ahLst/>
            <a:cxnLst/>
            <a:rect l="l" t="t" r="r" b="b"/>
            <a:pathLst>
              <a:path w="3685" h="3686" extrusionOk="0">
                <a:moveTo>
                  <a:pt x="1721" y="1"/>
                </a:moveTo>
                <a:cubicBezTo>
                  <a:pt x="768" y="1"/>
                  <a:pt x="0" y="769"/>
                  <a:pt x="0" y="1720"/>
                </a:cubicBezTo>
                <a:lnTo>
                  <a:pt x="0" y="1966"/>
                </a:lnTo>
                <a:cubicBezTo>
                  <a:pt x="0" y="2917"/>
                  <a:pt x="768" y="3685"/>
                  <a:pt x="1721" y="3685"/>
                </a:cubicBezTo>
                <a:lnTo>
                  <a:pt x="1966" y="3685"/>
                </a:lnTo>
                <a:cubicBezTo>
                  <a:pt x="2918" y="3685"/>
                  <a:pt x="3685" y="2917"/>
                  <a:pt x="3685" y="1966"/>
                </a:cubicBezTo>
                <a:lnTo>
                  <a:pt x="3685" y="1720"/>
                </a:lnTo>
                <a:cubicBezTo>
                  <a:pt x="3685" y="769"/>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3706478" y="4241945"/>
            <a:ext cx="59794" cy="59842"/>
          </a:xfrm>
          <a:custGeom>
            <a:avLst/>
            <a:gdLst/>
            <a:ahLst/>
            <a:cxnLst/>
            <a:rect l="l" t="t" r="r" b="b"/>
            <a:pathLst>
              <a:path w="3683" h="3686" extrusionOk="0">
                <a:moveTo>
                  <a:pt x="1719" y="1"/>
                </a:moveTo>
                <a:cubicBezTo>
                  <a:pt x="766" y="1"/>
                  <a:pt x="0" y="769"/>
                  <a:pt x="0" y="1720"/>
                </a:cubicBezTo>
                <a:lnTo>
                  <a:pt x="0" y="1966"/>
                </a:lnTo>
                <a:cubicBezTo>
                  <a:pt x="0" y="2917"/>
                  <a:pt x="766" y="3685"/>
                  <a:pt x="1719" y="3685"/>
                </a:cubicBezTo>
                <a:lnTo>
                  <a:pt x="1964" y="3685"/>
                </a:lnTo>
                <a:cubicBezTo>
                  <a:pt x="2917" y="3685"/>
                  <a:pt x="3683" y="2917"/>
                  <a:pt x="3683" y="1966"/>
                </a:cubicBezTo>
                <a:lnTo>
                  <a:pt x="3683" y="1720"/>
                </a:lnTo>
                <a:cubicBezTo>
                  <a:pt x="3683" y="769"/>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3491640" y="4345686"/>
            <a:ext cx="59810" cy="59810"/>
          </a:xfrm>
          <a:custGeom>
            <a:avLst/>
            <a:gdLst/>
            <a:ahLst/>
            <a:cxnLst/>
            <a:rect l="l" t="t" r="r" b="b"/>
            <a:pathLst>
              <a:path w="3684" h="3684" extrusionOk="0">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3599051" y="4345686"/>
            <a:ext cx="59826" cy="59810"/>
          </a:xfrm>
          <a:custGeom>
            <a:avLst/>
            <a:gdLst/>
            <a:ahLst/>
            <a:cxnLst/>
            <a:rect l="l" t="t" r="r" b="b"/>
            <a:pathLst>
              <a:path w="3685" h="3684" extrusionOk="0">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3706478" y="4345686"/>
            <a:ext cx="59794" cy="59810"/>
          </a:xfrm>
          <a:custGeom>
            <a:avLst/>
            <a:gdLst/>
            <a:ahLst/>
            <a:cxnLst/>
            <a:rect l="l" t="t" r="r" b="b"/>
            <a:pathLst>
              <a:path w="3683" h="3684" extrusionOk="0">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3491640" y="4449396"/>
            <a:ext cx="59810" cy="59842"/>
          </a:xfrm>
          <a:custGeom>
            <a:avLst/>
            <a:gdLst/>
            <a:ahLst/>
            <a:cxnLst/>
            <a:rect l="l" t="t" r="r" b="b"/>
            <a:pathLst>
              <a:path w="3684" h="3686" extrusionOk="0">
                <a:moveTo>
                  <a:pt x="1720" y="1"/>
                </a:moveTo>
                <a:cubicBezTo>
                  <a:pt x="767" y="1"/>
                  <a:pt x="1" y="769"/>
                  <a:pt x="1" y="1721"/>
                </a:cubicBezTo>
                <a:lnTo>
                  <a:pt x="1" y="1966"/>
                </a:lnTo>
                <a:cubicBezTo>
                  <a:pt x="1" y="2919"/>
                  <a:pt x="767" y="3685"/>
                  <a:pt x="1720"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3599051" y="4449396"/>
            <a:ext cx="59826" cy="59842"/>
          </a:xfrm>
          <a:custGeom>
            <a:avLst/>
            <a:gdLst/>
            <a:ahLst/>
            <a:cxnLst/>
            <a:rect l="l" t="t" r="r" b="b"/>
            <a:pathLst>
              <a:path w="3685" h="3686" extrusionOk="0">
                <a:moveTo>
                  <a:pt x="1721" y="1"/>
                </a:moveTo>
                <a:cubicBezTo>
                  <a:pt x="768" y="1"/>
                  <a:pt x="0" y="769"/>
                  <a:pt x="0" y="1721"/>
                </a:cubicBezTo>
                <a:lnTo>
                  <a:pt x="0" y="1966"/>
                </a:lnTo>
                <a:cubicBezTo>
                  <a:pt x="0" y="2919"/>
                  <a:pt x="768" y="3685"/>
                  <a:pt x="1721" y="3685"/>
                </a:cubicBezTo>
                <a:lnTo>
                  <a:pt x="1966" y="3685"/>
                </a:lnTo>
                <a:cubicBezTo>
                  <a:pt x="2918" y="3685"/>
                  <a:pt x="3685" y="2919"/>
                  <a:pt x="3685" y="1966"/>
                </a:cubicBezTo>
                <a:lnTo>
                  <a:pt x="3685" y="1721"/>
                </a:lnTo>
                <a:cubicBezTo>
                  <a:pt x="3685" y="769"/>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3706478" y="4449396"/>
            <a:ext cx="59794" cy="59842"/>
          </a:xfrm>
          <a:custGeom>
            <a:avLst/>
            <a:gdLst/>
            <a:ahLst/>
            <a:cxnLst/>
            <a:rect l="l" t="t" r="r" b="b"/>
            <a:pathLst>
              <a:path w="3683" h="3686" extrusionOk="0">
                <a:moveTo>
                  <a:pt x="1719" y="1"/>
                </a:moveTo>
                <a:cubicBezTo>
                  <a:pt x="766" y="1"/>
                  <a:pt x="0" y="769"/>
                  <a:pt x="0" y="1721"/>
                </a:cubicBezTo>
                <a:lnTo>
                  <a:pt x="0" y="1966"/>
                </a:lnTo>
                <a:cubicBezTo>
                  <a:pt x="0" y="2919"/>
                  <a:pt x="766" y="3685"/>
                  <a:pt x="1719" y="3685"/>
                </a:cubicBezTo>
                <a:lnTo>
                  <a:pt x="1964" y="3685"/>
                </a:lnTo>
                <a:cubicBezTo>
                  <a:pt x="2917" y="3685"/>
                  <a:pt x="3683" y="2919"/>
                  <a:pt x="3683" y="1966"/>
                </a:cubicBezTo>
                <a:lnTo>
                  <a:pt x="3683" y="1721"/>
                </a:lnTo>
                <a:cubicBezTo>
                  <a:pt x="3683" y="769"/>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3491640" y="4553137"/>
            <a:ext cx="59810" cy="59810"/>
          </a:xfrm>
          <a:custGeom>
            <a:avLst/>
            <a:gdLst/>
            <a:ahLst/>
            <a:cxnLst/>
            <a:rect l="l" t="t" r="r" b="b"/>
            <a:pathLst>
              <a:path w="3684" h="3684" extrusionOk="0">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3599051" y="4553137"/>
            <a:ext cx="59826" cy="59810"/>
          </a:xfrm>
          <a:custGeom>
            <a:avLst/>
            <a:gdLst/>
            <a:ahLst/>
            <a:cxnLst/>
            <a:rect l="l" t="t" r="r" b="b"/>
            <a:pathLst>
              <a:path w="3685" h="3684" extrusionOk="0">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3706478" y="4553137"/>
            <a:ext cx="59794" cy="59810"/>
          </a:xfrm>
          <a:custGeom>
            <a:avLst/>
            <a:gdLst/>
            <a:ahLst/>
            <a:cxnLst/>
            <a:rect l="l" t="t" r="r" b="b"/>
            <a:pathLst>
              <a:path w="3683" h="3684" extrusionOk="0">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3491640" y="4656879"/>
            <a:ext cx="59810" cy="59810"/>
          </a:xfrm>
          <a:custGeom>
            <a:avLst/>
            <a:gdLst/>
            <a:ahLst/>
            <a:cxnLst/>
            <a:rect l="l" t="t" r="r" b="b"/>
            <a:pathLst>
              <a:path w="3684" h="3684" extrusionOk="0">
                <a:moveTo>
                  <a:pt x="1720" y="0"/>
                </a:moveTo>
                <a:cubicBezTo>
                  <a:pt x="767" y="0"/>
                  <a:pt x="1" y="767"/>
                  <a:pt x="1" y="1719"/>
                </a:cubicBezTo>
                <a:lnTo>
                  <a:pt x="1" y="1964"/>
                </a:lnTo>
                <a:cubicBezTo>
                  <a:pt x="1" y="2917"/>
                  <a:pt x="767" y="3683"/>
                  <a:pt x="1720"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3599051" y="4656879"/>
            <a:ext cx="59826" cy="59810"/>
          </a:xfrm>
          <a:custGeom>
            <a:avLst/>
            <a:gdLst/>
            <a:ahLst/>
            <a:cxnLst/>
            <a:rect l="l" t="t" r="r" b="b"/>
            <a:pathLst>
              <a:path w="3685" h="3684" extrusionOk="0">
                <a:moveTo>
                  <a:pt x="1721" y="0"/>
                </a:moveTo>
                <a:cubicBezTo>
                  <a:pt x="768" y="0"/>
                  <a:pt x="0" y="767"/>
                  <a:pt x="0" y="1719"/>
                </a:cubicBezTo>
                <a:lnTo>
                  <a:pt x="0" y="1964"/>
                </a:lnTo>
                <a:cubicBezTo>
                  <a:pt x="0" y="2917"/>
                  <a:pt x="768" y="3683"/>
                  <a:pt x="1721" y="3683"/>
                </a:cubicBezTo>
                <a:lnTo>
                  <a:pt x="1966" y="3683"/>
                </a:lnTo>
                <a:cubicBezTo>
                  <a:pt x="2918" y="3683"/>
                  <a:pt x="3685" y="2917"/>
                  <a:pt x="3685" y="1964"/>
                </a:cubicBezTo>
                <a:lnTo>
                  <a:pt x="3685" y="1719"/>
                </a:lnTo>
                <a:cubicBezTo>
                  <a:pt x="3685" y="767"/>
                  <a:pt x="2918" y="0"/>
                  <a:pt x="19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3706478" y="4656879"/>
            <a:ext cx="59794" cy="59810"/>
          </a:xfrm>
          <a:custGeom>
            <a:avLst/>
            <a:gdLst/>
            <a:ahLst/>
            <a:cxnLst/>
            <a:rect l="l" t="t" r="r" b="b"/>
            <a:pathLst>
              <a:path w="3683" h="3684" extrusionOk="0">
                <a:moveTo>
                  <a:pt x="1719" y="0"/>
                </a:moveTo>
                <a:cubicBezTo>
                  <a:pt x="766" y="0"/>
                  <a:pt x="0" y="767"/>
                  <a:pt x="0" y="1719"/>
                </a:cubicBezTo>
                <a:lnTo>
                  <a:pt x="0" y="1964"/>
                </a:lnTo>
                <a:cubicBezTo>
                  <a:pt x="0" y="2917"/>
                  <a:pt x="766" y="3683"/>
                  <a:pt x="1719" y="3683"/>
                </a:cubicBezTo>
                <a:lnTo>
                  <a:pt x="1964" y="3683"/>
                </a:lnTo>
                <a:cubicBezTo>
                  <a:pt x="2917" y="3683"/>
                  <a:pt x="3683" y="2917"/>
                  <a:pt x="3683" y="1964"/>
                </a:cubicBezTo>
                <a:lnTo>
                  <a:pt x="3683" y="1719"/>
                </a:lnTo>
                <a:cubicBezTo>
                  <a:pt x="3683" y="767"/>
                  <a:pt x="2917" y="0"/>
                  <a:pt x="196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3491640" y="4760588"/>
            <a:ext cx="59810" cy="59810"/>
          </a:xfrm>
          <a:custGeom>
            <a:avLst/>
            <a:gdLst/>
            <a:ahLst/>
            <a:cxnLst/>
            <a:rect l="l" t="t" r="r" b="b"/>
            <a:pathLst>
              <a:path w="3684" h="3684" extrusionOk="0">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3599051" y="4760588"/>
            <a:ext cx="59826" cy="59810"/>
          </a:xfrm>
          <a:custGeom>
            <a:avLst/>
            <a:gdLst/>
            <a:ahLst/>
            <a:cxnLst/>
            <a:rect l="l" t="t" r="r" b="b"/>
            <a:pathLst>
              <a:path w="3685" h="3684" extrusionOk="0">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3706478" y="4760588"/>
            <a:ext cx="59794" cy="59810"/>
          </a:xfrm>
          <a:custGeom>
            <a:avLst/>
            <a:gdLst/>
            <a:ahLst/>
            <a:cxnLst/>
            <a:rect l="l" t="t" r="r" b="b"/>
            <a:pathLst>
              <a:path w="3683" h="3684" extrusionOk="0">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3491640" y="4864330"/>
            <a:ext cx="59810" cy="59810"/>
          </a:xfrm>
          <a:custGeom>
            <a:avLst/>
            <a:gdLst/>
            <a:ahLst/>
            <a:cxnLst/>
            <a:rect l="l" t="t" r="r" b="b"/>
            <a:pathLst>
              <a:path w="3684" h="3684" extrusionOk="0">
                <a:moveTo>
                  <a:pt x="1720" y="1"/>
                </a:moveTo>
                <a:cubicBezTo>
                  <a:pt x="767" y="1"/>
                  <a:pt x="1" y="767"/>
                  <a:pt x="1" y="1720"/>
                </a:cubicBezTo>
                <a:lnTo>
                  <a:pt x="1" y="1964"/>
                </a:lnTo>
                <a:cubicBezTo>
                  <a:pt x="1" y="2917"/>
                  <a:pt x="767" y="3683"/>
                  <a:pt x="1720"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3599051" y="4864330"/>
            <a:ext cx="59826" cy="59810"/>
          </a:xfrm>
          <a:custGeom>
            <a:avLst/>
            <a:gdLst/>
            <a:ahLst/>
            <a:cxnLst/>
            <a:rect l="l" t="t" r="r" b="b"/>
            <a:pathLst>
              <a:path w="3685" h="3684" extrusionOk="0">
                <a:moveTo>
                  <a:pt x="1721" y="1"/>
                </a:moveTo>
                <a:cubicBezTo>
                  <a:pt x="768" y="1"/>
                  <a:pt x="0" y="767"/>
                  <a:pt x="0" y="1720"/>
                </a:cubicBezTo>
                <a:lnTo>
                  <a:pt x="0" y="1964"/>
                </a:lnTo>
                <a:cubicBezTo>
                  <a:pt x="0" y="2917"/>
                  <a:pt x="768" y="3683"/>
                  <a:pt x="1721" y="3683"/>
                </a:cubicBezTo>
                <a:lnTo>
                  <a:pt x="1966" y="3683"/>
                </a:lnTo>
                <a:cubicBezTo>
                  <a:pt x="2918" y="3683"/>
                  <a:pt x="3685" y="2917"/>
                  <a:pt x="3685" y="1964"/>
                </a:cubicBezTo>
                <a:lnTo>
                  <a:pt x="3685" y="1720"/>
                </a:lnTo>
                <a:cubicBezTo>
                  <a:pt x="3685" y="767"/>
                  <a:pt x="2918" y="1"/>
                  <a:pt x="1966"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3706478" y="4864330"/>
            <a:ext cx="59794" cy="59810"/>
          </a:xfrm>
          <a:custGeom>
            <a:avLst/>
            <a:gdLst/>
            <a:ahLst/>
            <a:cxnLst/>
            <a:rect l="l" t="t" r="r" b="b"/>
            <a:pathLst>
              <a:path w="3683" h="3684" extrusionOk="0">
                <a:moveTo>
                  <a:pt x="1719" y="1"/>
                </a:moveTo>
                <a:cubicBezTo>
                  <a:pt x="766" y="1"/>
                  <a:pt x="0" y="767"/>
                  <a:pt x="0" y="1720"/>
                </a:cubicBezTo>
                <a:lnTo>
                  <a:pt x="0" y="1964"/>
                </a:lnTo>
                <a:cubicBezTo>
                  <a:pt x="0" y="2917"/>
                  <a:pt x="766" y="3683"/>
                  <a:pt x="1719" y="3683"/>
                </a:cubicBezTo>
                <a:lnTo>
                  <a:pt x="1964" y="3683"/>
                </a:lnTo>
                <a:cubicBezTo>
                  <a:pt x="2917" y="3683"/>
                  <a:pt x="3683" y="2917"/>
                  <a:pt x="3683" y="1964"/>
                </a:cubicBezTo>
                <a:lnTo>
                  <a:pt x="3683" y="1720"/>
                </a:lnTo>
                <a:cubicBezTo>
                  <a:pt x="3683" y="767"/>
                  <a:pt x="2917" y="1"/>
                  <a:pt x="196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3487890" y="3044078"/>
            <a:ext cx="59810" cy="59826"/>
          </a:xfrm>
          <a:custGeom>
            <a:avLst/>
            <a:gdLst/>
            <a:ahLst/>
            <a:cxnLst/>
            <a:rect l="l" t="t" r="r" b="b"/>
            <a:pathLst>
              <a:path w="3684" h="3685" extrusionOk="0">
                <a:moveTo>
                  <a:pt x="1517" y="0"/>
                </a:moveTo>
                <a:cubicBezTo>
                  <a:pt x="677" y="0"/>
                  <a:pt x="1" y="677"/>
                  <a:pt x="1" y="1517"/>
                </a:cubicBezTo>
                <a:lnTo>
                  <a:pt x="1" y="2167"/>
                </a:lnTo>
                <a:cubicBezTo>
                  <a:pt x="1" y="3008"/>
                  <a:pt x="677" y="3685"/>
                  <a:pt x="1517" y="3685"/>
                </a:cubicBezTo>
                <a:lnTo>
                  <a:pt x="2167" y="3685"/>
                </a:lnTo>
                <a:cubicBezTo>
                  <a:pt x="3007" y="3685"/>
                  <a:pt x="3684" y="3008"/>
                  <a:pt x="3684" y="2167"/>
                </a:cubicBezTo>
                <a:lnTo>
                  <a:pt x="3684" y="1517"/>
                </a:lnTo>
                <a:cubicBezTo>
                  <a:pt x="3684" y="677"/>
                  <a:pt x="3007" y="0"/>
                  <a:pt x="2167"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3595333" y="3044078"/>
            <a:ext cx="59794" cy="59826"/>
          </a:xfrm>
          <a:custGeom>
            <a:avLst/>
            <a:gdLst/>
            <a:ahLst/>
            <a:cxnLst/>
            <a:rect l="l" t="t" r="r" b="b"/>
            <a:pathLst>
              <a:path w="3683" h="3685" extrusionOk="0">
                <a:moveTo>
                  <a:pt x="1517" y="0"/>
                </a:moveTo>
                <a:cubicBezTo>
                  <a:pt x="676" y="0"/>
                  <a:pt x="0" y="677"/>
                  <a:pt x="0" y="1517"/>
                </a:cubicBezTo>
                <a:lnTo>
                  <a:pt x="0" y="2167"/>
                </a:lnTo>
                <a:cubicBezTo>
                  <a:pt x="0" y="3008"/>
                  <a:pt x="676" y="3685"/>
                  <a:pt x="1517" y="3685"/>
                </a:cubicBezTo>
                <a:lnTo>
                  <a:pt x="2166" y="3685"/>
                </a:lnTo>
                <a:cubicBezTo>
                  <a:pt x="3007" y="3685"/>
                  <a:pt x="3683" y="3008"/>
                  <a:pt x="3683" y="2167"/>
                </a:cubicBezTo>
                <a:lnTo>
                  <a:pt x="3683" y="1517"/>
                </a:lnTo>
                <a:cubicBezTo>
                  <a:pt x="3683" y="677"/>
                  <a:pt x="3007" y="0"/>
                  <a:pt x="21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3702727" y="3044078"/>
            <a:ext cx="59826" cy="59826"/>
          </a:xfrm>
          <a:custGeom>
            <a:avLst/>
            <a:gdLst/>
            <a:ahLst/>
            <a:cxnLst/>
            <a:rect l="l" t="t" r="r" b="b"/>
            <a:pathLst>
              <a:path w="3685" h="3685" extrusionOk="0">
                <a:moveTo>
                  <a:pt x="1519" y="0"/>
                </a:moveTo>
                <a:cubicBezTo>
                  <a:pt x="679" y="0"/>
                  <a:pt x="0" y="677"/>
                  <a:pt x="0" y="1517"/>
                </a:cubicBezTo>
                <a:lnTo>
                  <a:pt x="0" y="2167"/>
                </a:lnTo>
                <a:cubicBezTo>
                  <a:pt x="0" y="3008"/>
                  <a:pt x="679" y="3685"/>
                  <a:pt x="1519" y="3685"/>
                </a:cubicBezTo>
                <a:lnTo>
                  <a:pt x="2167" y="3685"/>
                </a:lnTo>
                <a:cubicBezTo>
                  <a:pt x="3009" y="3685"/>
                  <a:pt x="3685" y="3008"/>
                  <a:pt x="3685" y="2167"/>
                </a:cubicBezTo>
                <a:lnTo>
                  <a:pt x="3685" y="1517"/>
                </a:lnTo>
                <a:cubicBezTo>
                  <a:pt x="3685" y="677"/>
                  <a:pt x="3009" y="0"/>
                  <a:pt x="2167"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3928426" y="5052201"/>
            <a:ext cx="549539" cy="24661"/>
          </a:xfrm>
          <a:custGeom>
            <a:avLst/>
            <a:gdLst/>
            <a:ahLst/>
            <a:cxnLst/>
            <a:rect l="l" t="t" r="r" b="b"/>
            <a:pathLst>
              <a:path w="33849" h="1519" extrusionOk="0">
                <a:moveTo>
                  <a:pt x="0" y="0"/>
                </a:moveTo>
                <a:lnTo>
                  <a:pt x="0" y="1518"/>
                </a:lnTo>
                <a:lnTo>
                  <a:pt x="33848" y="1518"/>
                </a:lnTo>
                <a:lnTo>
                  <a:pt x="33848" y="0"/>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2940251" y="5019423"/>
            <a:ext cx="549555" cy="24661"/>
          </a:xfrm>
          <a:custGeom>
            <a:avLst/>
            <a:gdLst/>
            <a:ahLst/>
            <a:cxnLst/>
            <a:rect l="l" t="t" r="r" b="b"/>
            <a:pathLst>
              <a:path w="33850" h="1519" extrusionOk="0">
                <a:moveTo>
                  <a:pt x="1" y="1"/>
                </a:moveTo>
                <a:lnTo>
                  <a:pt x="1" y="1519"/>
                </a:lnTo>
                <a:lnTo>
                  <a:pt x="33849" y="1519"/>
                </a:lnTo>
                <a:lnTo>
                  <a:pt x="33849" y="1"/>
                </a:ln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4416045" y="4460435"/>
            <a:ext cx="530316" cy="616427"/>
          </a:xfrm>
          <a:custGeom>
            <a:avLst/>
            <a:gdLst/>
            <a:ahLst/>
            <a:cxnLst/>
            <a:rect l="l" t="t" r="r" b="b"/>
            <a:pathLst>
              <a:path w="32665" h="37969" extrusionOk="0">
                <a:moveTo>
                  <a:pt x="16333" y="1"/>
                </a:moveTo>
                <a:lnTo>
                  <a:pt x="0" y="11718"/>
                </a:lnTo>
                <a:lnTo>
                  <a:pt x="0" y="37968"/>
                </a:lnTo>
                <a:lnTo>
                  <a:pt x="32665" y="37968"/>
                </a:lnTo>
                <a:lnTo>
                  <a:pt x="32665" y="11718"/>
                </a:lnTo>
                <a:lnTo>
                  <a:pt x="163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4416045" y="5044766"/>
            <a:ext cx="530316" cy="32097"/>
          </a:xfrm>
          <a:custGeom>
            <a:avLst/>
            <a:gdLst/>
            <a:ahLst/>
            <a:cxnLst/>
            <a:rect l="l" t="t" r="r" b="b"/>
            <a:pathLst>
              <a:path w="32665" h="1977" extrusionOk="0">
                <a:moveTo>
                  <a:pt x="0" y="0"/>
                </a:moveTo>
                <a:lnTo>
                  <a:pt x="0" y="1976"/>
                </a:lnTo>
                <a:lnTo>
                  <a:pt x="32665" y="1976"/>
                </a:lnTo>
                <a:lnTo>
                  <a:pt x="32665" y="0"/>
                </a:lnTo>
                <a:close/>
              </a:path>
            </a:pathLst>
          </a:custGeom>
          <a:solidFill>
            <a:srgbClr val="E2A3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4603510" y="4812118"/>
            <a:ext cx="155401" cy="264744"/>
          </a:xfrm>
          <a:custGeom>
            <a:avLst/>
            <a:gdLst/>
            <a:ahLst/>
            <a:cxnLst/>
            <a:rect l="l" t="t" r="r" b="b"/>
            <a:pathLst>
              <a:path w="9572" h="16307" extrusionOk="0">
                <a:moveTo>
                  <a:pt x="3082" y="0"/>
                </a:moveTo>
                <a:cubicBezTo>
                  <a:pt x="1381" y="0"/>
                  <a:pt x="0" y="1381"/>
                  <a:pt x="0" y="3083"/>
                </a:cubicBezTo>
                <a:lnTo>
                  <a:pt x="0" y="16306"/>
                </a:lnTo>
                <a:lnTo>
                  <a:pt x="9571" y="16306"/>
                </a:lnTo>
                <a:lnTo>
                  <a:pt x="9569" y="3083"/>
                </a:lnTo>
                <a:cubicBezTo>
                  <a:pt x="9569" y="1381"/>
                  <a:pt x="8188" y="0"/>
                  <a:pt x="6487"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4346835" y="4446636"/>
            <a:ext cx="665180" cy="269501"/>
          </a:xfrm>
          <a:custGeom>
            <a:avLst/>
            <a:gdLst/>
            <a:ahLst/>
            <a:cxnLst/>
            <a:rect l="l" t="t" r="r" b="b"/>
            <a:pathLst>
              <a:path w="40972" h="16600" extrusionOk="0">
                <a:moveTo>
                  <a:pt x="20603" y="1"/>
                </a:moveTo>
                <a:cubicBezTo>
                  <a:pt x="20077" y="1"/>
                  <a:pt x="19551" y="167"/>
                  <a:pt x="19107" y="498"/>
                </a:cubicBezTo>
                <a:lnTo>
                  <a:pt x="570" y="14483"/>
                </a:lnTo>
                <a:cubicBezTo>
                  <a:pt x="165" y="14787"/>
                  <a:pt x="1" y="15316"/>
                  <a:pt x="163" y="15797"/>
                </a:cubicBezTo>
                <a:cubicBezTo>
                  <a:pt x="323" y="16276"/>
                  <a:pt x="772" y="16600"/>
                  <a:pt x="1280" y="16600"/>
                </a:cubicBezTo>
                <a:cubicBezTo>
                  <a:pt x="1535" y="16600"/>
                  <a:pt x="1783" y="16515"/>
                  <a:pt x="1988" y="16362"/>
                </a:cubicBezTo>
                <a:lnTo>
                  <a:pt x="20525" y="2376"/>
                </a:lnTo>
                <a:cubicBezTo>
                  <a:pt x="20548" y="2358"/>
                  <a:pt x="20575" y="2349"/>
                  <a:pt x="20603" y="2349"/>
                </a:cubicBezTo>
                <a:cubicBezTo>
                  <a:pt x="20630" y="2349"/>
                  <a:pt x="20657" y="2358"/>
                  <a:pt x="20680" y="2376"/>
                </a:cubicBezTo>
                <a:lnTo>
                  <a:pt x="38941" y="15841"/>
                </a:lnTo>
                <a:cubicBezTo>
                  <a:pt x="39151" y="15996"/>
                  <a:pt x="39396" y="16071"/>
                  <a:pt x="39639" y="16071"/>
                </a:cubicBezTo>
                <a:cubicBezTo>
                  <a:pt x="40000" y="16071"/>
                  <a:pt x="40356" y="15905"/>
                  <a:pt x="40586" y="15592"/>
                </a:cubicBezTo>
                <a:cubicBezTo>
                  <a:pt x="40972" y="15069"/>
                  <a:pt x="40861" y="14333"/>
                  <a:pt x="40338" y="13947"/>
                </a:cubicBezTo>
                <a:lnTo>
                  <a:pt x="22079" y="482"/>
                </a:lnTo>
                <a:cubicBezTo>
                  <a:pt x="21639" y="161"/>
                  <a:pt x="21121" y="1"/>
                  <a:pt x="206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4632668" y="4616535"/>
            <a:ext cx="93530" cy="89974"/>
          </a:xfrm>
          <a:custGeom>
            <a:avLst/>
            <a:gdLst/>
            <a:ahLst/>
            <a:cxnLst/>
            <a:rect l="l" t="t" r="r" b="b"/>
            <a:pathLst>
              <a:path w="5761" h="5542" extrusionOk="0">
                <a:moveTo>
                  <a:pt x="2990" y="0"/>
                </a:moveTo>
                <a:cubicBezTo>
                  <a:pt x="1868" y="0"/>
                  <a:pt x="858" y="675"/>
                  <a:pt x="429" y="1711"/>
                </a:cubicBezTo>
                <a:cubicBezTo>
                  <a:pt x="1" y="2746"/>
                  <a:pt x="237" y="3937"/>
                  <a:pt x="1029" y="4729"/>
                </a:cubicBezTo>
                <a:cubicBezTo>
                  <a:pt x="1559" y="5259"/>
                  <a:pt x="2268" y="5541"/>
                  <a:pt x="2990" y="5541"/>
                </a:cubicBezTo>
                <a:cubicBezTo>
                  <a:pt x="3347" y="5541"/>
                  <a:pt x="3707" y="5472"/>
                  <a:pt x="4050" y="5330"/>
                </a:cubicBezTo>
                <a:cubicBezTo>
                  <a:pt x="5086" y="4902"/>
                  <a:pt x="5760" y="3891"/>
                  <a:pt x="5760" y="2771"/>
                </a:cubicBezTo>
                <a:cubicBezTo>
                  <a:pt x="5760" y="1240"/>
                  <a:pt x="4520" y="0"/>
                  <a:pt x="2990"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4521523" y="4877659"/>
            <a:ext cx="68983" cy="130432"/>
          </a:xfrm>
          <a:custGeom>
            <a:avLst/>
            <a:gdLst/>
            <a:ahLst/>
            <a:cxnLst/>
            <a:rect l="l" t="t" r="r" b="b"/>
            <a:pathLst>
              <a:path w="4249" h="8034" extrusionOk="0">
                <a:moveTo>
                  <a:pt x="2125" y="0"/>
                </a:moveTo>
                <a:cubicBezTo>
                  <a:pt x="980" y="0"/>
                  <a:pt x="52" y="367"/>
                  <a:pt x="6" y="826"/>
                </a:cubicBezTo>
                <a:lnTo>
                  <a:pt x="1" y="826"/>
                </a:lnTo>
                <a:lnTo>
                  <a:pt x="1" y="8033"/>
                </a:lnTo>
                <a:lnTo>
                  <a:pt x="4249" y="8033"/>
                </a:lnTo>
                <a:lnTo>
                  <a:pt x="4249" y="826"/>
                </a:lnTo>
                <a:lnTo>
                  <a:pt x="4244" y="826"/>
                </a:lnTo>
                <a:cubicBezTo>
                  <a:pt x="4198" y="367"/>
                  <a:pt x="3268" y="0"/>
                  <a:pt x="212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4551672" y="4827817"/>
            <a:ext cx="8669" cy="205633"/>
          </a:xfrm>
          <a:custGeom>
            <a:avLst/>
            <a:gdLst/>
            <a:ahLst/>
            <a:cxnLst/>
            <a:rect l="l" t="t" r="r" b="b"/>
            <a:pathLst>
              <a:path w="534" h="12666" extrusionOk="0">
                <a:moveTo>
                  <a:pt x="0" y="0"/>
                </a:moveTo>
                <a:lnTo>
                  <a:pt x="0" y="12666"/>
                </a:lnTo>
                <a:lnTo>
                  <a:pt x="534" y="12666"/>
                </a:lnTo>
                <a:lnTo>
                  <a:pt x="534"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4521523" y="4906248"/>
            <a:ext cx="68983" cy="6478"/>
          </a:xfrm>
          <a:custGeom>
            <a:avLst/>
            <a:gdLst/>
            <a:ahLst/>
            <a:cxnLst/>
            <a:rect l="l" t="t" r="r" b="b"/>
            <a:pathLst>
              <a:path w="4249" h="399" extrusionOk="0">
                <a:moveTo>
                  <a:pt x="1" y="1"/>
                </a:moveTo>
                <a:lnTo>
                  <a:pt x="1" y="399"/>
                </a:lnTo>
                <a:lnTo>
                  <a:pt x="4249" y="399"/>
                </a:lnTo>
                <a:lnTo>
                  <a:pt x="4249"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4521523" y="4939644"/>
            <a:ext cx="68983" cy="6478"/>
          </a:xfrm>
          <a:custGeom>
            <a:avLst/>
            <a:gdLst/>
            <a:ahLst/>
            <a:cxnLst/>
            <a:rect l="l" t="t" r="r" b="b"/>
            <a:pathLst>
              <a:path w="4249" h="399" extrusionOk="0">
                <a:moveTo>
                  <a:pt x="1" y="1"/>
                </a:moveTo>
                <a:lnTo>
                  <a:pt x="1" y="399"/>
                </a:lnTo>
                <a:lnTo>
                  <a:pt x="4249" y="399"/>
                </a:lnTo>
                <a:lnTo>
                  <a:pt x="4249"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4521523" y="4973023"/>
            <a:ext cx="68983" cy="6494"/>
          </a:xfrm>
          <a:custGeom>
            <a:avLst/>
            <a:gdLst/>
            <a:ahLst/>
            <a:cxnLst/>
            <a:rect l="l" t="t" r="r" b="b"/>
            <a:pathLst>
              <a:path w="4249" h="400" extrusionOk="0">
                <a:moveTo>
                  <a:pt x="1" y="0"/>
                </a:moveTo>
                <a:lnTo>
                  <a:pt x="1" y="400"/>
                </a:lnTo>
                <a:lnTo>
                  <a:pt x="4249" y="400"/>
                </a:lnTo>
                <a:lnTo>
                  <a:pt x="4249"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4521523" y="5006451"/>
            <a:ext cx="68983" cy="6478"/>
          </a:xfrm>
          <a:custGeom>
            <a:avLst/>
            <a:gdLst/>
            <a:ahLst/>
            <a:cxnLst/>
            <a:rect l="l" t="t" r="r" b="b"/>
            <a:pathLst>
              <a:path w="4249" h="399" extrusionOk="0">
                <a:moveTo>
                  <a:pt x="1" y="0"/>
                </a:moveTo>
                <a:lnTo>
                  <a:pt x="1" y="398"/>
                </a:lnTo>
                <a:lnTo>
                  <a:pt x="4249" y="398"/>
                </a:lnTo>
                <a:lnTo>
                  <a:pt x="4249"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4767500" y="4877659"/>
            <a:ext cx="68983" cy="130432"/>
          </a:xfrm>
          <a:custGeom>
            <a:avLst/>
            <a:gdLst/>
            <a:ahLst/>
            <a:cxnLst/>
            <a:rect l="l" t="t" r="r" b="b"/>
            <a:pathLst>
              <a:path w="4249" h="8034" extrusionOk="0">
                <a:moveTo>
                  <a:pt x="2123" y="0"/>
                </a:moveTo>
                <a:cubicBezTo>
                  <a:pt x="979" y="0"/>
                  <a:pt x="49" y="367"/>
                  <a:pt x="4" y="826"/>
                </a:cubicBezTo>
                <a:lnTo>
                  <a:pt x="0" y="826"/>
                </a:lnTo>
                <a:lnTo>
                  <a:pt x="0" y="8033"/>
                </a:lnTo>
                <a:lnTo>
                  <a:pt x="4248" y="8033"/>
                </a:lnTo>
                <a:lnTo>
                  <a:pt x="4248" y="826"/>
                </a:lnTo>
                <a:lnTo>
                  <a:pt x="4243" y="826"/>
                </a:lnTo>
                <a:cubicBezTo>
                  <a:pt x="4196" y="367"/>
                  <a:pt x="3267" y="0"/>
                  <a:pt x="212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4797632" y="4822346"/>
            <a:ext cx="8686" cy="205649"/>
          </a:xfrm>
          <a:custGeom>
            <a:avLst/>
            <a:gdLst/>
            <a:ahLst/>
            <a:cxnLst/>
            <a:rect l="l" t="t" r="r" b="b"/>
            <a:pathLst>
              <a:path w="535" h="12667" extrusionOk="0">
                <a:moveTo>
                  <a:pt x="1" y="1"/>
                </a:moveTo>
                <a:lnTo>
                  <a:pt x="1" y="12666"/>
                </a:lnTo>
                <a:lnTo>
                  <a:pt x="534" y="12666"/>
                </a:lnTo>
                <a:lnTo>
                  <a:pt x="534"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4767500" y="4906248"/>
            <a:ext cx="68950" cy="6478"/>
          </a:xfrm>
          <a:custGeom>
            <a:avLst/>
            <a:gdLst/>
            <a:ahLst/>
            <a:cxnLst/>
            <a:rect l="l" t="t" r="r" b="b"/>
            <a:pathLst>
              <a:path w="4247" h="399" extrusionOk="0">
                <a:moveTo>
                  <a:pt x="0" y="1"/>
                </a:moveTo>
                <a:lnTo>
                  <a:pt x="0" y="399"/>
                </a:lnTo>
                <a:lnTo>
                  <a:pt x="4247" y="399"/>
                </a:lnTo>
                <a:lnTo>
                  <a:pt x="4247"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4767500" y="4939644"/>
            <a:ext cx="68950" cy="6478"/>
          </a:xfrm>
          <a:custGeom>
            <a:avLst/>
            <a:gdLst/>
            <a:ahLst/>
            <a:cxnLst/>
            <a:rect l="l" t="t" r="r" b="b"/>
            <a:pathLst>
              <a:path w="4247" h="399" extrusionOk="0">
                <a:moveTo>
                  <a:pt x="0" y="1"/>
                </a:moveTo>
                <a:lnTo>
                  <a:pt x="0" y="399"/>
                </a:lnTo>
                <a:lnTo>
                  <a:pt x="4247" y="399"/>
                </a:lnTo>
                <a:lnTo>
                  <a:pt x="4247"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4767500" y="4973023"/>
            <a:ext cx="68950" cy="6494"/>
          </a:xfrm>
          <a:custGeom>
            <a:avLst/>
            <a:gdLst/>
            <a:ahLst/>
            <a:cxnLst/>
            <a:rect l="l" t="t" r="r" b="b"/>
            <a:pathLst>
              <a:path w="4247" h="400" extrusionOk="0">
                <a:moveTo>
                  <a:pt x="0" y="0"/>
                </a:moveTo>
                <a:lnTo>
                  <a:pt x="0" y="400"/>
                </a:lnTo>
                <a:lnTo>
                  <a:pt x="4247" y="400"/>
                </a:lnTo>
                <a:lnTo>
                  <a:pt x="4247"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4767500" y="5006451"/>
            <a:ext cx="68950" cy="6478"/>
          </a:xfrm>
          <a:custGeom>
            <a:avLst/>
            <a:gdLst/>
            <a:ahLst/>
            <a:cxnLst/>
            <a:rect l="l" t="t" r="r" b="b"/>
            <a:pathLst>
              <a:path w="4247" h="399" extrusionOk="0">
                <a:moveTo>
                  <a:pt x="0" y="0"/>
                </a:moveTo>
                <a:lnTo>
                  <a:pt x="0" y="398"/>
                </a:lnTo>
                <a:lnTo>
                  <a:pt x="4247" y="398"/>
                </a:lnTo>
                <a:lnTo>
                  <a:pt x="4247"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5292751" y="5037898"/>
            <a:ext cx="919485" cy="39240"/>
          </a:xfrm>
          <a:custGeom>
            <a:avLst/>
            <a:gdLst/>
            <a:ahLst/>
            <a:cxnLst/>
            <a:rect l="l" t="t" r="r" b="b"/>
            <a:pathLst>
              <a:path w="56636" h="2417" extrusionOk="0">
                <a:moveTo>
                  <a:pt x="0" y="0"/>
                </a:moveTo>
                <a:lnTo>
                  <a:pt x="0" y="2417"/>
                </a:lnTo>
                <a:lnTo>
                  <a:pt x="56636" y="2417"/>
                </a:lnTo>
                <a:lnTo>
                  <a:pt x="56636" y="0"/>
                </a:lnTo>
                <a:close/>
              </a:path>
            </a:pathLst>
          </a:custGeom>
          <a:solidFill>
            <a:srgbClr val="E2A3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5110594" y="4441392"/>
            <a:ext cx="439546" cy="635746"/>
          </a:xfrm>
          <a:custGeom>
            <a:avLst/>
            <a:gdLst/>
            <a:ahLst/>
            <a:cxnLst/>
            <a:rect l="l" t="t" r="r" b="b"/>
            <a:pathLst>
              <a:path w="27074" h="39159" extrusionOk="0">
                <a:moveTo>
                  <a:pt x="13536" y="1"/>
                </a:moveTo>
                <a:lnTo>
                  <a:pt x="1" y="12086"/>
                </a:lnTo>
                <a:lnTo>
                  <a:pt x="1" y="39159"/>
                </a:lnTo>
                <a:lnTo>
                  <a:pt x="27073" y="39159"/>
                </a:lnTo>
                <a:lnTo>
                  <a:pt x="27073" y="12086"/>
                </a:lnTo>
                <a:lnTo>
                  <a:pt x="135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5110594" y="5044067"/>
            <a:ext cx="439546" cy="33071"/>
          </a:xfrm>
          <a:custGeom>
            <a:avLst/>
            <a:gdLst/>
            <a:ahLst/>
            <a:cxnLst/>
            <a:rect l="l" t="t" r="r" b="b"/>
            <a:pathLst>
              <a:path w="27074" h="2037" extrusionOk="0">
                <a:moveTo>
                  <a:pt x="1" y="1"/>
                </a:moveTo>
                <a:lnTo>
                  <a:pt x="1" y="2037"/>
                </a:lnTo>
                <a:lnTo>
                  <a:pt x="27073" y="2037"/>
                </a:lnTo>
                <a:lnTo>
                  <a:pt x="27073" y="1"/>
                </a:ln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5250231" y="4804114"/>
            <a:ext cx="160288" cy="273024"/>
          </a:xfrm>
          <a:custGeom>
            <a:avLst/>
            <a:gdLst/>
            <a:ahLst/>
            <a:cxnLst/>
            <a:rect l="l" t="t" r="r" b="b"/>
            <a:pathLst>
              <a:path w="9873" h="16817" extrusionOk="0">
                <a:moveTo>
                  <a:pt x="2239" y="0"/>
                </a:moveTo>
                <a:cubicBezTo>
                  <a:pt x="1002" y="0"/>
                  <a:pt x="0" y="1002"/>
                  <a:pt x="0" y="2239"/>
                </a:cubicBezTo>
                <a:lnTo>
                  <a:pt x="0" y="16817"/>
                </a:lnTo>
                <a:lnTo>
                  <a:pt x="9872" y="16817"/>
                </a:lnTo>
                <a:lnTo>
                  <a:pt x="9872" y="2239"/>
                </a:lnTo>
                <a:cubicBezTo>
                  <a:pt x="9872" y="1002"/>
                  <a:pt x="8870" y="0"/>
                  <a:pt x="763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5039939" y="4430255"/>
            <a:ext cx="576602" cy="274274"/>
          </a:xfrm>
          <a:custGeom>
            <a:avLst/>
            <a:gdLst/>
            <a:ahLst/>
            <a:cxnLst/>
            <a:rect l="l" t="t" r="r" b="b"/>
            <a:pathLst>
              <a:path w="35516" h="16894" extrusionOk="0">
                <a:moveTo>
                  <a:pt x="17897" y="0"/>
                </a:moveTo>
                <a:cubicBezTo>
                  <a:pt x="17270" y="0"/>
                  <a:pt x="16644" y="225"/>
                  <a:pt x="16148" y="676"/>
                </a:cubicBezTo>
                <a:lnTo>
                  <a:pt x="483" y="14844"/>
                </a:lnTo>
                <a:cubicBezTo>
                  <a:pt x="122" y="15169"/>
                  <a:pt x="1" y="15686"/>
                  <a:pt x="175" y="16138"/>
                </a:cubicBezTo>
                <a:cubicBezTo>
                  <a:pt x="349" y="16593"/>
                  <a:pt x="786" y="16894"/>
                  <a:pt x="1274" y="16894"/>
                </a:cubicBezTo>
                <a:cubicBezTo>
                  <a:pt x="1565" y="16894"/>
                  <a:pt x="1846" y="16785"/>
                  <a:pt x="2063" y="16587"/>
                </a:cubicBezTo>
                <a:lnTo>
                  <a:pt x="17728" y="2420"/>
                </a:lnTo>
                <a:cubicBezTo>
                  <a:pt x="17776" y="2375"/>
                  <a:pt x="17836" y="2353"/>
                  <a:pt x="17897" y="2353"/>
                </a:cubicBezTo>
                <a:cubicBezTo>
                  <a:pt x="17958" y="2353"/>
                  <a:pt x="18018" y="2375"/>
                  <a:pt x="18066" y="2418"/>
                </a:cubicBezTo>
                <a:lnTo>
                  <a:pt x="33442" y="16052"/>
                </a:lnTo>
                <a:cubicBezTo>
                  <a:pt x="33664" y="16241"/>
                  <a:pt x="33936" y="16334"/>
                  <a:pt x="34207" y="16334"/>
                </a:cubicBezTo>
                <a:cubicBezTo>
                  <a:pt x="34533" y="16334"/>
                  <a:pt x="34856" y="16200"/>
                  <a:pt x="35089" y="15937"/>
                </a:cubicBezTo>
                <a:cubicBezTo>
                  <a:pt x="35515" y="15457"/>
                  <a:pt x="35476" y="14724"/>
                  <a:pt x="35004" y="14291"/>
                </a:cubicBezTo>
                <a:lnTo>
                  <a:pt x="19628" y="658"/>
                </a:lnTo>
                <a:cubicBezTo>
                  <a:pt x="19134" y="219"/>
                  <a:pt x="18515" y="0"/>
                  <a:pt x="178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2608618" y="4982456"/>
            <a:ext cx="4285602" cy="279729"/>
          </a:xfrm>
          <a:custGeom>
            <a:avLst/>
            <a:gdLst/>
            <a:ahLst/>
            <a:cxnLst/>
            <a:rect l="l" t="t" r="r" b="b"/>
            <a:pathLst>
              <a:path w="263973" h="17230" extrusionOk="0">
                <a:moveTo>
                  <a:pt x="11995" y="0"/>
                </a:moveTo>
                <a:cubicBezTo>
                  <a:pt x="5371" y="0"/>
                  <a:pt x="1" y="7715"/>
                  <a:pt x="1" y="17229"/>
                </a:cubicBezTo>
                <a:lnTo>
                  <a:pt x="263972" y="17229"/>
                </a:lnTo>
                <a:cubicBezTo>
                  <a:pt x="263972" y="7715"/>
                  <a:pt x="258602" y="0"/>
                  <a:pt x="2519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2249581" y="4283555"/>
            <a:ext cx="499113" cy="646234"/>
          </a:xfrm>
          <a:custGeom>
            <a:avLst/>
            <a:gdLst/>
            <a:ahLst/>
            <a:cxnLst/>
            <a:rect l="l" t="t" r="r" b="b"/>
            <a:pathLst>
              <a:path w="30743" h="39805" extrusionOk="0">
                <a:moveTo>
                  <a:pt x="15545" y="0"/>
                </a:moveTo>
                <a:cubicBezTo>
                  <a:pt x="14946" y="0"/>
                  <a:pt x="14339" y="33"/>
                  <a:pt x="13727" y="99"/>
                </a:cubicBezTo>
                <a:cubicBezTo>
                  <a:pt x="6771" y="851"/>
                  <a:pt x="1243" y="6003"/>
                  <a:pt x="461" y="12465"/>
                </a:cubicBezTo>
                <a:cubicBezTo>
                  <a:pt x="1" y="16273"/>
                  <a:pt x="1172" y="19816"/>
                  <a:pt x="3407" y="22571"/>
                </a:cubicBezTo>
                <a:cubicBezTo>
                  <a:pt x="5174" y="24750"/>
                  <a:pt x="6010" y="27434"/>
                  <a:pt x="5838" y="30155"/>
                </a:cubicBezTo>
                <a:cubicBezTo>
                  <a:pt x="5825" y="30349"/>
                  <a:pt x="5820" y="30543"/>
                  <a:pt x="5822" y="30740"/>
                </a:cubicBezTo>
                <a:cubicBezTo>
                  <a:pt x="5847" y="35714"/>
                  <a:pt x="10162" y="39736"/>
                  <a:pt x="15495" y="39803"/>
                </a:cubicBezTo>
                <a:cubicBezTo>
                  <a:pt x="15538" y="39804"/>
                  <a:pt x="15581" y="39804"/>
                  <a:pt x="15624" y="39804"/>
                </a:cubicBezTo>
                <a:cubicBezTo>
                  <a:pt x="20909" y="39804"/>
                  <a:pt x="25308" y="35836"/>
                  <a:pt x="25430" y="30912"/>
                </a:cubicBezTo>
                <a:cubicBezTo>
                  <a:pt x="25443" y="30462"/>
                  <a:pt x="25418" y="30009"/>
                  <a:pt x="25358" y="29562"/>
                </a:cubicBezTo>
                <a:cubicBezTo>
                  <a:pt x="25036" y="27154"/>
                  <a:pt x="25828" y="24748"/>
                  <a:pt x="27450" y="22848"/>
                </a:cubicBezTo>
                <a:cubicBezTo>
                  <a:pt x="29516" y="20428"/>
                  <a:pt x="30742" y="17363"/>
                  <a:pt x="30725" y="14036"/>
                </a:cubicBezTo>
                <a:cubicBezTo>
                  <a:pt x="30685" y="6271"/>
                  <a:pt x="23895" y="0"/>
                  <a:pt x="155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2403684" y="4532129"/>
            <a:ext cx="199690" cy="609640"/>
          </a:xfrm>
          <a:custGeom>
            <a:avLst/>
            <a:gdLst/>
            <a:ahLst/>
            <a:cxnLst/>
            <a:rect l="l" t="t" r="r" b="b"/>
            <a:pathLst>
              <a:path w="12300" h="37551" extrusionOk="0">
                <a:moveTo>
                  <a:pt x="5994" y="0"/>
                </a:moveTo>
                <a:cubicBezTo>
                  <a:pt x="5993" y="0"/>
                  <a:pt x="5992" y="0"/>
                  <a:pt x="5991" y="0"/>
                </a:cubicBezTo>
                <a:cubicBezTo>
                  <a:pt x="5541" y="2"/>
                  <a:pt x="5179" y="368"/>
                  <a:pt x="5180" y="817"/>
                </a:cubicBezTo>
                <a:lnTo>
                  <a:pt x="5216" y="8213"/>
                </a:lnTo>
                <a:lnTo>
                  <a:pt x="1579" y="3260"/>
                </a:lnTo>
                <a:cubicBezTo>
                  <a:pt x="1419" y="3044"/>
                  <a:pt x="1173" y="2929"/>
                  <a:pt x="923" y="2929"/>
                </a:cubicBezTo>
                <a:cubicBezTo>
                  <a:pt x="755" y="2929"/>
                  <a:pt x="586" y="2981"/>
                  <a:pt x="441" y="3088"/>
                </a:cubicBezTo>
                <a:cubicBezTo>
                  <a:pt x="80" y="3354"/>
                  <a:pt x="0" y="3863"/>
                  <a:pt x="268" y="4224"/>
                </a:cubicBezTo>
                <a:lnTo>
                  <a:pt x="4946" y="10594"/>
                </a:lnTo>
                <a:cubicBezTo>
                  <a:pt x="5020" y="10695"/>
                  <a:pt x="5117" y="10776"/>
                  <a:pt x="5228" y="10834"/>
                </a:cubicBezTo>
                <a:lnTo>
                  <a:pt x="5349" y="36742"/>
                </a:lnTo>
                <a:cubicBezTo>
                  <a:pt x="5351" y="37189"/>
                  <a:pt x="5714" y="37550"/>
                  <a:pt x="6160" y="37550"/>
                </a:cubicBezTo>
                <a:cubicBezTo>
                  <a:pt x="6162" y="37550"/>
                  <a:pt x="6165" y="37550"/>
                  <a:pt x="6167" y="37550"/>
                </a:cubicBezTo>
                <a:cubicBezTo>
                  <a:pt x="6616" y="37549"/>
                  <a:pt x="6977" y="37182"/>
                  <a:pt x="6975" y="36733"/>
                </a:cubicBezTo>
                <a:lnTo>
                  <a:pt x="6884" y="17086"/>
                </a:lnTo>
                <a:lnTo>
                  <a:pt x="12039" y="10897"/>
                </a:lnTo>
                <a:cubicBezTo>
                  <a:pt x="12299" y="10550"/>
                  <a:pt x="12243" y="10060"/>
                  <a:pt x="11908" y="9782"/>
                </a:cubicBezTo>
                <a:cubicBezTo>
                  <a:pt x="11757" y="9656"/>
                  <a:pt x="11572" y="9593"/>
                  <a:pt x="11388" y="9593"/>
                </a:cubicBezTo>
                <a:cubicBezTo>
                  <a:pt x="11168" y="9593"/>
                  <a:pt x="10949" y="9682"/>
                  <a:pt x="10788" y="9856"/>
                </a:cubicBezTo>
                <a:lnTo>
                  <a:pt x="6871" y="14559"/>
                </a:lnTo>
                <a:lnTo>
                  <a:pt x="6808" y="808"/>
                </a:lnTo>
                <a:cubicBezTo>
                  <a:pt x="6804" y="360"/>
                  <a:pt x="6441" y="0"/>
                  <a:pt x="599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2549052" y="3946062"/>
            <a:ext cx="603098" cy="781033"/>
          </a:xfrm>
          <a:custGeom>
            <a:avLst/>
            <a:gdLst/>
            <a:ahLst/>
            <a:cxnLst/>
            <a:rect l="l" t="t" r="r" b="b"/>
            <a:pathLst>
              <a:path w="37148" h="48108" extrusionOk="0">
                <a:moveTo>
                  <a:pt x="18346" y="1"/>
                </a:moveTo>
                <a:cubicBezTo>
                  <a:pt x="8214" y="1"/>
                  <a:pt x="1" y="7630"/>
                  <a:pt x="1" y="17042"/>
                </a:cubicBezTo>
                <a:cubicBezTo>
                  <a:pt x="1" y="21063"/>
                  <a:pt x="1501" y="24760"/>
                  <a:pt x="4011" y="27675"/>
                </a:cubicBezTo>
                <a:cubicBezTo>
                  <a:pt x="5984" y="29965"/>
                  <a:pt x="6958" y="32869"/>
                  <a:pt x="6581" y="35780"/>
                </a:cubicBezTo>
                <a:cubicBezTo>
                  <a:pt x="6512" y="36321"/>
                  <a:pt x="6486" y="36869"/>
                  <a:pt x="6502" y="37415"/>
                </a:cubicBezTo>
                <a:cubicBezTo>
                  <a:pt x="6681" y="43345"/>
                  <a:pt x="11991" y="48107"/>
                  <a:pt x="18356" y="48107"/>
                </a:cubicBezTo>
                <a:cubicBezTo>
                  <a:pt x="18425" y="48107"/>
                  <a:pt x="18495" y="48107"/>
                  <a:pt x="18565" y="48106"/>
                </a:cubicBezTo>
                <a:cubicBezTo>
                  <a:pt x="25011" y="47998"/>
                  <a:pt x="30201" y="43112"/>
                  <a:pt x="30201" y="37099"/>
                </a:cubicBezTo>
                <a:cubicBezTo>
                  <a:pt x="30201" y="36862"/>
                  <a:pt x="30193" y="36627"/>
                  <a:pt x="30177" y="36393"/>
                </a:cubicBezTo>
                <a:cubicBezTo>
                  <a:pt x="29951" y="33105"/>
                  <a:pt x="30948" y="29859"/>
                  <a:pt x="33069" y="27217"/>
                </a:cubicBezTo>
                <a:cubicBezTo>
                  <a:pt x="35753" y="23872"/>
                  <a:pt x="37148" y="19585"/>
                  <a:pt x="36567" y="14985"/>
                </a:cubicBezTo>
                <a:cubicBezTo>
                  <a:pt x="35584" y="7181"/>
                  <a:pt x="28870" y="983"/>
                  <a:pt x="20460" y="111"/>
                </a:cubicBezTo>
                <a:cubicBezTo>
                  <a:pt x="19747" y="37"/>
                  <a:pt x="19042" y="1"/>
                  <a:pt x="183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2730770" y="4244835"/>
            <a:ext cx="235667" cy="896935"/>
          </a:xfrm>
          <a:custGeom>
            <a:avLst/>
            <a:gdLst/>
            <a:ahLst/>
            <a:cxnLst/>
            <a:rect l="l" t="t" r="r" b="b"/>
            <a:pathLst>
              <a:path w="14516" h="55247" extrusionOk="0">
                <a:moveTo>
                  <a:pt x="7243" y="0"/>
                </a:moveTo>
                <a:cubicBezTo>
                  <a:pt x="6873" y="0"/>
                  <a:pt x="6572" y="302"/>
                  <a:pt x="6572" y="672"/>
                </a:cubicBezTo>
                <a:lnTo>
                  <a:pt x="6572" y="10540"/>
                </a:lnTo>
                <a:lnTo>
                  <a:pt x="1663" y="3789"/>
                </a:lnTo>
                <a:cubicBezTo>
                  <a:pt x="1532" y="3609"/>
                  <a:pt x="1327" y="3513"/>
                  <a:pt x="1119" y="3513"/>
                </a:cubicBezTo>
                <a:cubicBezTo>
                  <a:pt x="982" y="3513"/>
                  <a:pt x="844" y="3554"/>
                  <a:pt x="725" y="3641"/>
                </a:cubicBezTo>
                <a:cubicBezTo>
                  <a:pt x="425" y="3859"/>
                  <a:pt x="358" y="4279"/>
                  <a:pt x="577" y="4578"/>
                </a:cubicBezTo>
                <a:lnTo>
                  <a:pt x="6195" y="12305"/>
                </a:lnTo>
                <a:cubicBezTo>
                  <a:pt x="6289" y="12430"/>
                  <a:pt x="6421" y="12518"/>
                  <a:pt x="6572" y="12555"/>
                </a:cubicBezTo>
                <a:lnTo>
                  <a:pt x="6572" y="18145"/>
                </a:lnTo>
                <a:lnTo>
                  <a:pt x="1262" y="11829"/>
                </a:lnTo>
                <a:cubicBezTo>
                  <a:pt x="1129" y="11674"/>
                  <a:pt x="941" y="11595"/>
                  <a:pt x="752" y="11595"/>
                </a:cubicBezTo>
                <a:cubicBezTo>
                  <a:pt x="599" y="11595"/>
                  <a:pt x="445" y="11646"/>
                  <a:pt x="320" y="11752"/>
                </a:cubicBezTo>
                <a:cubicBezTo>
                  <a:pt x="40" y="11990"/>
                  <a:pt x="1" y="12409"/>
                  <a:pt x="233" y="12692"/>
                </a:cubicBezTo>
                <a:lnTo>
                  <a:pt x="6572" y="20231"/>
                </a:lnTo>
                <a:lnTo>
                  <a:pt x="6572" y="54575"/>
                </a:lnTo>
                <a:cubicBezTo>
                  <a:pt x="6572" y="54947"/>
                  <a:pt x="6873" y="55246"/>
                  <a:pt x="7245" y="55246"/>
                </a:cubicBezTo>
                <a:lnTo>
                  <a:pt x="7266" y="55246"/>
                </a:lnTo>
                <a:cubicBezTo>
                  <a:pt x="7636" y="55246"/>
                  <a:pt x="7937" y="54947"/>
                  <a:pt x="7937" y="54575"/>
                </a:cubicBezTo>
                <a:lnTo>
                  <a:pt x="7937" y="20231"/>
                </a:lnTo>
                <a:lnTo>
                  <a:pt x="14276" y="12692"/>
                </a:lnTo>
                <a:cubicBezTo>
                  <a:pt x="14515" y="12409"/>
                  <a:pt x="14478" y="11986"/>
                  <a:pt x="14195" y="11746"/>
                </a:cubicBezTo>
                <a:cubicBezTo>
                  <a:pt x="14069" y="11640"/>
                  <a:pt x="13916" y="11588"/>
                  <a:pt x="13763" y="11588"/>
                </a:cubicBezTo>
                <a:cubicBezTo>
                  <a:pt x="13571" y="11588"/>
                  <a:pt x="13381" y="11670"/>
                  <a:pt x="13247" y="11829"/>
                </a:cubicBezTo>
                <a:lnTo>
                  <a:pt x="7937" y="18145"/>
                </a:lnTo>
                <a:lnTo>
                  <a:pt x="7937" y="12555"/>
                </a:lnTo>
                <a:cubicBezTo>
                  <a:pt x="8087" y="12518"/>
                  <a:pt x="8221" y="12430"/>
                  <a:pt x="8312" y="12305"/>
                </a:cubicBezTo>
                <a:lnTo>
                  <a:pt x="13932" y="4578"/>
                </a:lnTo>
                <a:cubicBezTo>
                  <a:pt x="14146" y="4279"/>
                  <a:pt x="14077" y="3863"/>
                  <a:pt x="13779" y="3646"/>
                </a:cubicBezTo>
                <a:cubicBezTo>
                  <a:pt x="13660" y="3560"/>
                  <a:pt x="13522" y="3518"/>
                  <a:pt x="13385" y="3518"/>
                </a:cubicBezTo>
                <a:cubicBezTo>
                  <a:pt x="13180" y="3518"/>
                  <a:pt x="12978" y="3612"/>
                  <a:pt x="12846" y="3789"/>
                </a:cubicBezTo>
                <a:lnTo>
                  <a:pt x="7937" y="10540"/>
                </a:lnTo>
                <a:lnTo>
                  <a:pt x="7937" y="672"/>
                </a:lnTo>
                <a:cubicBezTo>
                  <a:pt x="7937" y="302"/>
                  <a:pt x="7636" y="0"/>
                  <a:pt x="7266"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2723254" y="5155943"/>
            <a:ext cx="3958044" cy="212467"/>
          </a:xfrm>
          <a:custGeom>
            <a:avLst/>
            <a:gdLst/>
            <a:ahLst/>
            <a:cxnLst/>
            <a:rect l="l" t="t" r="r" b="b"/>
            <a:pathLst>
              <a:path w="243797" h="13087" extrusionOk="0">
                <a:moveTo>
                  <a:pt x="8414" y="0"/>
                </a:moveTo>
                <a:cubicBezTo>
                  <a:pt x="3768" y="0"/>
                  <a:pt x="1" y="5860"/>
                  <a:pt x="1" y="13086"/>
                </a:cubicBezTo>
                <a:lnTo>
                  <a:pt x="243797" y="13086"/>
                </a:lnTo>
                <a:cubicBezTo>
                  <a:pt x="243797" y="5860"/>
                  <a:pt x="240029" y="0"/>
                  <a:pt x="235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3252515" y="4475842"/>
            <a:ext cx="393618" cy="509665"/>
          </a:xfrm>
          <a:custGeom>
            <a:avLst/>
            <a:gdLst/>
            <a:ahLst/>
            <a:cxnLst/>
            <a:rect l="l" t="t" r="r" b="b"/>
            <a:pathLst>
              <a:path w="24245" h="31393" extrusionOk="0">
                <a:moveTo>
                  <a:pt x="12260" y="0"/>
                </a:moveTo>
                <a:cubicBezTo>
                  <a:pt x="11787" y="0"/>
                  <a:pt x="11307" y="26"/>
                  <a:pt x="10823" y="78"/>
                </a:cubicBezTo>
                <a:cubicBezTo>
                  <a:pt x="5339" y="672"/>
                  <a:pt x="979" y="4735"/>
                  <a:pt x="363" y="9831"/>
                </a:cubicBezTo>
                <a:cubicBezTo>
                  <a:pt x="0" y="12834"/>
                  <a:pt x="923" y="15629"/>
                  <a:pt x="2686" y="17802"/>
                </a:cubicBezTo>
                <a:cubicBezTo>
                  <a:pt x="4079" y="19519"/>
                  <a:pt x="4738" y="21636"/>
                  <a:pt x="4602" y="23783"/>
                </a:cubicBezTo>
                <a:cubicBezTo>
                  <a:pt x="4593" y="23935"/>
                  <a:pt x="4588" y="24088"/>
                  <a:pt x="4590" y="24243"/>
                </a:cubicBezTo>
                <a:cubicBezTo>
                  <a:pt x="4609" y="28167"/>
                  <a:pt x="8012" y="31341"/>
                  <a:pt x="12218" y="31392"/>
                </a:cubicBezTo>
                <a:cubicBezTo>
                  <a:pt x="12252" y="31392"/>
                  <a:pt x="12285" y="31393"/>
                  <a:pt x="12319" y="31393"/>
                </a:cubicBezTo>
                <a:cubicBezTo>
                  <a:pt x="16489" y="31393"/>
                  <a:pt x="19958" y="28263"/>
                  <a:pt x="20056" y="24380"/>
                </a:cubicBezTo>
                <a:cubicBezTo>
                  <a:pt x="20065" y="24025"/>
                  <a:pt x="20045" y="23669"/>
                  <a:pt x="19998" y="23315"/>
                </a:cubicBezTo>
                <a:cubicBezTo>
                  <a:pt x="19742" y="21416"/>
                  <a:pt x="20369" y="19519"/>
                  <a:pt x="21648" y="18019"/>
                </a:cubicBezTo>
                <a:cubicBezTo>
                  <a:pt x="23275" y="16109"/>
                  <a:pt x="24244" y="13693"/>
                  <a:pt x="24230" y="11069"/>
                </a:cubicBezTo>
                <a:cubicBezTo>
                  <a:pt x="24199" y="4944"/>
                  <a:pt x="18846" y="0"/>
                  <a:pt x="122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3374001" y="4672059"/>
            <a:ext cx="157885" cy="480832"/>
          </a:xfrm>
          <a:custGeom>
            <a:avLst/>
            <a:gdLst/>
            <a:ahLst/>
            <a:cxnLst/>
            <a:rect l="l" t="t" r="r" b="b"/>
            <a:pathLst>
              <a:path w="9725" h="29617" extrusionOk="0">
                <a:moveTo>
                  <a:pt x="4728" y="1"/>
                </a:moveTo>
                <a:cubicBezTo>
                  <a:pt x="4727" y="1"/>
                  <a:pt x="4726" y="1"/>
                  <a:pt x="4724" y="1"/>
                </a:cubicBezTo>
                <a:cubicBezTo>
                  <a:pt x="4374" y="2"/>
                  <a:pt x="4090" y="284"/>
                  <a:pt x="4087" y="635"/>
                </a:cubicBezTo>
                <a:lnTo>
                  <a:pt x="4115" y="6466"/>
                </a:lnTo>
                <a:lnTo>
                  <a:pt x="1246" y="2562"/>
                </a:lnTo>
                <a:cubicBezTo>
                  <a:pt x="1120" y="2391"/>
                  <a:pt x="926" y="2300"/>
                  <a:pt x="728" y="2300"/>
                </a:cubicBezTo>
                <a:cubicBezTo>
                  <a:pt x="597" y="2300"/>
                  <a:pt x="464" y="2340"/>
                  <a:pt x="349" y="2424"/>
                </a:cubicBezTo>
                <a:cubicBezTo>
                  <a:pt x="64" y="2634"/>
                  <a:pt x="1" y="3035"/>
                  <a:pt x="212" y="3321"/>
                </a:cubicBezTo>
                <a:lnTo>
                  <a:pt x="3902" y="8344"/>
                </a:lnTo>
                <a:cubicBezTo>
                  <a:pt x="3960" y="8423"/>
                  <a:pt x="4036" y="8488"/>
                  <a:pt x="4124" y="8532"/>
                </a:cubicBezTo>
                <a:lnTo>
                  <a:pt x="4219" y="28967"/>
                </a:lnTo>
                <a:cubicBezTo>
                  <a:pt x="4214" y="29323"/>
                  <a:pt x="4503" y="29617"/>
                  <a:pt x="4860" y="29617"/>
                </a:cubicBezTo>
                <a:cubicBezTo>
                  <a:pt x="4861" y="29617"/>
                  <a:pt x="4863" y="29617"/>
                  <a:pt x="4864" y="29617"/>
                </a:cubicBezTo>
                <a:cubicBezTo>
                  <a:pt x="5223" y="29615"/>
                  <a:pt x="5510" y="29319"/>
                  <a:pt x="5501" y="28960"/>
                </a:cubicBezTo>
                <a:lnTo>
                  <a:pt x="5429" y="13466"/>
                </a:lnTo>
                <a:lnTo>
                  <a:pt x="9498" y="8583"/>
                </a:lnTo>
                <a:cubicBezTo>
                  <a:pt x="9725" y="8310"/>
                  <a:pt x="9688" y="7907"/>
                  <a:pt x="9415" y="7680"/>
                </a:cubicBezTo>
                <a:cubicBezTo>
                  <a:pt x="9295" y="7580"/>
                  <a:pt x="9149" y="7531"/>
                  <a:pt x="9004" y="7531"/>
                </a:cubicBezTo>
                <a:cubicBezTo>
                  <a:pt x="8821" y="7531"/>
                  <a:pt x="8638" y="7610"/>
                  <a:pt x="8511" y="7763"/>
                </a:cubicBezTo>
                <a:lnTo>
                  <a:pt x="5420" y="11472"/>
                </a:lnTo>
                <a:lnTo>
                  <a:pt x="5369" y="628"/>
                </a:lnTo>
                <a:cubicBezTo>
                  <a:pt x="5360" y="278"/>
                  <a:pt x="5077" y="1"/>
                  <a:pt x="4728"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4918015" y="4500341"/>
            <a:ext cx="376084" cy="486969"/>
          </a:xfrm>
          <a:custGeom>
            <a:avLst/>
            <a:gdLst/>
            <a:ahLst/>
            <a:cxnLst/>
            <a:rect l="l" t="t" r="r" b="b"/>
            <a:pathLst>
              <a:path w="23165" h="29995" extrusionOk="0">
                <a:moveTo>
                  <a:pt x="11452" y="1"/>
                </a:moveTo>
                <a:cubicBezTo>
                  <a:pt x="5159" y="1"/>
                  <a:pt x="44" y="4724"/>
                  <a:pt x="15" y="10576"/>
                </a:cubicBezTo>
                <a:cubicBezTo>
                  <a:pt x="1" y="13084"/>
                  <a:pt x="925" y="15393"/>
                  <a:pt x="2480" y="17216"/>
                </a:cubicBezTo>
                <a:cubicBezTo>
                  <a:pt x="3703" y="18650"/>
                  <a:pt x="4302" y="20462"/>
                  <a:pt x="4059" y="22276"/>
                </a:cubicBezTo>
                <a:cubicBezTo>
                  <a:pt x="4013" y="22614"/>
                  <a:pt x="3993" y="22954"/>
                  <a:pt x="4002" y="23296"/>
                </a:cubicBezTo>
                <a:cubicBezTo>
                  <a:pt x="4097" y="27003"/>
                  <a:pt x="7411" y="29995"/>
                  <a:pt x="11392" y="29995"/>
                </a:cubicBezTo>
                <a:cubicBezTo>
                  <a:pt x="11424" y="29995"/>
                  <a:pt x="11457" y="29994"/>
                  <a:pt x="11489" y="29994"/>
                </a:cubicBezTo>
                <a:cubicBezTo>
                  <a:pt x="15509" y="29945"/>
                  <a:pt x="18760" y="26912"/>
                  <a:pt x="18779" y="23164"/>
                </a:cubicBezTo>
                <a:cubicBezTo>
                  <a:pt x="18779" y="23016"/>
                  <a:pt x="18776" y="22870"/>
                  <a:pt x="18767" y="22723"/>
                </a:cubicBezTo>
                <a:cubicBezTo>
                  <a:pt x="18637" y="20672"/>
                  <a:pt x="19267" y="18650"/>
                  <a:pt x="20599" y="17008"/>
                </a:cubicBezTo>
                <a:cubicBezTo>
                  <a:pt x="22283" y="14932"/>
                  <a:pt x="23165" y="12262"/>
                  <a:pt x="22820" y="9392"/>
                </a:cubicBezTo>
                <a:cubicBezTo>
                  <a:pt x="22230" y="4524"/>
                  <a:pt x="18064" y="641"/>
                  <a:pt x="12824" y="75"/>
                </a:cubicBezTo>
                <a:cubicBezTo>
                  <a:pt x="12362" y="25"/>
                  <a:pt x="11904" y="1"/>
                  <a:pt x="114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5027097" y="4687482"/>
            <a:ext cx="150888" cy="459743"/>
          </a:xfrm>
          <a:custGeom>
            <a:avLst/>
            <a:gdLst/>
            <a:ahLst/>
            <a:cxnLst/>
            <a:rect l="l" t="t" r="r" b="b"/>
            <a:pathLst>
              <a:path w="9294" h="28318" extrusionOk="0">
                <a:moveTo>
                  <a:pt x="4778" y="0"/>
                </a:moveTo>
                <a:cubicBezTo>
                  <a:pt x="4436" y="0"/>
                  <a:pt x="4159" y="279"/>
                  <a:pt x="4165" y="622"/>
                </a:cubicBezTo>
                <a:lnTo>
                  <a:pt x="4115" y="10982"/>
                </a:lnTo>
                <a:lnTo>
                  <a:pt x="1163" y="7438"/>
                </a:lnTo>
                <a:cubicBezTo>
                  <a:pt x="1042" y="7288"/>
                  <a:pt x="866" y="7211"/>
                  <a:pt x="688" y="7211"/>
                </a:cubicBezTo>
                <a:cubicBezTo>
                  <a:pt x="549" y="7211"/>
                  <a:pt x="410" y="7258"/>
                  <a:pt x="295" y="7353"/>
                </a:cubicBezTo>
                <a:cubicBezTo>
                  <a:pt x="33" y="7572"/>
                  <a:pt x="1" y="7963"/>
                  <a:pt x="221" y="8222"/>
                </a:cubicBezTo>
                <a:lnTo>
                  <a:pt x="4106" y="12886"/>
                </a:lnTo>
                <a:lnTo>
                  <a:pt x="4038" y="27691"/>
                </a:lnTo>
                <a:cubicBezTo>
                  <a:pt x="4029" y="28034"/>
                  <a:pt x="4304" y="28316"/>
                  <a:pt x="4647" y="28318"/>
                </a:cubicBezTo>
                <a:cubicBezTo>
                  <a:pt x="4648" y="28318"/>
                  <a:pt x="4649" y="28318"/>
                  <a:pt x="4650" y="28318"/>
                </a:cubicBezTo>
                <a:cubicBezTo>
                  <a:pt x="4992" y="28318"/>
                  <a:pt x="5267" y="28038"/>
                  <a:pt x="5264" y="27698"/>
                </a:cubicBezTo>
                <a:lnTo>
                  <a:pt x="5355" y="8174"/>
                </a:lnTo>
                <a:cubicBezTo>
                  <a:pt x="5438" y="8132"/>
                  <a:pt x="5510" y="8070"/>
                  <a:pt x="5566" y="7994"/>
                </a:cubicBezTo>
                <a:lnTo>
                  <a:pt x="9093" y="3195"/>
                </a:lnTo>
                <a:cubicBezTo>
                  <a:pt x="9293" y="2922"/>
                  <a:pt x="9235" y="2538"/>
                  <a:pt x="8962" y="2337"/>
                </a:cubicBezTo>
                <a:cubicBezTo>
                  <a:pt x="8853" y="2257"/>
                  <a:pt x="8726" y="2218"/>
                  <a:pt x="8601" y="2218"/>
                </a:cubicBezTo>
                <a:cubicBezTo>
                  <a:pt x="8412" y="2218"/>
                  <a:pt x="8226" y="2305"/>
                  <a:pt x="8106" y="2469"/>
                </a:cubicBezTo>
                <a:lnTo>
                  <a:pt x="5364" y="6202"/>
                </a:lnTo>
                <a:lnTo>
                  <a:pt x="5364" y="6202"/>
                </a:lnTo>
                <a:lnTo>
                  <a:pt x="5390" y="627"/>
                </a:lnTo>
                <a:cubicBezTo>
                  <a:pt x="5397" y="284"/>
                  <a:pt x="5123" y="2"/>
                  <a:pt x="4781" y="0"/>
                </a:cubicBezTo>
                <a:cubicBezTo>
                  <a:pt x="4780" y="0"/>
                  <a:pt x="4779" y="0"/>
                  <a:pt x="4778"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4684653" y="4697905"/>
            <a:ext cx="261237" cy="338208"/>
          </a:xfrm>
          <a:custGeom>
            <a:avLst/>
            <a:gdLst/>
            <a:ahLst/>
            <a:cxnLst/>
            <a:rect l="l" t="t" r="r" b="b"/>
            <a:pathLst>
              <a:path w="16091" h="20832" extrusionOk="0">
                <a:moveTo>
                  <a:pt x="8136" y="0"/>
                </a:moveTo>
                <a:cubicBezTo>
                  <a:pt x="7823" y="0"/>
                  <a:pt x="7506" y="17"/>
                  <a:pt x="7185" y="52"/>
                </a:cubicBezTo>
                <a:cubicBezTo>
                  <a:pt x="3546" y="447"/>
                  <a:pt x="652" y="3143"/>
                  <a:pt x="244" y="6525"/>
                </a:cubicBezTo>
                <a:cubicBezTo>
                  <a:pt x="1" y="8517"/>
                  <a:pt x="615" y="10371"/>
                  <a:pt x="1785" y="11814"/>
                </a:cubicBezTo>
                <a:cubicBezTo>
                  <a:pt x="2696" y="12929"/>
                  <a:pt x="3150" y="14347"/>
                  <a:pt x="3057" y="15782"/>
                </a:cubicBezTo>
                <a:cubicBezTo>
                  <a:pt x="3051" y="15882"/>
                  <a:pt x="3048" y="15984"/>
                  <a:pt x="3048" y="16087"/>
                </a:cubicBezTo>
                <a:cubicBezTo>
                  <a:pt x="3062" y="18692"/>
                  <a:pt x="5320" y="20796"/>
                  <a:pt x="8110" y="20832"/>
                </a:cubicBezTo>
                <a:cubicBezTo>
                  <a:pt x="8132" y="20832"/>
                  <a:pt x="8154" y="20832"/>
                  <a:pt x="8176" y="20832"/>
                </a:cubicBezTo>
                <a:cubicBezTo>
                  <a:pt x="10943" y="20832"/>
                  <a:pt x="13244" y="18754"/>
                  <a:pt x="13311" y="16178"/>
                </a:cubicBezTo>
                <a:cubicBezTo>
                  <a:pt x="13316" y="15942"/>
                  <a:pt x="13304" y="15706"/>
                  <a:pt x="13272" y="15472"/>
                </a:cubicBezTo>
                <a:cubicBezTo>
                  <a:pt x="13103" y="14211"/>
                  <a:pt x="13519" y="12953"/>
                  <a:pt x="14368" y="11956"/>
                </a:cubicBezTo>
                <a:cubicBezTo>
                  <a:pt x="15449" y="10690"/>
                  <a:pt x="16090" y="9087"/>
                  <a:pt x="16081" y="7345"/>
                </a:cubicBezTo>
                <a:cubicBezTo>
                  <a:pt x="16062" y="3281"/>
                  <a:pt x="12507" y="0"/>
                  <a:pt x="81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4765324" y="4827980"/>
            <a:ext cx="104732" cy="319050"/>
          </a:xfrm>
          <a:custGeom>
            <a:avLst/>
            <a:gdLst/>
            <a:ahLst/>
            <a:cxnLst/>
            <a:rect l="l" t="t" r="r" b="b"/>
            <a:pathLst>
              <a:path w="6451" h="19652" extrusionOk="0">
                <a:moveTo>
                  <a:pt x="3134" y="1"/>
                </a:moveTo>
                <a:cubicBezTo>
                  <a:pt x="2899" y="3"/>
                  <a:pt x="2709" y="195"/>
                  <a:pt x="2711" y="429"/>
                </a:cubicBezTo>
                <a:lnTo>
                  <a:pt x="2729" y="4300"/>
                </a:lnTo>
                <a:lnTo>
                  <a:pt x="825" y="1708"/>
                </a:lnTo>
                <a:cubicBezTo>
                  <a:pt x="741" y="1595"/>
                  <a:pt x="613" y="1535"/>
                  <a:pt x="482" y="1535"/>
                </a:cubicBezTo>
                <a:cubicBezTo>
                  <a:pt x="395" y="1535"/>
                  <a:pt x="307" y="1562"/>
                  <a:pt x="231" y="1618"/>
                </a:cubicBezTo>
                <a:cubicBezTo>
                  <a:pt x="41" y="1755"/>
                  <a:pt x="0" y="2023"/>
                  <a:pt x="139" y="2211"/>
                </a:cubicBezTo>
                <a:lnTo>
                  <a:pt x="2588" y="5545"/>
                </a:lnTo>
                <a:cubicBezTo>
                  <a:pt x="2626" y="5597"/>
                  <a:pt x="2677" y="5641"/>
                  <a:pt x="2736" y="5671"/>
                </a:cubicBezTo>
                <a:lnTo>
                  <a:pt x="2799" y="19229"/>
                </a:lnTo>
                <a:cubicBezTo>
                  <a:pt x="2801" y="19462"/>
                  <a:pt x="2989" y="19652"/>
                  <a:pt x="3224" y="19652"/>
                </a:cubicBezTo>
                <a:cubicBezTo>
                  <a:pt x="3225" y="19652"/>
                  <a:pt x="3226" y="19652"/>
                  <a:pt x="3227" y="19652"/>
                </a:cubicBezTo>
                <a:cubicBezTo>
                  <a:pt x="3461" y="19652"/>
                  <a:pt x="3651" y="19460"/>
                  <a:pt x="3650" y="19225"/>
                </a:cubicBezTo>
                <a:lnTo>
                  <a:pt x="3602" y="8943"/>
                </a:lnTo>
                <a:lnTo>
                  <a:pt x="6300" y="5704"/>
                </a:lnTo>
                <a:cubicBezTo>
                  <a:pt x="6450" y="5523"/>
                  <a:pt x="6425" y="5255"/>
                  <a:pt x="6246" y="5105"/>
                </a:cubicBezTo>
                <a:cubicBezTo>
                  <a:pt x="6166" y="5038"/>
                  <a:pt x="6069" y="5006"/>
                  <a:pt x="5973" y="5006"/>
                </a:cubicBezTo>
                <a:cubicBezTo>
                  <a:pt x="5851" y="5006"/>
                  <a:pt x="5730" y="5058"/>
                  <a:pt x="5645" y="5160"/>
                </a:cubicBezTo>
                <a:lnTo>
                  <a:pt x="3595" y="7620"/>
                </a:lnTo>
                <a:lnTo>
                  <a:pt x="3562" y="425"/>
                </a:lnTo>
                <a:cubicBezTo>
                  <a:pt x="3560" y="189"/>
                  <a:pt x="3370" y="1"/>
                  <a:pt x="3134"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3468960" y="4579730"/>
            <a:ext cx="333240" cy="431429"/>
          </a:xfrm>
          <a:custGeom>
            <a:avLst/>
            <a:gdLst/>
            <a:ahLst/>
            <a:cxnLst/>
            <a:rect l="l" t="t" r="r" b="b"/>
            <a:pathLst>
              <a:path w="20526" h="26574" extrusionOk="0">
                <a:moveTo>
                  <a:pt x="10378" y="0"/>
                </a:moveTo>
                <a:cubicBezTo>
                  <a:pt x="9979" y="0"/>
                  <a:pt x="9574" y="22"/>
                  <a:pt x="9165" y="66"/>
                </a:cubicBezTo>
                <a:cubicBezTo>
                  <a:pt x="4522" y="568"/>
                  <a:pt x="831" y="4007"/>
                  <a:pt x="309" y="8321"/>
                </a:cubicBezTo>
                <a:cubicBezTo>
                  <a:pt x="1" y="10864"/>
                  <a:pt x="783" y="13228"/>
                  <a:pt x="2275" y="15068"/>
                </a:cubicBezTo>
                <a:cubicBezTo>
                  <a:pt x="3455" y="16523"/>
                  <a:pt x="4013" y="18316"/>
                  <a:pt x="3899" y="20132"/>
                </a:cubicBezTo>
                <a:cubicBezTo>
                  <a:pt x="3892" y="20262"/>
                  <a:pt x="3886" y="20391"/>
                  <a:pt x="3886" y="20523"/>
                </a:cubicBezTo>
                <a:cubicBezTo>
                  <a:pt x="3904" y="23843"/>
                  <a:pt x="6784" y="26529"/>
                  <a:pt x="10345" y="26573"/>
                </a:cubicBezTo>
                <a:cubicBezTo>
                  <a:pt x="10374" y="26573"/>
                  <a:pt x="10403" y="26573"/>
                  <a:pt x="10432" y="26573"/>
                </a:cubicBezTo>
                <a:cubicBezTo>
                  <a:pt x="13960" y="26573"/>
                  <a:pt x="16896" y="23923"/>
                  <a:pt x="16980" y="20639"/>
                </a:cubicBezTo>
                <a:cubicBezTo>
                  <a:pt x="16987" y="20336"/>
                  <a:pt x="16971" y="20035"/>
                  <a:pt x="16930" y="19736"/>
                </a:cubicBezTo>
                <a:cubicBezTo>
                  <a:pt x="16715" y="18129"/>
                  <a:pt x="17244" y="16523"/>
                  <a:pt x="18327" y="15251"/>
                </a:cubicBezTo>
                <a:cubicBezTo>
                  <a:pt x="19706" y="13636"/>
                  <a:pt x="20525" y="11590"/>
                  <a:pt x="20513" y="9369"/>
                </a:cubicBezTo>
                <a:cubicBezTo>
                  <a:pt x="20487" y="4185"/>
                  <a:pt x="15953" y="0"/>
                  <a:pt x="103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3571857" y="4745701"/>
            <a:ext cx="133598" cy="406995"/>
          </a:xfrm>
          <a:custGeom>
            <a:avLst/>
            <a:gdLst/>
            <a:ahLst/>
            <a:cxnLst/>
            <a:rect l="l" t="t" r="r" b="b"/>
            <a:pathLst>
              <a:path w="8229" h="25069" extrusionOk="0">
                <a:moveTo>
                  <a:pt x="4001" y="0"/>
                </a:moveTo>
                <a:cubicBezTo>
                  <a:pt x="4000" y="0"/>
                  <a:pt x="3999" y="0"/>
                  <a:pt x="3998" y="0"/>
                </a:cubicBezTo>
                <a:cubicBezTo>
                  <a:pt x="3699" y="2"/>
                  <a:pt x="3456" y="245"/>
                  <a:pt x="3457" y="546"/>
                </a:cubicBezTo>
                <a:lnTo>
                  <a:pt x="3482" y="5483"/>
                </a:lnTo>
                <a:lnTo>
                  <a:pt x="1053" y="2177"/>
                </a:lnTo>
                <a:cubicBezTo>
                  <a:pt x="947" y="2031"/>
                  <a:pt x="782" y="1955"/>
                  <a:pt x="616" y="1955"/>
                </a:cubicBezTo>
                <a:cubicBezTo>
                  <a:pt x="504" y="1955"/>
                  <a:pt x="391" y="1989"/>
                  <a:pt x="294" y="2061"/>
                </a:cubicBezTo>
                <a:cubicBezTo>
                  <a:pt x="53" y="2237"/>
                  <a:pt x="0" y="2577"/>
                  <a:pt x="178" y="2820"/>
                </a:cubicBezTo>
                <a:lnTo>
                  <a:pt x="3302" y="7072"/>
                </a:lnTo>
                <a:cubicBezTo>
                  <a:pt x="3352" y="7138"/>
                  <a:pt x="3415" y="7193"/>
                  <a:pt x="3489" y="7230"/>
                </a:cubicBezTo>
                <a:lnTo>
                  <a:pt x="3570" y="24528"/>
                </a:lnTo>
                <a:cubicBezTo>
                  <a:pt x="3572" y="24827"/>
                  <a:pt x="3817" y="25068"/>
                  <a:pt x="4116" y="25068"/>
                </a:cubicBezTo>
                <a:cubicBezTo>
                  <a:pt x="4416" y="25066"/>
                  <a:pt x="4659" y="24822"/>
                  <a:pt x="4657" y="24522"/>
                </a:cubicBezTo>
                <a:lnTo>
                  <a:pt x="4595" y="11406"/>
                </a:lnTo>
                <a:lnTo>
                  <a:pt x="8037" y="7272"/>
                </a:lnTo>
                <a:cubicBezTo>
                  <a:pt x="8229" y="7042"/>
                  <a:pt x="8199" y="6700"/>
                  <a:pt x="7968" y="6508"/>
                </a:cubicBezTo>
                <a:cubicBezTo>
                  <a:pt x="7867" y="6423"/>
                  <a:pt x="7743" y="6382"/>
                  <a:pt x="7621" y="6382"/>
                </a:cubicBezTo>
                <a:cubicBezTo>
                  <a:pt x="7465" y="6382"/>
                  <a:pt x="7309" y="6449"/>
                  <a:pt x="7202" y="6578"/>
                </a:cubicBezTo>
                <a:lnTo>
                  <a:pt x="4588" y="9719"/>
                </a:lnTo>
                <a:lnTo>
                  <a:pt x="4544" y="541"/>
                </a:lnTo>
                <a:cubicBezTo>
                  <a:pt x="4542" y="241"/>
                  <a:pt x="4299" y="0"/>
                  <a:pt x="400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5753298" y="4441268"/>
            <a:ext cx="394397" cy="510639"/>
          </a:xfrm>
          <a:custGeom>
            <a:avLst/>
            <a:gdLst/>
            <a:ahLst/>
            <a:cxnLst/>
            <a:rect l="l" t="t" r="r" b="b"/>
            <a:pathLst>
              <a:path w="24293" h="31453" extrusionOk="0">
                <a:moveTo>
                  <a:pt x="12008" y="1"/>
                </a:moveTo>
                <a:cubicBezTo>
                  <a:pt x="5409" y="1"/>
                  <a:pt x="46" y="4954"/>
                  <a:pt x="15" y="11088"/>
                </a:cubicBezTo>
                <a:cubicBezTo>
                  <a:pt x="1" y="13718"/>
                  <a:pt x="971" y="16140"/>
                  <a:pt x="2602" y="18053"/>
                </a:cubicBezTo>
                <a:cubicBezTo>
                  <a:pt x="3884" y="19557"/>
                  <a:pt x="4511" y="21459"/>
                  <a:pt x="4256" y="23361"/>
                </a:cubicBezTo>
                <a:cubicBezTo>
                  <a:pt x="4208" y="23715"/>
                  <a:pt x="4189" y="24071"/>
                  <a:pt x="4198" y="24428"/>
                </a:cubicBezTo>
                <a:cubicBezTo>
                  <a:pt x="4296" y="28318"/>
                  <a:pt x="7772" y="31453"/>
                  <a:pt x="11949" y="31453"/>
                </a:cubicBezTo>
                <a:cubicBezTo>
                  <a:pt x="11982" y="31453"/>
                  <a:pt x="12016" y="31453"/>
                  <a:pt x="12050" y="31452"/>
                </a:cubicBezTo>
                <a:cubicBezTo>
                  <a:pt x="16264" y="31400"/>
                  <a:pt x="19673" y="28220"/>
                  <a:pt x="19694" y="24289"/>
                </a:cubicBezTo>
                <a:cubicBezTo>
                  <a:pt x="19694" y="24134"/>
                  <a:pt x="19690" y="23981"/>
                  <a:pt x="19680" y="23828"/>
                </a:cubicBezTo>
                <a:cubicBezTo>
                  <a:pt x="19544" y="21677"/>
                  <a:pt x="20204" y="19557"/>
                  <a:pt x="21601" y="17836"/>
                </a:cubicBezTo>
                <a:cubicBezTo>
                  <a:pt x="23366" y="15657"/>
                  <a:pt x="24292" y="12857"/>
                  <a:pt x="23930" y="9849"/>
                </a:cubicBezTo>
                <a:cubicBezTo>
                  <a:pt x="23313" y="4743"/>
                  <a:pt x="18942" y="672"/>
                  <a:pt x="13448" y="79"/>
                </a:cubicBezTo>
                <a:cubicBezTo>
                  <a:pt x="12963" y="26"/>
                  <a:pt x="12482" y="1"/>
                  <a:pt x="12008" y="1"/>
                </a:cubicBezTo>
                <a:close/>
              </a:path>
            </a:pathLst>
          </a:custGeom>
          <a:solidFill>
            <a:srgbClr val="FFCB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5867113" y="4667545"/>
            <a:ext cx="158129" cy="481741"/>
          </a:xfrm>
          <a:custGeom>
            <a:avLst/>
            <a:gdLst/>
            <a:ahLst/>
            <a:cxnLst/>
            <a:rect l="l" t="t" r="r" b="b"/>
            <a:pathLst>
              <a:path w="9740" h="29673" extrusionOk="0">
                <a:moveTo>
                  <a:pt x="5005" y="0"/>
                </a:moveTo>
                <a:cubicBezTo>
                  <a:pt x="4651" y="0"/>
                  <a:pt x="4364" y="287"/>
                  <a:pt x="4362" y="640"/>
                </a:cubicBezTo>
                <a:lnTo>
                  <a:pt x="4311" y="11503"/>
                </a:lnTo>
                <a:lnTo>
                  <a:pt x="1216" y="7787"/>
                </a:lnTo>
                <a:cubicBezTo>
                  <a:pt x="1089" y="7635"/>
                  <a:pt x="906" y="7557"/>
                  <a:pt x="722" y="7557"/>
                </a:cubicBezTo>
                <a:cubicBezTo>
                  <a:pt x="577" y="7557"/>
                  <a:pt x="431" y="7606"/>
                  <a:pt x="311" y="7706"/>
                </a:cubicBezTo>
                <a:cubicBezTo>
                  <a:pt x="38" y="7933"/>
                  <a:pt x="1" y="8338"/>
                  <a:pt x="228" y="8611"/>
                </a:cubicBezTo>
                <a:lnTo>
                  <a:pt x="4300" y="13502"/>
                </a:lnTo>
                <a:lnTo>
                  <a:pt x="4228" y="29026"/>
                </a:lnTo>
                <a:cubicBezTo>
                  <a:pt x="4226" y="29382"/>
                  <a:pt x="4513" y="29671"/>
                  <a:pt x="4867" y="29673"/>
                </a:cubicBezTo>
                <a:cubicBezTo>
                  <a:pt x="4868" y="29673"/>
                  <a:pt x="4870" y="29673"/>
                  <a:pt x="4871" y="29673"/>
                </a:cubicBezTo>
                <a:cubicBezTo>
                  <a:pt x="5225" y="29673"/>
                  <a:pt x="5512" y="29386"/>
                  <a:pt x="5514" y="29033"/>
                </a:cubicBezTo>
                <a:lnTo>
                  <a:pt x="5609" y="8560"/>
                </a:lnTo>
                <a:cubicBezTo>
                  <a:pt x="5697" y="8516"/>
                  <a:pt x="5773" y="8451"/>
                  <a:pt x="5831" y="8372"/>
                </a:cubicBezTo>
                <a:lnTo>
                  <a:pt x="9529" y="3338"/>
                </a:lnTo>
                <a:cubicBezTo>
                  <a:pt x="9739" y="3053"/>
                  <a:pt x="9677" y="2651"/>
                  <a:pt x="9392" y="2440"/>
                </a:cubicBezTo>
                <a:cubicBezTo>
                  <a:pt x="9278" y="2356"/>
                  <a:pt x="9145" y="2315"/>
                  <a:pt x="9013" y="2315"/>
                </a:cubicBezTo>
                <a:cubicBezTo>
                  <a:pt x="8815" y="2315"/>
                  <a:pt x="8620" y="2406"/>
                  <a:pt x="8494" y="2577"/>
                </a:cubicBezTo>
                <a:lnTo>
                  <a:pt x="5619" y="6491"/>
                </a:lnTo>
                <a:lnTo>
                  <a:pt x="5648" y="647"/>
                </a:lnTo>
                <a:cubicBezTo>
                  <a:pt x="5649" y="291"/>
                  <a:pt x="5362" y="2"/>
                  <a:pt x="5008" y="0"/>
                </a:cubicBezTo>
                <a:cubicBezTo>
                  <a:pt x="5007" y="0"/>
                  <a:pt x="5006" y="0"/>
                  <a:pt x="500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6030372" y="4204458"/>
            <a:ext cx="476530" cy="617157"/>
          </a:xfrm>
          <a:custGeom>
            <a:avLst/>
            <a:gdLst/>
            <a:ahLst/>
            <a:cxnLst/>
            <a:rect l="l" t="t" r="r" b="b"/>
            <a:pathLst>
              <a:path w="29352" h="38014" extrusionOk="0">
                <a:moveTo>
                  <a:pt x="14499" y="0"/>
                </a:moveTo>
                <a:cubicBezTo>
                  <a:pt x="6491" y="0"/>
                  <a:pt x="0" y="6029"/>
                  <a:pt x="0" y="13466"/>
                </a:cubicBezTo>
                <a:cubicBezTo>
                  <a:pt x="0" y="16645"/>
                  <a:pt x="1185" y="19565"/>
                  <a:pt x="3169" y="21867"/>
                </a:cubicBezTo>
                <a:cubicBezTo>
                  <a:pt x="4727" y="23677"/>
                  <a:pt x="5499" y="25972"/>
                  <a:pt x="5199" y="28273"/>
                </a:cubicBezTo>
                <a:cubicBezTo>
                  <a:pt x="5145" y="28701"/>
                  <a:pt x="5124" y="29132"/>
                  <a:pt x="5138" y="29564"/>
                </a:cubicBezTo>
                <a:cubicBezTo>
                  <a:pt x="5279" y="34250"/>
                  <a:pt x="9474" y="38014"/>
                  <a:pt x="14501" y="38014"/>
                </a:cubicBezTo>
                <a:cubicBezTo>
                  <a:pt x="14557" y="38014"/>
                  <a:pt x="14612" y="38013"/>
                  <a:pt x="14668" y="38012"/>
                </a:cubicBezTo>
                <a:cubicBezTo>
                  <a:pt x="19762" y="37926"/>
                  <a:pt x="23864" y="34065"/>
                  <a:pt x="23864" y="29315"/>
                </a:cubicBezTo>
                <a:cubicBezTo>
                  <a:pt x="23864" y="29129"/>
                  <a:pt x="23857" y="28942"/>
                  <a:pt x="23844" y="28759"/>
                </a:cubicBezTo>
                <a:cubicBezTo>
                  <a:pt x="23666" y="26161"/>
                  <a:pt x="24452" y="23593"/>
                  <a:pt x="26129" y="21506"/>
                </a:cubicBezTo>
                <a:cubicBezTo>
                  <a:pt x="28249" y="18864"/>
                  <a:pt x="29352" y="15475"/>
                  <a:pt x="28894" y="11842"/>
                </a:cubicBezTo>
                <a:cubicBezTo>
                  <a:pt x="28117" y="5674"/>
                  <a:pt x="22810" y="776"/>
                  <a:pt x="16167" y="87"/>
                </a:cubicBezTo>
                <a:cubicBezTo>
                  <a:pt x="15605" y="29"/>
                  <a:pt x="15048" y="0"/>
                  <a:pt x="14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6174019" y="4440564"/>
            <a:ext cx="186134" cy="708723"/>
          </a:xfrm>
          <a:custGeom>
            <a:avLst/>
            <a:gdLst/>
            <a:ahLst/>
            <a:cxnLst/>
            <a:rect l="l" t="t" r="r" b="b"/>
            <a:pathLst>
              <a:path w="11465" h="43654" extrusionOk="0">
                <a:moveTo>
                  <a:pt x="5720" y="0"/>
                </a:moveTo>
                <a:cubicBezTo>
                  <a:pt x="5426" y="0"/>
                  <a:pt x="5188" y="236"/>
                  <a:pt x="5188" y="531"/>
                </a:cubicBezTo>
                <a:lnTo>
                  <a:pt x="5188" y="8326"/>
                </a:lnTo>
                <a:lnTo>
                  <a:pt x="1309" y="2993"/>
                </a:lnTo>
                <a:cubicBezTo>
                  <a:pt x="1205" y="2850"/>
                  <a:pt x="1043" y="2774"/>
                  <a:pt x="879" y="2774"/>
                </a:cubicBezTo>
                <a:cubicBezTo>
                  <a:pt x="771" y="2774"/>
                  <a:pt x="662" y="2807"/>
                  <a:pt x="568" y="2875"/>
                </a:cubicBezTo>
                <a:cubicBezTo>
                  <a:pt x="330" y="3047"/>
                  <a:pt x="277" y="3380"/>
                  <a:pt x="450" y="3616"/>
                </a:cubicBezTo>
                <a:lnTo>
                  <a:pt x="4890" y="9721"/>
                </a:lnTo>
                <a:cubicBezTo>
                  <a:pt x="4962" y="9820"/>
                  <a:pt x="5068" y="9890"/>
                  <a:pt x="5188" y="9920"/>
                </a:cubicBezTo>
                <a:lnTo>
                  <a:pt x="5188" y="14337"/>
                </a:lnTo>
                <a:lnTo>
                  <a:pt x="992" y="9346"/>
                </a:lnTo>
                <a:cubicBezTo>
                  <a:pt x="888" y="9227"/>
                  <a:pt x="741" y="9165"/>
                  <a:pt x="594" y="9165"/>
                </a:cubicBezTo>
                <a:cubicBezTo>
                  <a:pt x="474" y="9165"/>
                  <a:pt x="352" y="9206"/>
                  <a:pt x="253" y="9289"/>
                </a:cubicBezTo>
                <a:cubicBezTo>
                  <a:pt x="32" y="9474"/>
                  <a:pt x="1" y="9802"/>
                  <a:pt x="180" y="10027"/>
                </a:cubicBezTo>
                <a:lnTo>
                  <a:pt x="5189" y="15984"/>
                </a:lnTo>
                <a:lnTo>
                  <a:pt x="5189" y="43124"/>
                </a:lnTo>
                <a:cubicBezTo>
                  <a:pt x="5189" y="43416"/>
                  <a:pt x="5427" y="43654"/>
                  <a:pt x="5720" y="43654"/>
                </a:cubicBezTo>
                <a:lnTo>
                  <a:pt x="5737" y="43654"/>
                </a:lnTo>
                <a:cubicBezTo>
                  <a:pt x="6030" y="43654"/>
                  <a:pt x="6267" y="43416"/>
                  <a:pt x="6267" y="43124"/>
                </a:cubicBezTo>
                <a:lnTo>
                  <a:pt x="6267" y="15986"/>
                </a:lnTo>
                <a:lnTo>
                  <a:pt x="11276" y="10027"/>
                </a:lnTo>
                <a:cubicBezTo>
                  <a:pt x="11465" y="9804"/>
                  <a:pt x="11435" y="9469"/>
                  <a:pt x="11211" y="9281"/>
                </a:cubicBezTo>
                <a:cubicBezTo>
                  <a:pt x="11112" y="9197"/>
                  <a:pt x="10991" y="9156"/>
                  <a:pt x="10870" y="9156"/>
                </a:cubicBezTo>
                <a:cubicBezTo>
                  <a:pt x="10718" y="9156"/>
                  <a:pt x="10568" y="9220"/>
                  <a:pt x="10463" y="9346"/>
                </a:cubicBezTo>
                <a:lnTo>
                  <a:pt x="6266" y="14337"/>
                </a:lnTo>
                <a:lnTo>
                  <a:pt x="6266" y="9920"/>
                </a:lnTo>
                <a:cubicBezTo>
                  <a:pt x="6385" y="9890"/>
                  <a:pt x="6491" y="9820"/>
                  <a:pt x="6563" y="9721"/>
                </a:cubicBezTo>
                <a:lnTo>
                  <a:pt x="11005" y="3616"/>
                </a:lnTo>
                <a:cubicBezTo>
                  <a:pt x="11176" y="3380"/>
                  <a:pt x="11123" y="3047"/>
                  <a:pt x="10887" y="2875"/>
                </a:cubicBezTo>
                <a:cubicBezTo>
                  <a:pt x="10793" y="2807"/>
                  <a:pt x="10683" y="2774"/>
                  <a:pt x="10575" y="2774"/>
                </a:cubicBezTo>
                <a:cubicBezTo>
                  <a:pt x="10411" y="2774"/>
                  <a:pt x="10250" y="2850"/>
                  <a:pt x="10146" y="2993"/>
                </a:cubicBezTo>
                <a:lnTo>
                  <a:pt x="6266" y="8326"/>
                </a:lnTo>
                <a:lnTo>
                  <a:pt x="6266" y="531"/>
                </a:lnTo>
                <a:cubicBezTo>
                  <a:pt x="6266" y="236"/>
                  <a:pt x="6030" y="0"/>
                  <a:pt x="573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5257667" y="3584249"/>
            <a:ext cx="59794" cy="59810"/>
          </a:xfrm>
          <a:custGeom>
            <a:avLst/>
            <a:gdLst/>
            <a:ahLst/>
            <a:cxnLst/>
            <a:rect l="l" t="t" r="r" b="b"/>
            <a:pathLst>
              <a:path w="3683" h="3684" extrusionOk="0">
                <a:moveTo>
                  <a:pt x="1841" y="0"/>
                </a:moveTo>
                <a:cubicBezTo>
                  <a:pt x="821" y="0"/>
                  <a:pt x="0" y="821"/>
                  <a:pt x="0" y="1841"/>
                </a:cubicBezTo>
                <a:lnTo>
                  <a:pt x="0" y="1843"/>
                </a:lnTo>
                <a:cubicBezTo>
                  <a:pt x="0" y="2863"/>
                  <a:pt x="821" y="3683"/>
                  <a:pt x="1841" y="3683"/>
                </a:cubicBezTo>
                <a:cubicBezTo>
                  <a:pt x="2860" y="3683"/>
                  <a:pt x="3683" y="2863"/>
                  <a:pt x="3683" y="1843"/>
                </a:cubicBezTo>
                <a:lnTo>
                  <a:pt x="3683" y="1841"/>
                </a:lnTo>
                <a:cubicBezTo>
                  <a:pt x="3683" y="821"/>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5150224" y="3475052"/>
            <a:ext cx="59810" cy="59826"/>
          </a:xfrm>
          <a:custGeom>
            <a:avLst/>
            <a:gdLst/>
            <a:ahLst/>
            <a:cxnLst/>
            <a:rect l="l" t="t" r="r" b="b"/>
            <a:pathLst>
              <a:path w="3684" h="3685" extrusionOk="0">
                <a:moveTo>
                  <a:pt x="1841" y="0"/>
                </a:moveTo>
                <a:cubicBezTo>
                  <a:pt x="822" y="0"/>
                  <a:pt x="1" y="821"/>
                  <a:pt x="1" y="1842"/>
                </a:cubicBezTo>
                <a:cubicBezTo>
                  <a:pt x="1" y="2862"/>
                  <a:pt x="822" y="3685"/>
                  <a:pt x="1841" y="3685"/>
                </a:cubicBezTo>
                <a:lnTo>
                  <a:pt x="1843" y="3685"/>
                </a:lnTo>
                <a:cubicBezTo>
                  <a:pt x="2863" y="3685"/>
                  <a:pt x="3684" y="2862"/>
                  <a:pt x="3684" y="1842"/>
                </a:cubicBez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5257667" y="3475052"/>
            <a:ext cx="59794" cy="59826"/>
          </a:xfrm>
          <a:custGeom>
            <a:avLst/>
            <a:gdLst/>
            <a:ahLst/>
            <a:cxnLst/>
            <a:rect l="l" t="t" r="r" b="b"/>
            <a:pathLst>
              <a:path w="3683" h="3685" extrusionOk="0">
                <a:moveTo>
                  <a:pt x="1841" y="0"/>
                </a:moveTo>
                <a:cubicBezTo>
                  <a:pt x="821" y="0"/>
                  <a:pt x="0" y="821"/>
                  <a:pt x="0" y="1842"/>
                </a:cubicBezTo>
                <a:cubicBezTo>
                  <a:pt x="0" y="2862"/>
                  <a:pt x="821" y="3685"/>
                  <a:pt x="1841" y="3685"/>
                </a:cubicBezTo>
                <a:cubicBezTo>
                  <a:pt x="2860" y="3685"/>
                  <a:pt x="3683" y="2862"/>
                  <a:pt x="3683" y="1842"/>
                </a:cubicBezTo>
                <a:cubicBezTo>
                  <a:pt x="3683" y="821"/>
                  <a:pt x="2860" y="0"/>
                  <a:pt x="1841"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5042797" y="3475052"/>
            <a:ext cx="59842" cy="59826"/>
          </a:xfrm>
          <a:custGeom>
            <a:avLst/>
            <a:gdLst/>
            <a:ahLst/>
            <a:cxnLst/>
            <a:rect l="l" t="t" r="r" b="b"/>
            <a:pathLst>
              <a:path w="3686" h="3685" extrusionOk="0">
                <a:moveTo>
                  <a:pt x="1843" y="0"/>
                </a:moveTo>
                <a:cubicBezTo>
                  <a:pt x="822" y="0"/>
                  <a:pt x="1" y="821"/>
                  <a:pt x="1" y="1842"/>
                </a:cubicBezTo>
                <a:cubicBezTo>
                  <a:pt x="1" y="2862"/>
                  <a:pt x="822" y="3685"/>
                  <a:pt x="1843" y="3685"/>
                </a:cubicBezTo>
                <a:lnTo>
                  <a:pt x="1845" y="3685"/>
                </a:lnTo>
                <a:cubicBezTo>
                  <a:pt x="2865" y="3685"/>
                  <a:pt x="3685" y="2862"/>
                  <a:pt x="3685" y="1842"/>
                </a:cubicBezTo>
                <a:cubicBezTo>
                  <a:pt x="3685" y="821"/>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5042797" y="3584249"/>
            <a:ext cx="59842" cy="59810"/>
          </a:xfrm>
          <a:custGeom>
            <a:avLst/>
            <a:gdLst/>
            <a:ahLst/>
            <a:cxnLst/>
            <a:rect l="l" t="t" r="r" b="b"/>
            <a:pathLst>
              <a:path w="3686" h="3684" extrusionOk="0">
                <a:moveTo>
                  <a:pt x="1843" y="0"/>
                </a:moveTo>
                <a:cubicBezTo>
                  <a:pt x="822" y="0"/>
                  <a:pt x="1" y="821"/>
                  <a:pt x="1" y="1841"/>
                </a:cubicBezTo>
                <a:lnTo>
                  <a:pt x="1" y="1843"/>
                </a:lnTo>
                <a:cubicBezTo>
                  <a:pt x="1" y="2863"/>
                  <a:pt x="822" y="3683"/>
                  <a:pt x="1843" y="3683"/>
                </a:cubicBezTo>
                <a:lnTo>
                  <a:pt x="1845" y="3683"/>
                </a:lnTo>
                <a:cubicBezTo>
                  <a:pt x="2865" y="3683"/>
                  <a:pt x="3685" y="2863"/>
                  <a:pt x="3685" y="1843"/>
                </a:cubicBezTo>
                <a:lnTo>
                  <a:pt x="3685" y="1841"/>
                </a:lnTo>
                <a:cubicBezTo>
                  <a:pt x="3685" y="821"/>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5042797" y="3693429"/>
            <a:ext cx="59842" cy="59794"/>
          </a:xfrm>
          <a:custGeom>
            <a:avLst/>
            <a:gdLst/>
            <a:ahLst/>
            <a:cxnLst/>
            <a:rect l="l" t="t" r="r" b="b"/>
            <a:pathLst>
              <a:path w="3686" h="3683" extrusionOk="0">
                <a:moveTo>
                  <a:pt x="1843" y="0"/>
                </a:moveTo>
                <a:cubicBezTo>
                  <a:pt x="822" y="0"/>
                  <a:pt x="1" y="821"/>
                  <a:pt x="1" y="1841"/>
                </a:cubicBezTo>
                <a:lnTo>
                  <a:pt x="1" y="1842"/>
                </a:lnTo>
                <a:cubicBezTo>
                  <a:pt x="1" y="2862"/>
                  <a:pt x="822" y="3683"/>
                  <a:pt x="1843" y="3683"/>
                </a:cubicBezTo>
                <a:lnTo>
                  <a:pt x="1845" y="3683"/>
                </a:lnTo>
                <a:cubicBezTo>
                  <a:pt x="2865" y="3683"/>
                  <a:pt x="3685" y="2862"/>
                  <a:pt x="3685" y="1842"/>
                </a:cubicBezTo>
                <a:lnTo>
                  <a:pt x="3685" y="1841"/>
                </a:lnTo>
                <a:cubicBezTo>
                  <a:pt x="3685" y="821"/>
                  <a:pt x="2865" y="0"/>
                  <a:pt x="184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5150224" y="3693429"/>
            <a:ext cx="59810" cy="59794"/>
          </a:xfrm>
          <a:custGeom>
            <a:avLst/>
            <a:gdLst/>
            <a:ahLst/>
            <a:cxnLst/>
            <a:rect l="l" t="t" r="r" b="b"/>
            <a:pathLst>
              <a:path w="3684" h="3683" extrusionOk="0">
                <a:moveTo>
                  <a:pt x="1841" y="0"/>
                </a:moveTo>
                <a:cubicBezTo>
                  <a:pt x="822" y="0"/>
                  <a:pt x="1" y="821"/>
                  <a:pt x="1" y="1841"/>
                </a:cubicBezTo>
                <a:lnTo>
                  <a:pt x="1" y="1842"/>
                </a:lnTo>
                <a:cubicBezTo>
                  <a:pt x="1" y="2862"/>
                  <a:pt x="822" y="3683"/>
                  <a:pt x="1841" y="3683"/>
                </a:cubicBezTo>
                <a:lnTo>
                  <a:pt x="1843" y="3683"/>
                </a:lnTo>
                <a:cubicBezTo>
                  <a:pt x="2863" y="3683"/>
                  <a:pt x="3684" y="2862"/>
                  <a:pt x="3684" y="1842"/>
                </a:cubicBezTo>
                <a:lnTo>
                  <a:pt x="3684" y="1841"/>
                </a:lnTo>
                <a:cubicBezTo>
                  <a:pt x="3684" y="821"/>
                  <a:pt x="2863" y="0"/>
                  <a:pt x="1843"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5150224" y="3802593"/>
            <a:ext cx="59810" cy="59842"/>
          </a:xfrm>
          <a:custGeom>
            <a:avLst/>
            <a:gdLst/>
            <a:ahLst/>
            <a:cxnLst/>
            <a:rect l="l" t="t" r="r" b="b"/>
            <a:pathLst>
              <a:path w="3684" h="3686" extrusionOk="0">
                <a:moveTo>
                  <a:pt x="1841" y="1"/>
                </a:moveTo>
                <a:cubicBezTo>
                  <a:pt x="822" y="1"/>
                  <a:pt x="1" y="823"/>
                  <a:pt x="1" y="1843"/>
                </a:cubicBezTo>
                <a:cubicBezTo>
                  <a:pt x="1" y="2864"/>
                  <a:pt x="822" y="3685"/>
                  <a:pt x="1841" y="3685"/>
                </a:cubicBezTo>
                <a:lnTo>
                  <a:pt x="1843" y="3685"/>
                </a:lnTo>
                <a:cubicBezTo>
                  <a:pt x="2863" y="3685"/>
                  <a:pt x="3684" y="2864"/>
                  <a:pt x="3684" y="1843"/>
                </a:cubicBezTo>
                <a:cubicBezTo>
                  <a:pt x="3684" y="823"/>
                  <a:pt x="2863" y="1"/>
                  <a:pt x="1843"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21"/>
          <p:cNvSpPr txBox="1">
            <a:spLocks noGrp="1"/>
          </p:cNvSpPr>
          <p:nvPr>
            <p:ph type="ctrTitle"/>
          </p:nvPr>
        </p:nvSpPr>
        <p:spPr>
          <a:xfrm>
            <a:off x="790975" y="720000"/>
            <a:ext cx="5012400" cy="314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a:t>
            </a:r>
            <a:endParaRPr dirty="0">
              <a:solidFill>
                <a:srgbClr val="000000"/>
              </a:solidFill>
            </a:endParaRPr>
          </a:p>
        </p:txBody>
      </p:sp>
      <p:sp>
        <p:nvSpPr>
          <p:cNvPr id="634" name="Google Shape;634;p21"/>
          <p:cNvSpPr/>
          <p:nvPr/>
        </p:nvSpPr>
        <p:spPr>
          <a:xfrm>
            <a:off x="473988" y="2009900"/>
            <a:ext cx="1872300" cy="1872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1"/>
          <p:cNvSpPr/>
          <p:nvPr/>
        </p:nvSpPr>
        <p:spPr>
          <a:xfrm>
            <a:off x="2054919" y="2009900"/>
            <a:ext cx="1872300" cy="1872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1"/>
          <p:cNvSpPr/>
          <p:nvPr/>
        </p:nvSpPr>
        <p:spPr>
          <a:xfrm>
            <a:off x="3635851" y="2009900"/>
            <a:ext cx="1872300" cy="18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a:off x="5216783" y="2009900"/>
            <a:ext cx="1872300" cy="1872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1"/>
          <p:cNvSpPr/>
          <p:nvPr/>
        </p:nvSpPr>
        <p:spPr>
          <a:xfrm>
            <a:off x="6797715" y="2009900"/>
            <a:ext cx="1872300" cy="1872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 name="Google Shape;639;p21"/>
          <p:cNvGrpSpPr/>
          <p:nvPr/>
        </p:nvGrpSpPr>
        <p:grpSpPr>
          <a:xfrm>
            <a:off x="5938301" y="2284878"/>
            <a:ext cx="429317" cy="365802"/>
            <a:chOff x="-1341636" y="2815364"/>
            <a:chExt cx="429317" cy="365802"/>
          </a:xfrm>
        </p:grpSpPr>
        <p:sp>
          <p:nvSpPr>
            <p:cNvPr id="640" name="Google Shape;640;p21"/>
            <p:cNvSpPr/>
            <p:nvPr/>
          </p:nvSpPr>
          <p:spPr>
            <a:xfrm>
              <a:off x="-1341636" y="3041498"/>
              <a:ext cx="429317" cy="113064"/>
            </a:xfrm>
            <a:custGeom>
              <a:avLst/>
              <a:gdLst/>
              <a:ahLst/>
              <a:cxnLst/>
              <a:rect l="l" t="t" r="r" b="b"/>
              <a:pathLst>
                <a:path w="73231" h="19286" extrusionOk="0">
                  <a:moveTo>
                    <a:pt x="12796" y="1"/>
                  </a:moveTo>
                  <a:cubicBezTo>
                    <a:pt x="12428" y="1"/>
                    <a:pt x="12066" y="181"/>
                    <a:pt x="11844" y="510"/>
                  </a:cubicBezTo>
                  <a:lnTo>
                    <a:pt x="500" y="17527"/>
                  </a:lnTo>
                  <a:cubicBezTo>
                    <a:pt x="0" y="18276"/>
                    <a:pt x="534" y="19286"/>
                    <a:pt x="1441" y="19286"/>
                  </a:cubicBezTo>
                  <a:lnTo>
                    <a:pt x="71779" y="19286"/>
                  </a:lnTo>
                  <a:cubicBezTo>
                    <a:pt x="72686" y="19286"/>
                    <a:pt x="73231" y="18276"/>
                    <a:pt x="72720" y="17527"/>
                  </a:cubicBezTo>
                  <a:lnTo>
                    <a:pt x="61376" y="510"/>
                  </a:lnTo>
                  <a:cubicBezTo>
                    <a:pt x="61161" y="181"/>
                    <a:pt x="60802" y="1"/>
                    <a:pt x="60435" y="1"/>
                  </a:cubicBezTo>
                  <a:cubicBezTo>
                    <a:pt x="60220" y="1"/>
                    <a:pt x="60003" y="62"/>
                    <a:pt x="59810" y="192"/>
                  </a:cubicBezTo>
                  <a:cubicBezTo>
                    <a:pt x="59288" y="544"/>
                    <a:pt x="59141" y="1247"/>
                    <a:pt x="59492" y="1769"/>
                  </a:cubicBezTo>
                  <a:lnTo>
                    <a:pt x="69657" y="17017"/>
                  </a:lnTo>
                  <a:lnTo>
                    <a:pt x="3563" y="17017"/>
                  </a:lnTo>
                  <a:lnTo>
                    <a:pt x="13728" y="1769"/>
                  </a:lnTo>
                  <a:cubicBezTo>
                    <a:pt x="14079" y="1247"/>
                    <a:pt x="13943" y="544"/>
                    <a:pt x="13421" y="192"/>
                  </a:cubicBezTo>
                  <a:cubicBezTo>
                    <a:pt x="13228" y="62"/>
                    <a:pt x="13011" y="1"/>
                    <a:pt x="1279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1"/>
            <p:cNvSpPr/>
            <p:nvPr/>
          </p:nvSpPr>
          <p:spPr>
            <a:xfrm>
              <a:off x="-1339842" y="3141254"/>
              <a:ext cx="425664" cy="39912"/>
            </a:xfrm>
            <a:custGeom>
              <a:avLst/>
              <a:gdLst/>
              <a:ahLst/>
              <a:cxnLst/>
              <a:rect l="l" t="t" r="r" b="b"/>
              <a:pathLst>
                <a:path w="72608" h="6808" extrusionOk="0">
                  <a:moveTo>
                    <a:pt x="70338" y="2270"/>
                  </a:moveTo>
                  <a:lnTo>
                    <a:pt x="70338" y="4539"/>
                  </a:lnTo>
                  <a:lnTo>
                    <a:pt x="2270" y="4539"/>
                  </a:lnTo>
                  <a:lnTo>
                    <a:pt x="2270" y="2270"/>
                  </a:lnTo>
                  <a:close/>
                  <a:moveTo>
                    <a:pt x="1135" y="1"/>
                  </a:moveTo>
                  <a:cubicBezTo>
                    <a:pt x="511" y="1"/>
                    <a:pt x="1" y="511"/>
                    <a:pt x="1" y="1135"/>
                  </a:cubicBezTo>
                  <a:lnTo>
                    <a:pt x="1" y="5673"/>
                  </a:lnTo>
                  <a:cubicBezTo>
                    <a:pt x="1" y="6297"/>
                    <a:pt x="511" y="6808"/>
                    <a:pt x="1135" y="6808"/>
                  </a:cubicBezTo>
                  <a:lnTo>
                    <a:pt x="71473" y="6808"/>
                  </a:lnTo>
                  <a:cubicBezTo>
                    <a:pt x="72097" y="6808"/>
                    <a:pt x="72607" y="6297"/>
                    <a:pt x="72607" y="5673"/>
                  </a:cubicBezTo>
                  <a:lnTo>
                    <a:pt x="72607" y="1135"/>
                  </a:lnTo>
                  <a:cubicBezTo>
                    <a:pt x="72607" y="511"/>
                    <a:pt x="72097" y="1"/>
                    <a:pt x="7147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p:nvPr/>
          </p:nvSpPr>
          <p:spPr>
            <a:xfrm>
              <a:off x="-1281979" y="3068102"/>
              <a:ext cx="50089" cy="86507"/>
            </a:xfrm>
            <a:custGeom>
              <a:avLst/>
              <a:gdLst/>
              <a:ahLst/>
              <a:cxnLst/>
              <a:rect l="l" t="t" r="r" b="b"/>
              <a:pathLst>
                <a:path w="8544" h="14756" extrusionOk="0">
                  <a:moveTo>
                    <a:pt x="7256" y="0"/>
                  </a:moveTo>
                  <a:cubicBezTo>
                    <a:pt x="6832" y="0"/>
                    <a:pt x="6425" y="238"/>
                    <a:pt x="6229" y="646"/>
                  </a:cubicBezTo>
                  <a:lnTo>
                    <a:pt x="284" y="13125"/>
                  </a:lnTo>
                  <a:cubicBezTo>
                    <a:pt x="1" y="13693"/>
                    <a:pt x="250" y="14373"/>
                    <a:pt x="817" y="14645"/>
                  </a:cubicBezTo>
                  <a:cubicBezTo>
                    <a:pt x="974" y="14721"/>
                    <a:pt x="1139" y="14756"/>
                    <a:pt x="1301" y="14756"/>
                  </a:cubicBezTo>
                  <a:cubicBezTo>
                    <a:pt x="1728" y="14756"/>
                    <a:pt x="2137" y="14512"/>
                    <a:pt x="2326" y="14101"/>
                  </a:cubicBezTo>
                  <a:lnTo>
                    <a:pt x="8282" y="1622"/>
                  </a:lnTo>
                  <a:cubicBezTo>
                    <a:pt x="8543" y="1054"/>
                    <a:pt x="8305" y="385"/>
                    <a:pt x="7749" y="113"/>
                  </a:cubicBezTo>
                  <a:cubicBezTo>
                    <a:pt x="7590" y="36"/>
                    <a:pt x="7422" y="0"/>
                    <a:pt x="725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1"/>
            <p:cNvSpPr/>
            <p:nvPr/>
          </p:nvSpPr>
          <p:spPr>
            <a:xfrm>
              <a:off x="-1213341" y="3074762"/>
              <a:ext cx="24347" cy="46548"/>
            </a:xfrm>
            <a:custGeom>
              <a:avLst/>
              <a:gdLst/>
              <a:ahLst/>
              <a:cxnLst/>
              <a:rect l="l" t="t" r="r" b="b"/>
              <a:pathLst>
                <a:path w="4153" h="7940" extrusionOk="0">
                  <a:moveTo>
                    <a:pt x="2892" y="0"/>
                  </a:moveTo>
                  <a:cubicBezTo>
                    <a:pt x="2399" y="0"/>
                    <a:pt x="1945" y="327"/>
                    <a:pt x="1804" y="826"/>
                  </a:cubicBezTo>
                  <a:lnTo>
                    <a:pt x="171" y="6498"/>
                  </a:lnTo>
                  <a:cubicBezTo>
                    <a:pt x="0" y="7100"/>
                    <a:pt x="352" y="7724"/>
                    <a:pt x="953" y="7894"/>
                  </a:cubicBezTo>
                  <a:cubicBezTo>
                    <a:pt x="1055" y="7928"/>
                    <a:pt x="1158" y="7939"/>
                    <a:pt x="1271" y="7939"/>
                  </a:cubicBezTo>
                  <a:cubicBezTo>
                    <a:pt x="1770" y="7939"/>
                    <a:pt x="2213" y="7599"/>
                    <a:pt x="2360" y="7122"/>
                  </a:cubicBezTo>
                  <a:lnTo>
                    <a:pt x="3982" y="1450"/>
                  </a:lnTo>
                  <a:cubicBezTo>
                    <a:pt x="4153" y="849"/>
                    <a:pt x="3801" y="213"/>
                    <a:pt x="3200" y="43"/>
                  </a:cubicBezTo>
                  <a:cubicBezTo>
                    <a:pt x="3097" y="14"/>
                    <a:pt x="2994" y="0"/>
                    <a:pt x="289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1"/>
            <p:cNvSpPr/>
            <p:nvPr/>
          </p:nvSpPr>
          <p:spPr>
            <a:xfrm>
              <a:off x="-999847" y="3114814"/>
              <a:ext cx="27735" cy="39748"/>
            </a:xfrm>
            <a:custGeom>
              <a:avLst/>
              <a:gdLst/>
              <a:ahLst/>
              <a:cxnLst/>
              <a:rect l="l" t="t" r="r" b="b"/>
              <a:pathLst>
                <a:path w="4731" h="6780" extrusionOk="0">
                  <a:moveTo>
                    <a:pt x="1279" y="1"/>
                  </a:moveTo>
                  <a:cubicBezTo>
                    <a:pt x="1116" y="1"/>
                    <a:pt x="951" y="35"/>
                    <a:pt x="794" y="109"/>
                  </a:cubicBezTo>
                  <a:cubicBezTo>
                    <a:pt x="238" y="370"/>
                    <a:pt x="0" y="1039"/>
                    <a:pt x="250" y="1595"/>
                  </a:cubicBezTo>
                  <a:lnTo>
                    <a:pt x="2417" y="6133"/>
                  </a:lnTo>
                  <a:cubicBezTo>
                    <a:pt x="2609" y="6530"/>
                    <a:pt x="3007" y="6780"/>
                    <a:pt x="3438" y="6780"/>
                  </a:cubicBezTo>
                  <a:cubicBezTo>
                    <a:pt x="3608" y="6780"/>
                    <a:pt x="3778" y="6746"/>
                    <a:pt x="3925" y="6666"/>
                  </a:cubicBezTo>
                  <a:cubicBezTo>
                    <a:pt x="4493" y="6405"/>
                    <a:pt x="4731" y="5725"/>
                    <a:pt x="4470" y="5157"/>
                  </a:cubicBezTo>
                  <a:lnTo>
                    <a:pt x="2303" y="619"/>
                  </a:lnTo>
                  <a:cubicBezTo>
                    <a:pt x="2099" y="228"/>
                    <a:pt x="1696" y="1"/>
                    <a:pt x="127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1"/>
            <p:cNvSpPr/>
            <p:nvPr/>
          </p:nvSpPr>
          <p:spPr>
            <a:xfrm>
              <a:off x="-1034764" y="3041498"/>
              <a:ext cx="37315" cy="59856"/>
            </a:xfrm>
            <a:custGeom>
              <a:avLst/>
              <a:gdLst/>
              <a:ahLst/>
              <a:cxnLst/>
              <a:rect l="l" t="t" r="r" b="b"/>
              <a:pathLst>
                <a:path w="6365" h="10210" extrusionOk="0">
                  <a:moveTo>
                    <a:pt x="1289" y="0"/>
                  </a:moveTo>
                  <a:cubicBezTo>
                    <a:pt x="1127" y="0"/>
                    <a:pt x="962" y="36"/>
                    <a:pt x="806" y="113"/>
                  </a:cubicBezTo>
                  <a:cubicBezTo>
                    <a:pt x="238" y="385"/>
                    <a:pt x="0" y="1054"/>
                    <a:pt x="261" y="1622"/>
                  </a:cubicBezTo>
                  <a:lnTo>
                    <a:pt x="4039" y="9563"/>
                  </a:lnTo>
                  <a:cubicBezTo>
                    <a:pt x="4232" y="9960"/>
                    <a:pt x="4629" y="10210"/>
                    <a:pt x="5071" y="10210"/>
                  </a:cubicBezTo>
                  <a:cubicBezTo>
                    <a:pt x="5230" y="10210"/>
                    <a:pt x="5400" y="10164"/>
                    <a:pt x="5559" y="10096"/>
                  </a:cubicBezTo>
                  <a:cubicBezTo>
                    <a:pt x="6126" y="9824"/>
                    <a:pt x="6365" y="9155"/>
                    <a:pt x="6092" y="8587"/>
                  </a:cubicBezTo>
                  <a:lnTo>
                    <a:pt x="2314" y="646"/>
                  </a:lnTo>
                  <a:cubicBezTo>
                    <a:pt x="2110" y="238"/>
                    <a:pt x="1707" y="0"/>
                    <a:pt x="1289"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1"/>
            <p:cNvSpPr/>
            <p:nvPr/>
          </p:nvSpPr>
          <p:spPr>
            <a:xfrm>
              <a:off x="-1065161" y="3074498"/>
              <a:ext cx="24546" cy="46953"/>
            </a:xfrm>
            <a:custGeom>
              <a:avLst/>
              <a:gdLst/>
              <a:ahLst/>
              <a:cxnLst/>
              <a:rect l="l" t="t" r="r" b="b"/>
              <a:pathLst>
                <a:path w="4187" h="8009" extrusionOk="0">
                  <a:moveTo>
                    <a:pt x="1271" y="1"/>
                  </a:moveTo>
                  <a:cubicBezTo>
                    <a:pt x="1170" y="1"/>
                    <a:pt x="1067" y="15"/>
                    <a:pt x="965" y="43"/>
                  </a:cubicBezTo>
                  <a:cubicBezTo>
                    <a:pt x="341" y="224"/>
                    <a:pt x="1" y="882"/>
                    <a:pt x="193" y="1495"/>
                  </a:cubicBezTo>
                  <a:lnTo>
                    <a:pt x="1827" y="7167"/>
                  </a:lnTo>
                  <a:cubicBezTo>
                    <a:pt x="1958" y="7673"/>
                    <a:pt x="2414" y="8008"/>
                    <a:pt x="2913" y="8008"/>
                  </a:cubicBezTo>
                  <a:cubicBezTo>
                    <a:pt x="3019" y="8008"/>
                    <a:pt x="3127" y="7993"/>
                    <a:pt x="3234" y="7961"/>
                  </a:cubicBezTo>
                  <a:cubicBezTo>
                    <a:pt x="3846" y="7791"/>
                    <a:pt x="4187" y="7145"/>
                    <a:pt x="4005" y="6543"/>
                  </a:cubicBezTo>
                  <a:lnTo>
                    <a:pt x="2372" y="871"/>
                  </a:lnTo>
                  <a:cubicBezTo>
                    <a:pt x="2249" y="341"/>
                    <a:pt x="1779" y="1"/>
                    <a:pt x="127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1"/>
            <p:cNvSpPr/>
            <p:nvPr/>
          </p:nvSpPr>
          <p:spPr>
            <a:xfrm>
              <a:off x="-1291025" y="3068096"/>
              <a:ext cx="58203" cy="13308"/>
            </a:xfrm>
            <a:custGeom>
              <a:avLst/>
              <a:gdLst/>
              <a:ahLst/>
              <a:cxnLst/>
              <a:rect l="l" t="t" r="r" b="b"/>
              <a:pathLst>
                <a:path w="9928" h="2270" extrusionOk="0">
                  <a:moveTo>
                    <a:pt x="1135" y="0"/>
                  </a:moveTo>
                  <a:cubicBezTo>
                    <a:pt x="500" y="0"/>
                    <a:pt x="1" y="511"/>
                    <a:pt x="1" y="1135"/>
                  </a:cubicBezTo>
                  <a:cubicBezTo>
                    <a:pt x="1" y="1759"/>
                    <a:pt x="500" y="2269"/>
                    <a:pt x="1135" y="2269"/>
                  </a:cubicBezTo>
                  <a:lnTo>
                    <a:pt x="8804" y="2269"/>
                  </a:lnTo>
                  <a:cubicBezTo>
                    <a:pt x="9428" y="2269"/>
                    <a:pt x="9927" y="1759"/>
                    <a:pt x="9927" y="1135"/>
                  </a:cubicBezTo>
                  <a:cubicBezTo>
                    <a:pt x="9927" y="511"/>
                    <a:pt x="9428" y="0"/>
                    <a:pt x="8804"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1"/>
            <p:cNvSpPr/>
            <p:nvPr/>
          </p:nvSpPr>
          <p:spPr>
            <a:xfrm>
              <a:off x="-998985" y="3114650"/>
              <a:ext cx="67049" cy="13308"/>
            </a:xfrm>
            <a:custGeom>
              <a:avLst/>
              <a:gdLst/>
              <a:ahLst/>
              <a:cxnLst/>
              <a:rect l="l" t="t" r="r" b="b"/>
              <a:pathLst>
                <a:path w="11437" h="2270" extrusionOk="0">
                  <a:moveTo>
                    <a:pt x="1135" y="1"/>
                  </a:moveTo>
                  <a:cubicBezTo>
                    <a:pt x="500" y="1"/>
                    <a:pt x="1" y="511"/>
                    <a:pt x="1" y="1135"/>
                  </a:cubicBezTo>
                  <a:cubicBezTo>
                    <a:pt x="1" y="1759"/>
                    <a:pt x="500" y="2270"/>
                    <a:pt x="1135" y="2270"/>
                  </a:cubicBezTo>
                  <a:lnTo>
                    <a:pt x="10313" y="2270"/>
                  </a:lnTo>
                  <a:cubicBezTo>
                    <a:pt x="10937" y="2270"/>
                    <a:pt x="11436" y="1759"/>
                    <a:pt x="11436" y="1135"/>
                  </a:cubicBezTo>
                  <a:cubicBezTo>
                    <a:pt x="11436" y="511"/>
                    <a:pt x="10937" y="1"/>
                    <a:pt x="1031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1"/>
            <p:cNvSpPr/>
            <p:nvPr/>
          </p:nvSpPr>
          <p:spPr>
            <a:xfrm>
              <a:off x="-1011689" y="3088046"/>
              <a:ext cx="62060" cy="13308"/>
            </a:xfrm>
            <a:custGeom>
              <a:avLst/>
              <a:gdLst/>
              <a:ahLst/>
              <a:cxnLst/>
              <a:rect l="l" t="t" r="r" b="b"/>
              <a:pathLst>
                <a:path w="10586" h="2270" extrusionOk="0">
                  <a:moveTo>
                    <a:pt x="1135" y="1"/>
                  </a:moveTo>
                  <a:cubicBezTo>
                    <a:pt x="511" y="1"/>
                    <a:pt x="1" y="511"/>
                    <a:pt x="1" y="1135"/>
                  </a:cubicBezTo>
                  <a:cubicBezTo>
                    <a:pt x="1" y="1759"/>
                    <a:pt x="511" y="2270"/>
                    <a:pt x="1135" y="2270"/>
                  </a:cubicBezTo>
                  <a:lnTo>
                    <a:pt x="9451" y="2270"/>
                  </a:lnTo>
                  <a:cubicBezTo>
                    <a:pt x="10075" y="2270"/>
                    <a:pt x="10585" y="1759"/>
                    <a:pt x="10585" y="1135"/>
                  </a:cubicBezTo>
                  <a:cubicBezTo>
                    <a:pt x="10585" y="511"/>
                    <a:pt x="10075" y="1"/>
                    <a:pt x="945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1"/>
            <p:cNvSpPr/>
            <p:nvPr/>
          </p:nvSpPr>
          <p:spPr>
            <a:xfrm>
              <a:off x="-1203035" y="3074744"/>
              <a:ext cx="69377" cy="13308"/>
            </a:xfrm>
            <a:custGeom>
              <a:avLst/>
              <a:gdLst/>
              <a:ahLst/>
              <a:cxnLst/>
              <a:rect l="l" t="t" r="r" b="b"/>
              <a:pathLst>
                <a:path w="11834" h="2270" extrusionOk="0">
                  <a:moveTo>
                    <a:pt x="1135" y="1"/>
                  </a:moveTo>
                  <a:cubicBezTo>
                    <a:pt x="500" y="1"/>
                    <a:pt x="1" y="511"/>
                    <a:pt x="1" y="1135"/>
                  </a:cubicBezTo>
                  <a:cubicBezTo>
                    <a:pt x="1" y="1759"/>
                    <a:pt x="500" y="2270"/>
                    <a:pt x="1135" y="2270"/>
                  </a:cubicBezTo>
                  <a:lnTo>
                    <a:pt x="10699" y="2270"/>
                  </a:lnTo>
                  <a:cubicBezTo>
                    <a:pt x="11323" y="2270"/>
                    <a:pt x="11833" y="1759"/>
                    <a:pt x="11833" y="1135"/>
                  </a:cubicBezTo>
                  <a:cubicBezTo>
                    <a:pt x="11833" y="511"/>
                    <a:pt x="11323" y="1"/>
                    <a:pt x="1069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1"/>
            <p:cNvSpPr/>
            <p:nvPr/>
          </p:nvSpPr>
          <p:spPr>
            <a:xfrm>
              <a:off x="-1119700" y="3074744"/>
              <a:ext cx="68779" cy="13308"/>
            </a:xfrm>
            <a:custGeom>
              <a:avLst/>
              <a:gdLst/>
              <a:ahLst/>
              <a:cxnLst/>
              <a:rect l="l" t="t" r="r" b="b"/>
              <a:pathLst>
                <a:path w="11732" h="2270" extrusionOk="0">
                  <a:moveTo>
                    <a:pt x="1135" y="1"/>
                  </a:moveTo>
                  <a:cubicBezTo>
                    <a:pt x="511" y="1"/>
                    <a:pt x="1" y="511"/>
                    <a:pt x="1" y="1135"/>
                  </a:cubicBezTo>
                  <a:cubicBezTo>
                    <a:pt x="1" y="1759"/>
                    <a:pt x="511" y="2270"/>
                    <a:pt x="1135" y="2270"/>
                  </a:cubicBezTo>
                  <a:lnTo>
                    <a:pt x="10597" y="2270"/>
                  </a:lnTo>
                  <a:cubicBezTo>
                    <a:pt x="11221" y="2270"/>
                    <a:pt x="11731" y="1759"/>
                    <a:pt x="11731" y="1135"/>
                  </a:cubicBezTo>
                  <a:cubicBezTo>
                    <a:pt x="11731" y="511"/>
                    <a:pt x="11221" y="1"/>
                    <a:pt x="1059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1"/>
            <p:cNvSpPr/>
            <p:nvPr/>
          </p:nvSpPr>
          <p:spPr>
            <a:xfrm>
              <a:off x="-1212544" y="3108002"/>
              <a:ext cx="171132" cy="13308"/>
            </a:xfrm>
            <a:custGeom>
              <a:avLst/>
              <a:gdLst/>
              <a:ahLst/>
              <a:cxnLst/>
              <a:rect l="l" t="t" r="r" b="b"/>
              <a:pathLst>
                <a:path w="29191" h="2270" extrusionOk="0">
                  <a:moveTo>
                    <a:pt x="1135" y="0"/>
                  </a:moveTo>
                  <a:cubicBezTo>
                    <a:pt x="500" y="0"/>
                    <a:pt x="1" y="511"/>
                    <a:pt x="1" y="1135"/>
                  </a:cubicBezTo>
                  <a:cubicBezTo>
                    <a:pt x="1" y="1759"/>
                    <a:pt x="500" y="2269"/>
                    <a:pt x="1135" y="2269"/>
                  </a:cubicBezTo>
                  <a:lnTo>
                    <a:pt x="28056" y="2269"/>
                  </a:lnTo>
                  <a:cubicBezTo>
                    <a:pt x="28680" y="2269"/>
                    <a:pt x="29191" y="1759"/>
                    <a:pt x="29191" y="1135"/>
                  </a:cubicBezTo>
                  <a:cubicBezTo>
                    <a:pt x="29191" y="511"/>
                    <a:pt x="28680" y="0"/>
                    <a:pt x="2805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1"/>
            <p:cNvSpPr/>
            <p:nvPr/>
          </p:nvSpPr>
          <p:spPr>
            <a:xfrm>
              <a:off x="-1233426" y="2815364"/>
              <a:ext cx="212832" cy="285973"/>
            </a:xfrm>
            <a:custGeom>
              <a:avLst/>
              <a:gdLst/>
              <a:ahLst/>
              <a:cxnLst/>
              <a:rect l="l" t="t" r="r" b="b"/>
              <a:pathLst>
                <a:path w="36304" h="48780" extrusionOk="0">
                  <a:moveTo>
                    <a:pt x="18152" y="2269"/>
                  </a:moveTo>
                  <a:cubicBezTo>
                    <a:pt x="26921" y="2269"/>
                    <a:pt x="34035" y="9382"/>
                    <a:pt x="34035" y="18152"/>
                  </a:cubicBezTo>
                  <a:cubicBezTo>
                    <a:pt x="34035" y="30336"/>
                    <a:pt x="21397" y="43054"/>
                    <a:pt x="18152" y="46105"/>
                  </a:cubicBezTo>
                  <a:cubicBezTo>
                    <a:pt x="14919" y="43042"/>
                    <a:pt x="2269" y="30336"/>
                    <a:pt x="2269" y="18152"/>
                  </a:cubicBezTo>
                  <a:cubicBezTo>
                    <a:pt x="2269" y="9382"/>
                    <a:pt x="9382" y="2269"/>
                    <a:pt x="18152" y="2269"/>
                  </a:cubicBezTo>
                  <a:close/>
                  <a:moveTo>
                    <a:pt x="18152" y="0"/>
                  </a:moveTo>
                  <a:cubicBezTo>
                    <a:pt x="8146" y="0"/>
                    <a:pt x="0" y="8146"/>
                    <a:pt x="0" y="18152"/>
                  </a:cubicBezTo>
                  <a:cubicBezTo>
                    <a:pt x="0" y="33082"/>
                    <a:pt x="16700" y="47886"/>
                    <a:pt x="17403" y="48499"/>
                  </a:cubicBezTo>
                  <a:cubicBezTo>
                    <a:pt x="17619" y="48686"/>
                    <a:pt x="17885" y="48780"/>
                    <a:pt x="18152" y="48780"/>
                  </a:cubicBezTo>
                  <a:cubicBezTo>
                    <a:pt x="18419" y="48780"/>
                    <a:pt x="18685" y="48686"/>
                    <a:pt x="18901" y="48499"/>
                  </a:cubicBezTo>
                  <a:cubicBezTo>
                    <a:pt x="19615" y="47875"/>
                    <a:pt x="36304" y="33082"/>
                    <a:pt x="36304" y="18152"/>
                  </a:cubicBezTo>
                  <a:cubicBezTo>
                    <a:pt x="36292" y="8134"/>
                    <a:pt x="28169" y="11"/>
                    <a:pt x="18152"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1"/>
            <p:cNvSpPr/>
            <p:nvPr/>
          </p:nvSpPr>
          <p:spPr>
            <a:xfrm>
              <a:off x="-1273332" y="3041492"/>
              <a:ext cx="109277" cy="13308"/>
            </a:xfrm>
            <a:custGeom>
              <a:avLst/>
              <a:gdLst/>
              <a:ahLst/>
              <a:cxnLst/>
              <a:rect l="l" t="t" r="r" b="b"/>
              <a:pathLst>
                <a:path w="18640" h="2270" extrusionOk="0">
                  <a:moveTo>
                    <a:pt x="1135" y="0"/>
                  </a:moveTo>
                  <a:cubicBezTo>
                    <a:pt x="511" y="0"/>
                    <a:pt x="0" y="511"/>
                    <a:pt x="0" y="1135"/>
                  </a:cubicBezTo>
                  <a:cubicBezTo>
                    <a:pt x="0" y="1759"/>
                    <a:pt x="511" y="2269"/>
                    <a:pt x="1135" y="2269"/>
                  </a:cubicBezTo>
                  <a:lnTo>
                    <a:pt x="17505" y="2269"/>
                  </a:lnTo>
                  <a:cubicBezTo>
                    <a:pt x="18129" y="2269"/>
                    <a:pt x="18640" y="1759"/>
                    <a:pt x="18640" y="1135"/>
                  </a:cubicBezTo>
                  <a:cubicBezTo>
                    <a:pt x="18640" y="511"/>
                    <a:pt x="18129" y="0"/>
                    <a:pt x="1750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1"/>
            <p:cNvSpPr/>
            <p:nvPr/>
          </p:nvSpPr>
          <p:spPr>
            <a:xfrm>
              <a:off x="-1089971" y="3041492"/>
              <a:ext cx="109283" cy="13308"/>
            </a:xfrm>
            <a:custGeom>
              <a:avLst/>
              <a:gdLst/>
              <a:ahLst/>
              <a:cxnLst/>
              <a:rect l="l" t="t" r="r" b="b"/>
              <a:pathLst>
                <a:path w="18641" h="2270" extrusionOk="0">
                  <a:moveTo>
                    <a:pt x="1135" y="0"/>
                  </a:moveTo>
                  <a:cubicBezTo>
                    <a:pt x="511" y="0"/>
                    <a:pt x="1" y="511"/>
                    <a:pt x="1" y="1135"/>
                  </a:cubicBezTo>
                  <a:cubicBezTo>
                    <a:pt x="1" y="1759"/>
                    <a:pt x="511" y="2269"/>
                    <a:pt x="1135" y="2269"/>
                  </a:cubicBezTo>
                  <a:lnTo>
                    <a:pt x="17506" y="2269"/>
                  </a:lnTo>
                  <a:cubicBezTo>
                    <a:pt x="18130" y="2269"/>
                    <a:pt x="18640" y="1759"/>
                    <a:pt x="18640" y="1135"/>
                  </a:cubicBezTo>
                  <a:cubicBezTo>
                    <a:pt x="18640" y="511"/>
                    <a:pt x="18130" y="0"/>
                    <a:pt x="1750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1"/>
            <p:cNvSpPr/>
            <p:nvPr/>
          </p:nvSpPr>
          <p:spPr>
            <a:xfrm>
              <a:off x="-1173570" y="2961680"/>
              <a:ext cx="93120" cy="13308"/>
            </a:xfrm>
            <a:custGeom>
              <a:avLst/>
              <a:gdLst/>
              <a:ahLst/>
              <a:cxnLst/>
              <a:rect l="l" t="t" r="r" b="b"/>
              <a:pathLst>
                <a:path w="15884" h="2270" extrusionOk="0">
                  <a:moveTo>
                    <a:pt x="1135" y="1"/>
                  </a:moveTo>
                  <a:cubicBezTo>
                    <a:pt x="511" y="1"/>
                    <a:pt x="1" y="511"/>
                    <a:pt x="1" y="1135"/>
                  </a:cubicBezTo>
                  <a:cubicBezTo>
                    <a:pt x="1" y="1759"/>
                    <a:pt x="511" y="2270"/>
                    <a:pt x="1135" y="2270"/>
                  </a:cubicBezTo>
                  <a:lnTo>
                    <a:pt x="14749" y="2270"/>
                  </a:lnTo>
                  <a:cubicBezTo>
                    <a:pt x="15373" y="2270"/>
                    <a:pt x="15883" y="1759"/>
                    <a:pt x="15883" y="1135"/>
                  </a:cubicBezTo>
                  <a:cubicBezTo>
                    <a:pt x="15883" y="511"/>
                    <a:pt x="15373" y="1"/>
                    <a:pt x="1474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1"/>
            <p:cNvSpPr/>
            <p:nvPr/>
          </p:nvSpPr>
          <p:spPr>
            <a:xfrm>
              <a:off x="-1166916" y="2881868"/>
              <a:ext cx="13308" cy="93120"/>
            </a:xfrm>
            <a:custGeom>
              <a:avLst/>
              <a:gdLst/>
              <a:ahLst/>
              <a:cxnLst/>
              <a:rect l="l" t="t" r="r" b="b"/>
              <a:pathLst>
                <a:path w="2270" h="15884" extrusionOk="0">
                  <a:moveTo>
                    <a:pt x="1135" y="1"/>
                  </a:moveTo>
                  <a:cubicBezTo>
                    <a:pt x="511" y="1"/>
                    <a:pt x="0" y="511"/>
                    <a:pt x="0" y="1135"/>
                  </a:cubicBezTo>
                  <a:lnTo>
                    <a:pt x="0" y="14749"/>
                  </a:lnTo>
                  <a:cubicBezTo>
                    <a:pt x="0" y="15373"/>
                    <a:pt x="511" y="15884"/>
                    <a:pt x="1135" y="15884"/>
                  </a:cubicBezTo>
                  <a:cubicBezTo>
                    <a:pt x="1759" y="15884"/>
                    <a:pt x="2269" y="15373"/>
                    <a:pt x="2269" y="14749"/>
                  </a:cubicBezTo>
                  <a:lnTo>
                    <a:pt x="2269" y="1135"/>
                  </a:lnTo>
                  <a:cubicBezTo>
                    <a:pt x="2269" y="511"/>
                    <a:pt x="1759" y="1"/>
                    <a:pt x="11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1"/>
            <p:cNvSpPr/>
            <p:nvPr/>
          </p:nvSpPr>
          <p:spPr>
            <a:xfrm>
              <a:off x="-1100412" y="2905611"/>
              <a:ext cx="13308" cy="69377"/>
            </a:xfrm>
            <a:custGeom>
              <a:avLst/>
              <a:gdLst/>
              <a:ahLst/>
              <a:cxnLst/>
              <a:rect l="l" t="t" r="r" b="b"/>
              <a:pathLst>
                <a:path w="2270" h="11834" extrusionOk="0">
                  <a:moveTo>
                    <a:pt x="1135" y="1"/>
                  </a:moveTo>
                  <a:cubicBezTo>
                    <a:pt x="511" y="1"/>
                    <a:pt x="1" y="511"/>
                    <a:pt x="1" y="1135"/>
                  </a:cubicBezTo>
                  <a:lnTo>
                    <a:pt x="1" y="10699"/>
                  </a:lnTo>
                  <a:cubicBezTo>
                    <a:pt x="1" y="11323"/>
                    <a:pt x="511" y="11834"/>
                    <a:pt x="1135" y="11834"/>
                  </a:cubicBezTo>
                  <a:cubicBezTo>
                    <a:pt x="1759" y="11834"/>
                    <a:pt x="2270" y="11323"/>
                    <a:pt x="2270" y="10699"/>
                  </a:cubicBezTo>
                  <a:lnTo>
                    <a:pt x="2270" y="1135"/>
                  </a:lnTo>
                  <a:cubicBezTo>
                    <a:pt x="2270" y="511"/>
                    <a:pt x="1759" y="1"/>
                    <a:pt x="11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1"/>
            <p:cNvSpPr/>
            <p:nvPr/>
          </p:nvSpPr>
          <p:spPr>
            <a:xfrm>
              <a:off x="-1180886" y="2881891"/>
              <a:ext cx="61392" cy="46402"/>
            </a:xfrm>
            <a:custGeom>
              <a:avLst/>
              <a:gdLst/>
              <a:ahLst/>
              <a:cxnLst/>
              <a:rect l="l" t="t" r="r" b="b"/>
              <a:pathLst>
                <a:path w="10472" h="7915" extrusionOk="0">
                  <a:moveTo>
                    <a:pt x="9193" y="0"/>
                  </a:moveTo>
                  <a:cubicBezTo>
                    <a:pt x="8964" y="0"/>
                    <a:pt x="8733" y="69"/>
                    <a:pt x="8532" y="212"/>
                  </a:cubicBezTo>
                  <a:lnTo>
                    <a:pt x="591" y="5885"/>
                  </a:lnTo>
                  <a:cubicBezTo>
                    <a:pt x="103" y="6259"/>
                    <a:pt x="1" y="6940"/>
                    <a:pt x="364" y="7439"/>
                  </a:cubicBezTo>
                  <a:cubicBezTo>
                    <a:pt x="582" y="7749"/>
                    <a:pt x="931" y="7914"/>
                    <a:pt x="1283" y="7914"/>
                  </a:cubicBezTo>
                  <a:cubicBezTo>
                    <a:pt x="1499" y="7914"/>
                    <a:pt x="1717" y="7852"/>
                    <a:pt x="1907" y="7723"/>
                  </a:cubicBezTo>
                  <a:lnTo>
                    <a:pt x="9848" y="2050"/>
                  </a:lnTo>
                  <a:cubicBezTo>
                    <a:pt x="10358" y="1687"/>
                    <a:pt x="10472" y="984"/>
                    <a:pt x="10120" y="473"/>
                  </a:cubicBezTo>
                  <a:cubicBezTo>
                    <a:pt x="9893" y="164"/>
                    <a:pt x="9546" y="0"/>
                    <a:pt x="919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1"/>
            <p:cNvSpPr/>
            <p:nvPr/>
          </p:nvSpPr>
          <p:spPr>
            <a:xfrm>
              <a:off x="-1134327" y="2882009"/>
              <a:ext cx="61193" cy="46284"/>
            </a:xfrm>
            <a:custGeom>
              <a:avLst/>
              <a:gdLst/>
              <a:ahLst/>
              <a:cxnLst/>
              <a:rect l="l" t="t" r="r" b="b"/>
              <a:pathLst>
                <a:path w="10438" h="7895" extrusionOk="0">
                  <a:moveTo>
                    <a:pt x="1283" y="1"/>
                  </a:moveTo>
                  <a:cubicBezTo>
                    <a:pt x="930" y="1"/>
                    <a:pt x="581" y="167"/>
                    <a:pt x="363" y="476"/>
                  </a:cubicBezTo>
                  <a:cubicBezTo>
                    <a:pt x="0" y="975"/>
                    <a:pt x="102" y="1656"/>
                    <a:pt x="590" y="2030"/>
                  </a:cubicBezTo>
                  <a:lnTo>
                    <a:pt x="8531" y="7703"/>
                  </a:lnTo>
                  <a:cubicBezTo>
                    <a:pt x="8725" y="7832"/>
                    <a:pt x="8944" y="7894"/>
                    <a:pt x="9160" y="7894"/>
                  </a:cubicBezTo>
                  <a:cubicBezTo>
                    <a:pt x="9513" y="7894"/>
                    <a:pt x="9860" y="7729"/>
                    <a:pt x="10086" y="7419"/>
                  </a:cubicBezTo>
                  <a:cubicBezTo>
                    <a:pt x="10437" y="6920"/>
                    <a:pt x="10335" y="6239"/>
                    <a:pt x="9847" y="5865"/>
                  </a:cubicBezTo>
                  <a:lnTo>
                    <a:pt x="1906" y="192"/>
                  </a:lnTo>
                  <a:cubicBezTo>
                    <a:pt x="1716" y="63"/>
                    <a:pt x="1499" y="1"/>
                    <a:pt x="128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1"/>
            <p:cNvSpPr/>
            <p:nvPr/>
          </p:nvSpPr>
          <p:spPr>
            <a:xfrm>
              <a:off x="-1133664" y="2941730"/>
              <a:ext cx="13308" cy="33258"/>
            </a:xfrm>
            <a:custGeom>
              <a:avLst/>
              <a:gdLst/>
              <a:ahLst/>
              <a:cxnLst/>
              <a:rect l="l" t="t" r="r" b="b"/>
              <a:pathLst>
                <a:path w="2270" h="5673" extrusionOk="0">
                  <a:moveTo>
                    <a:pt x="1135" y="0"/>
                  </a:moveTo>
                  <a:cubicBezTo>
                    <a:pt x="511" y="0"/>
                    <a:pt x="0" y="511"/>
                    <a:pt x="0" y="1135"/>
                  </a:cubicBezTo>
                  <a:lnTo>
                    <a:pt x="0" y="4538"/>
                  </a:lnTo>
                  <a:cubicBezTo>
                    <a:pt x="0" y="5162"/>
                    <a:pt x="511" y="5673"/>
                    <a:pt x="1135" y="5673"/>
                  </a:cubicBezTo>
                  <a:cubicBezTo>
                    <a:pt x="1759" y="5673"/>
                    <a:pt x="2269" y="5162"/>
                    <a:pt x="2269" y="4538"/>
                  </a:cubicBezTo>
                  <a:lnTo>
                    <a:pt x="2269" y="1135"/>
                  </a:lnTo>
                  <a:cubicBezTo>
                    <a:pt x="2269" y="511"/>
                    <a:pt x="1759" y="0"/>
                    <a:pt x="113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21"/>
          <p:cNvSpPr txBox="1"/>
          <p:nvPr/>
        </p:nvSpPr>
        <p:spPr>
          <a:xfrm>
            <a:off x="5594723" y="2663976"/>
            <a:ext cx="1096500" cy="765600"/>
          </a:xfrm>
          <a:prstGeom prst="rect">
            <a:avLst/>
          </a:prstGeom>
          <a:noFill/>
          <a:ln>
            <a:noFill/>
          </a:ln>
        </p:spPr>
        <p:txBody>
          <a:bodyPr spcFirstLastPara="1" wrap="square" lIns="0" tIns="4775" rIns="0" bIns="0" anchor="t" anchorCtr="0">
            <a:noAutofit/>
          </a:bodyPr>
          <a:lstStyle/>
          <a:p>
            <a:pPr marL="0" marR="0" lvl="0" indent="0" algn="ctr" rtl="0">
              <a:lnSpc>
                <a:spcPct val="100000"/>
              </a:lnSpc>
              <a:spcBef>
                <a:spcPts val="0"/>
              </a:spcBef>
              <a:spcAft>
                <a:spcPts val="0"/>
              </a:spcAft>
              <a:buNone/>
            </a:pPr>
            <a:r>
              <a:rPr lang="en" sz="900" dirty="0">
                <a:solidFill>
                  <a:srgbClr val="434343"/>
                </a:solidFill>
                <a:latin typeface="Montserrat ExtraBold"/>
                <a:ea typeface="Montserrat ExtraBold"/>
                <a:cs typeface="Montserrat ExtraBold"/>
                <a:sym typeface="Montserrat ExtraBold"/>
              </a:rPr>
              <a:t>Prices</a:t>
            </a:r>
            <a:endParaRPr sz="9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 sz="1000" dirty="0">
                <a:solidFill>
                  <a:srgbClr val="434343"/>
                </a:solidFill>
                <a:latin typeface="EB Garamond"/>
                <a:ea typeface="EB Garamond"/>
                <a:cs typeface="EB Garamond"/>
                <a:sym typeface="EB Garamond"/>
              </a:rPr>
              <a:t>The main way these graphs examined housing prices was through House Price Index and Affordability Ratio</a:t>
            </a:r>
            <a:endParaRPr sz="1000" dirty="0">
              <a:solidFill>
                <a:srgbClr val="434343"/>
              </a:solidFill>
              <a:latin typeface="EB Garamond"/>
              <a:ea typeface="EB Garamond"/>
              <a:cs typeface="EB Garamond"/>
              <a:sym typeface="EB Garamond"/>
            </a:endParaRPr>
          </a:p>
        </p:txBody>
      </p:sp>
      <p:sp>
        <p:nvSpPr>
          <p:cNvPr id="663" name="Google Shape;663;p21"/>
          <p:cNvSpPr txBox="1"/>
          <p:nvPr/>
        </p:nvSpPr>
        <p:spPr>
          <a:xfrm>
            <a:off x="7175655" y="2721939"/>
            <a:ext cx="1096500" cy="765600"/>
          </a:xfrm>
          <a:prstGeom prst="rect">
            <a:avLst/>
          </a:prstGeom>
          <a:noFill/>
          <a:ln>
            <a:noFill/>
          </a:ln>
        </p:spPr>
        <p:txBody>
          <a:bodyPr spcFirstLastPara="1" wrap="square" lIns="0" tIns="4775" rIns="0" bIns="0" anchor="t" anchorCtr="0">
            <a:noAutofit/>
          </a:bodyPr>
          <a:lstStyle/>
          <a:p>
            <a:pPr marL="0" marR="0" lvl="0" indent="0" algn="ctr" rtl="0">
              <a:lnSpc>
                <a:spcPct val="100000"/>
              </a:lnSpc>
              <a:spcBef>
                <a:spcPts val="0"/>
              </a:spcBef>
              <a:spcAft>
                <a:spcPts val="0"/>
              </a:spcAft>
              <a:buNone/>
            </a:pPr>
            <a:r>
              <a:rPr lang="en" sz="900" dirty="0">
                <a:solidFill>
                  <a:srgbClr val="434343"/>
                </a:solidFill>
                <a:latin typeface="Montserrat ExtraBold"/>
                <a:ea typeface="Montserrat ExtraBold"/>
                <a:cs typeface="Montserrat ExtraBold"/>
                <a:sym typeface="Montserrat ExtraBold"/>
              </a:rPr>
              <a:t>Time Data</a:t>
            </a:r>
            <a:endParaRPr sz="9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 sz="1000" dirty="0">
                <a:solidFill>
                  <a:srgbClr val="434343"/>
                </a:solidFill>
                <a:latin typeface="EB Garamond"/>
                <a:ea typeface="EB Garamond"/>
                <a:cs typeface="EB Garamond"/>
                <a:sym typeface="EB Garamond"/>
              </a:rPr>
              <a:t>Taking into account the prices by time through examining the graphs  that prices seem to be lowering overall as of 2024</a:t>
            </a:r>
            <a:endParaRPr sz="1000" dirty="0">
              <a:solidFill>
                <a:srgbClr val="434343"/>
              </a:solidFill>
              <a:latin typeface="EB Garamond"/>
              <a:ea typeface="EB Garamond"/>
              <a:cs typeface="EB Garamond"/>
              <a:sym typeface="EB Garamond"/>
            </a:endParaRPr>
          </a:p>
        </p:txBody>
      </p:sp>
      <p:grpSp>
        <p:nvGrpSpPr>
          <p:cNvPr id="664" name="Google Shape;664;p21"/>
          <p:cNvGrpSpPr/>
          <p:nvPr/>
        </p:nvGrpSpPr>
        <p:grpSpPr>
          <a:xfrm>
            <a:off x="7559576" y="2255363"/>
            <a:ext cx="348578" cy="424832"/>
            <a:chOff x="-758687" y="3096512"/>
            <a:chExt cx="348578" cy="424832"/>
          </a:xfrm>
        </p:grpSpPr>
        <p:sp>
          <p:nvSpPr>
            <p:cNvPr id="665" name="Google Shape;665;p21"/>
            <p:cNvSpPr/>
            <p:nvPr/>
          </p:nvSpPr>
          <p:spPr>
            <a:xfrm>
              <a:off x="-758687" y="3096512"/>
              <a:ext cx="348578" cy="424832"/>
            </a:xfrm>
            <a:custGeom>
              <a:avLst/>
              <a:gdLst/>
              <a:ahLst/>
              <a:cxnLst/>
              <a:rect l="l" t="t" r="r" b="b"/>
              <a:pathLst>
                <a:path w="59459" h="72466" extrusionOk="0">
                  <a:moveTo>
                    <a:pt x="29735" y="3174"/>
                  </a:moveTo>
                  <a:cubicBezTo>
                    <a:pt x="37177" y="8540"/>
                    <a:pt x="45742" y="12114"/>
                    <a:pt x="54784" y="13634"/>
                  </a:cubicBezTo>
                  <a:lnTo>
                    <a:pt x="56633" y="13940"/>
                  </a:lnTo>
                  <a:lnTo>
                    <a:pt x="56622" y="23493"/>
                  </a:lnTo>
                  <a:cubicBezTo>
                    <a:pt x="56622" y="38820"/>
                    <a:pt x="52039" y="51253"/>
                    <a:pt x="42986" y="60443"/>
                  </a:cubicBezTo>
                  <a:cubicBezTo>
                    <a:pt x="37211" y="66285"/>
                    <a:pt x="31369" y="68883"/>
                    <a:pt x="29735" y="69541"/>
                  </a:cubicBezTo>
                  <a:cubicBezTo>
                    <a:pt x="28090" y="68883"/>
                    <a:pt x="22247" y="66285"/>
                    <a:pt x="16484" y="60443"/>
                  </a:cubicBezTo>
                  <a:cubicBezTo>
                    <a:pt x="7431" y="51253"/>
                    <a:pt x="2837" y="38820"/>
                    <a:pt x="2837" y="23493"/>
                  </a:cubicBezTo>
                  <a:lnTo>
                    <a:pt x="2837" y="13940"/>
                  </a:lnTo>
                  <a:lnTo>
                    <a:pt x="4686" y="13634"/>
                  </a:lnTo>
                  <a:cubicBezTo>
                    <a:pt x="13727" y="12114"/>
                    <a:pt x="22293" y="8540"/>
                    <a:pt x="29735" y="3174"/>
                  </a:cubicBezTo>
                  <a:close/>
                  <a:moveTo>
                    <a:pt x="29731" y="0"/>
                  </a:moveTo>
                  <a:cubicBezTo>
                    <a:pt x="29431" y="0"/>
                    <a:pt x="29134" y="94"/>
                    <a:pt x="28884" y="281"/>
                  </a:cubicBezTo>
                  <a:cubicBezTo>
                    <a:pt x="21612" y="5715"/>
                    <a:pt x="13149" y="9334"/>
                    <a:pt x="4209" y="10843"/>
                  </a:cubicBezTo>
                  <a:lnTo>
                    <a:pt x="1180" y="11342"/>
                  </a:lnTo>
                  <a:cubicBezTo>
                    <a:pt x="499" y="11456"/>
                    <a:pt x="0" y="12046"/>
                    <a:pt x="0" y="12738"/>
                  </a:cubicBezTo>
                  <a:lnTo>
                    <a:pt x="0" y="23493"/>
                  </a:lnTo>
                  <a:cubicBezTo>
                    <a:pt x="0" y="38150"/>
                    <a:pt x="4198" y="52082"/>
                    <a:pt x="14567" y="62530"/>
                  </a:cubicBezTo>
                  <a:cubicBezTo>
                    <a:pt x="21794" y="69825"/>
                    <a:pt x="28964" y="72287"/>
                    <a:pt x="29270" y="72389"/>
                  </a:cubicBezTo>
                  <a:cubicBezTo>
                    <a:pt x="29417" y="72440"/>
                    <a:pt x="29570" y="72465"/>
                    <a:pt x="29724" y="72465"/>
                  </a:cubicBezTo>
                  <a:cubicBezTo>
                    <a:pt x="29877" y="72465"/>
                    <a:pt x="30030" y="72440"/>
                    <a:pt x="30177" y="72389"/>
                  </a:cubicBezTo>
                  <a:cubicBezTo>
                    <a:pt x="30472" y="72287"/>
                    <a:pt x="37654" y="69825"/>
                    <a:pt x="44880" y="62530"/>
                  </a:cubicBezTo>
                  <a:cubicBezTo>
                    <a:pt x="55238" y="52082"/>
                    <a:pt x="59447" y="38150"/>
                    <a:pt x="59447" y="23493"/>
                  </a:cubicBezTo>
                  <a:lnTo>
                    <a:pt x="59458" y="12738"/>
                  </a:lnTo>
                  <a:cubicBezTo>
                    <a:pt x="59458" y="12046"/>
                    <a:pt x="58959" y="11456"/>
                    <a:pt x="58278" y="11342"/>
                  </a:cubicBezTo>
                  <a:lnTo>
                    <a:pt x="55261" y="10843"/>
                  </a:lnTo>
                  <a:cubicBezTo>
                    <a:pt x="46310" y="9334"/>
                    <a:pt x="37846" y="5715"/>
                    <a:pt x="30586" y="281"/>
                  </a:cubicBezTo>
                  <a:cubicBezTo>
                    <a:pt x="30331" y="94"/>
                    <a:pt x="30030" y="0"/>
                    <a:pt x="29731"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1"/>
            <p:cNvSpPr/>
            <p:nvPr/>
          </p:nvSpPr>
          <p:spPr>
            <a:xfrm>
              <a:off x="-725435" y="3267421"/>
              <a:ext cx="19159" cy="16632"/>
            </a:xfrm>
            <a:custGeom>
              <a:avLst/>
              <a:gdLst/>
              <a:ahLst/>
              <a:cxnLst/>
              <a:rect l="l" t="t" r="r" b="b"/>
              <a:pathLst>
                <a:path w="3268" h="2837" extrusionOk="0">
                  <a:moveTo>
                    <a:pt x="1419" y="1"/>
                  </a:moveTo>
                  <a:cubicBezTo>
                    <a:pt x="636" y="1"/>
                    <a:pt x="1" y="636"/>
                    <a:pt x="1" y="1419"/>
                  </a:cubicBezTo>
                  <a:cubicBezTo>
                    <a:pt x="1" y="2202"/>
                    <a:pt x="636" y="2837"/>
                    <a:pt x="1419" y="2837"/>
                  </a:cubicBezTo>
                  <a:cubicBezTo>
                    <a:pt x="1612" y="2837"/>
                    <a:pt x="1793" y="2803"/>
                    <a:pt x="1963" y="2735"/>
                  </a:cubicBezTo>
                  <a:cubicBezTo>
                    <a:pt x="3268" y="2179"/>
                    <a:pt x="3052" y="273"/>
                    <a:pt x="1657" y="23"/>
                  </a:cubicBezTo>
                  <a:cubicBezTo>
                    <a:pt x="1578" y="12"/>
                    <a:pt x="1498" y="1"/>
                    <a:pt x="1419"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1"/>
            <p:cNvSpPr/>
            <p:nvPr/>
          </p:nvSpPr>
          <p:spPr>
            <a:xfrm>
              <a:off x="-725364" y="3136980"/>
              <a:ext cx="282068" cy="348795"/>
            </a:xfrm>
            <a:custGeom>
              <a:avLst/>
              <a:gdLst/>
              <a:ahLst/>
              <a:cxnLst/>
              <a:rect l="l" t="t" r="r" b="b"/>
              <a:pathLst>
                <a:path w="48114" h="59496" extrusionOk="0">
                  <a:moveTo>
                    <a:pt x="24055" y="1"/>
                  </a:moveTo>
                  <a:cubicBezTo>
                    <a:pt x="23787" y="1"/>
                    <a:pt x="23518" y="77"/>
                    <a:pt x="23280" y="230"/>
                  </a:cubicBezTo>
                  <a:cubicBezTo>
                    <a:pt x="16552" y="4632"/>
                    <a:pt x="9030" y="7684"/>
                    <a:pt x="1135" y="9216"/>
                  </a:cubicBezTo>
                  <a:cubicBezTo>
                    <a:pt x="477" y="9352"/>
                    <a:pt x="0" y="9930"/>
                    <a:pt x="0" y="10611"/>
                  </a:cubicBezTo>
                  <a:cubicBezTo>
                    <a:pt x="0" y="10611"/>
                    <a:pt x="0" y="17577"/>
                    <a:pt x="11" y="18042"/>
                  </a:cubicBezTo>
                  <a:cubicBezTo>
                    <a:pt x="34" y="18813"/>
                    <a:pt x="658" y="19426"/>
                    <a:pt x="1429" y="19426"/>
                  </a:cubicBezTo>
                  <a:lnTo>
                    <a:pt x="1464" y="19426"/>
                  </a:lnTo>
                  <a:cubicBezTo>
                    <a:pt x="2246" y="19403"/>
                    <a:pt x="2859" y="18757"/>
                    <a:pt x="2848" y="17974"/>
                  </a:cubicBezTo>
                  <a:cubicBezTo>
                    <a:pt x="2836" y="17543"/>
                    <a:pt x="2836" y="11757"/>
                    <a:pt x="2836" y="11757"/>
                  </a:cubicBezTo>
                  <a:cubicBezTo>
                    <a:pt x="10369" y="10157"/>
                    <a:pt x="17550" y="7219"/>
                    <a:pt x="24051" y="3101"/>
                  </a:cubicBezTo>
                  <a:cubicBezTo>
                    <a:pt x="30574" y="7208"/>
                    <a:pt x="37755" y="10134"/>
                    <a:pt x="45288" y="11757"/>
                  </a:cubicBezTo>
                  <a:lnTo>
                    <a:pt x="45288" y="16590"/>
                  </a:lnTo>
                  <a:cubicBezTo>
                    <a:pt x="45288" y="37804"/>
                    <a:pt x="34840" y="51362"/>
                    <a:pt x="24051" y="56523"/>
                  </a:cubicBezTo>
                  <a:cubicBezTo>
                    <a:pt x="15191" y="52280"/>
                    <a:pt x="6966" y="42297"/>
                    <a:pt x="4061" y="28887"/>
                  </a:cubicBezTo>
                  <a:cubicBezTo>
                    <a:pt x="3952" y="28183"/>
                    <a:pt x="3349" y="27687"/>
                    <a:pt x="2669" y="27687"/>
                  </a:cubicBezTo>
                  <a:cubicBezTo>
                    <a:pt x="2571" y="27687"/>
                    <a:pt x="2471" y="27698"/>
                    <a:pt x="2371" y="27719"/>
                  </a:cubicBezTo>
                  <a:cubicBezTo>
                    <a:pt x="1566" y="27900"/>
                    <a:pt x="1078" y="28695"/>
                    <a:pt x="1293" y="29489"/>
                  </a:cubicBezTo>
                  <a:cubicBezTo>
                    <a:pt x="4504" y="44294"/>
                    <a:pt x="13863" y="55128"/>
                    <a:pt x="23472" y="59371"/>
                  </a:cubicBezTo>
                  <a:cubicBezTo>
                    <a:pt x="23654" y="59450"/>
                    <a:pt x="23847" y="59496"/>
                    <a:pt x="24040" y="59496"/>
                  </a:cubicBezTo>
                  <a:cubicBezTo>
                    <a:pt x="24244" y="59496"/>
                    <a:pt x="24437" y="59450"/>
                    <a:pt x="24618" y="59371"/>
                  </a:cubicBezTo>
                  <a:cubicBezTo>
                    <a:pt x="36859" y="53903"/>
                    <a:pt x="48113" y="39007"/>
                    <a:pt x="48113" y="16590"/>
                  </a:cubicBezTo>
                  <a:lnTo>
                    <a:pt x="48113" y="10600"/>
                  </a:lnTo>
                  <a:cubicBezTo>
                    <a:pt x="48113" y="9930"/>
                    <a:pt x="47637" y="9352"/>
                    <a:pt x="46967" y="9216"/>
                  </a:cubicBezTo>
                  <a:cubicBezTo>
                    <a:pt x="39083" y="7661"/>
                    <a:pt x="31573" y="4610"/>
                    <a:pt x="24822" y="230"/>
                  </a:cubicBezTo>
                  <a:cubicBezTo>
                    <a:pt x="24590" y="77"/>
                    <a:pt x="24323" y="1"/>
                    <a:pt x="2405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1"/>
            <p:cNvSpPr/>
            <p:nvPr/>
          </p:nvSpPr>
          <p:spPr>
            <a:xfrm>
              <a:off x="-617559" y="3300679"/>
              <a:ext cx="58138" cy="49737"/>
            </a:xfrm>
            <a:custGeom>
              <a:avLst/>
              <a:gdLst/>
              <a:ahLst/>
              <a:cxnLst/>
              <a:rect l="l" t="t" r="r" b="b"/>
              <a:pathLst>
                <a:path w="9917" h="8484" extrusionOk="0">
                  <a:moveTo>
                    <a:pt x="5656" y="2814"/>
                  </a:moveTo>
                  <a:cubicBezTo>
                    <a:pt x="6384" y="2814"/>
                    <a:pt x="7080" y="3383"/>
                    <a:pt x="7080" y="4243"/>
                  </a:cubicBezTo>
                  <a:cubicBezTo>
                    <a:pt x="7080" y="5015"/>
                    <a:pt x="6445" y="5650"/>
                    <a:pt x="5662" y="5650"/>
                  </a:cubicBezTo>
                  <a:lnTo>
                    <a:pt x="5662" y="5661"/>
                  </a:lnTo>
                  <a:cubicBezTo>
                    <a:pt x="4403" y="5661"/>
                    <a:pt x="3767" y="4130"/>
                    <a:pt x="4664" y="3233"/>
                  </a:cubicBezTo>
                  <a:cubicBezTo>
                    <a:pt x="4953" y="2944"/>
                    <a:pt x="5308" y="2814"/>
                    <a:pt x="5656" y="2814"/>
                  </a:cubicBezTo>
                  <a:close/>
                  <a:moveTo>
                    <a:pt x="5683" y="0"/>
                  </a:moveTo>
                  <a:cubicBezTo>
                    <a:pt x="5676" y="0"/>
                    <a:pt x="5669" y="0"/>
                    <a:pt x="5662" y="0"/>
                  </a:cubicBezTo>
                  <a:cubicBezTo>
                    <a:pt x="1884" y="0"/>
                    <a:pt x="1" y="4572"/>
                    <a:pt x="2678" y="7249"/>
                  </a:cubicBezTo>
                  <a:cubicBezTo>
                    <a:pt x="3487" y="8058"/>
                    <a:pt x="4567" y="8484"/>
                    <a:pt x="5664" y="8484"/>
                  </a:cubicBezTo>
                  <a:cubicBezTo>
                    <a:pt x="6214" y="8484"/>
                    <a:pt x="6769" y="8377"/>
                    <a:pt x="7296" y="8157"/>
                  </a:cubicBezTo>
                  <a:cubicBezTo>
                    <a:pt x="8884" y="7499"/>
                    <a:pt x="9916" y="5956"/>
                    <a:pt x="9916" y="4243"/>
                  </a:cubicBezTo>
                  <a:cubicBezTo>
                    <a:pt x="9916" y="1902"/>
                    <a:pt x="8022" y="0"/>
                    <a:pt x="568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1"/>
            <p:cNvSpPr/>
            <p:nvPr/>
          </p:nvSpPr>
          <p:spPr>
            <a:xfrm>
              <a:off x="-642433" y="3217672"/>
              <a:ext cx="116201" cy="166014"/>
            </a:xfrm>
            <a:custGeom>
              <a:avLst/>
              <a:gdLst/>
              <a:ahLst/>
              <a:cxnLst/>
              <a:rect l="l" t="t" r="r" b="b"/>
              <a:pathLst>
                <a:path w="19821" h="28318" extrusionOk="0">
                  <a:moveTo>
                    <a:pt x="9905" y="2905"/>
                  </a:moveTo>
                  <a:cubicBezTo>
                    <a:pt x="12219" y="2905"/>
                    <a:pt x="14114" y="4754"/>
                    <a:pt x="14159" y="7080"/>
                  </a:cubicBezTo>
                  <a:lnTo>
                    <a:pt x="14159" y="8498"/>
                  </a:lnTo>
                  <a:lnTo>
                    <a:pt x="5662" y="8498"/>
                  </a:lnTo>
                  <a:lnTo>
                    <a:pt x="5662" y="7080"/>
                  </a:lnTo>
                  <a:cubicBezTo>
                    <a:pt x="5707" y="4754"/>
                    <a:pt x="7591" y="2905"/>
                    <a:pt x="9905" y="2905"/>
                  </a:cubicBezTo>
                  <a:close/>
                  <a:moveTo>
                    <a:pt x="16984" y="11323"/>
                  </a:moveTo>
                  <a:lnTo>
                    <a:pt x="16984" y="25470"/>
                  </a:lnTo>
                  <a:lnTo>
                    <a:pt x="2837" y="25470"/>
                  </a:lnTo>
                  <a:lnTo>
                    <a:pt x="2837" y="11323"/>
                  </a:lnTo>
                  <a:close/>
                  <a:moveTo>
                    <a:pt x="9905" y="1"/>
                  </a:moveTo>
                  <a:cubicBezTo>
                    <a:pt x="6002" y="1"/>
                    <a:pt x="2837" y="3166"/>
                    <a:pt x="2837" y="7080"/>
                  </a:cubicBezTo>
                  <a:lnTo>
                    <a:pt x="2837" y="8498"/>
                  </a:lnTo>
                  <a:lnTo>
                    <a:pt x="1419" y="8498"/>
                  </a:lnTo>
                  <a:cubicBezTo>
                    <a:pt x="625" y="8498"/>
                    <a:pt x="1" y="9122"/>
                    <a:pt x="1" y="9916"/>
                  </a:cubicBezTo>
                  <a:lnTo>
                    <a:pt x="1" y="26899"/>
                  </a:lnTo>
                  <a:cubicBezTo>
                    <a:pt x="1" y="27682"/>
                    <a:pt x="625" y="28317"/>
                    <a:pt x="1419" y="28317"/>
                  </a:cubicBezTo>
                  <a:lnTo>
                    <a:pt x="18402" y="28317"/>
                  </a:lnTo>
                  <a:cubicBezTo>
                    <a:pt x="19185" y="28317"/>
                    <a:pt x="19820" y="27682"/>
                    <a:pt x="19820" y="26899"/>
                  </a:cubicBezTo>
                  <a:lnTo>
                    <a:pt x="19820" y="9905"/>
                  </a:lnTo>
                  <a:cubicBezTo>
                    <a:pt x="19820" y="9111"/>
                    <a:pt x="19185" y="8487"/>
                    <a:pt x="18402" y="8487"/>
                  </a:cubicBezTo>
                  <a:lnTo>
                    <a:pt x="16984" y="8487"/>
                  </a:lnTo>
                  <a:lnTo>
                    <a:pt x="16984" y="7069"/>
                  </a:lnTo>
                  <a:cubicBezTo>
                    <a:pt x="16961" y="3166"/>
                    <a:pt x="13808" y="12"/>
                    <a:pt x="990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0" name="Google Shape;670;p21"/>
          <p:cNvSpPr txBox="1"/>
          <p:nvPr/>
        </p:nvSpPr>
        <p:spPr>
          <a:xfrm>
            <a:off x="2456891" y="2833928"/>
            <a:ext cx="1096500" cy="765600"/>
          </a:xfrm>
          <a:prstGeom prst="rect">
            <a:avLst/>
          </a:prstGeom>
          <a:noFill/>
          <a:ln>
            <a:noFill/>
          </a:ln>
        </p:spPr>
        <p:txBody>
          <a:bodyPr spcFirstLastPara="1" wrap="square" lIns="0" tIns="4775" rIns="0" bIns="0" anchor="t" anchorCtr="0">
            <a:noAutofit/>
          </a:bodyPr>
          <a:lstStyle/>
          <a:p>
            <a:pPr marL="0" marR="0" lvl="0" indent="0" algn="ctr" rtl="0">
              <a:lnSpc>
                <a:spcPct val="100000"/>
              </a:lnSpc>
              <a:spcBef>
                <a:spcPts val="0"/>
              </a:spcBef>
              <a:spcAft>
                <a:spcPts val="0"/>
              </a:spcAft>
              <a:buNone/>
            </a:pPr>
            <a:r>
              <a:rPr lang="en" sz="900" dirty="0">
                <a:solidFill>
                  <a:srgbClr val="434343"/>
                </a:solidFill>
                <a:latin typeface="Montserrat ExtraBold"/>
                <a:ea typeface="Montserrat ExtraBold"/>
                <a:cs typeface="Montserrat ExtraBold"/>
                <a:sym typeface="Montserrat ExtraBold"/>
              </a:rPr>
              <a:t>Data Cleaning</a:t>
            </a:r>
            <a:endParaRPr sz="9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US" sz="1000" dirty="0">
                <a:solidFill>
                  <a:srgbClr val="434343"/>
                </a:solidFill>
                <a:latin typeface="EB Garamond"/>
                <a:ea typeface="EB Garamond"/>
                <a:cs typeface="EB Garamond"/>
                <a:sym typeface="EB Garamond"/>
              </a:rPr>
              <a:t>Was overall fine the only real tweaking or cleaning it need was making ”Year” a category.</a:t>
            </a:r>
          </a:p>
        </p:txBody>
      </p:sp>
      <p:grpSp>
        <p:nvGrpSpPr>
          <p:cNvPr id="671" name="Google Shape;671;p21"/>
          <p:cNvGrpSpPr/>
          <p:nvPr/>
        </p:nvGrpSpPr>
        <p:grpSpPr>
          <a:xfrm>
            <a:off x="2778006" y="2270181"/>
            <a:ext cx="426192" cy="395197"/>
            <a:chOff x="-1953781" y="2930362"/>
            <a:chExt cx="426192" cy="395197"/>
          </a:xfrm>
        </p:grpSpPr>
        <p:sp>
          <p:nvSpPr>
            <p:cNvPr id="672" name="Google Shape;672;p21"/>
            <p:cNvSpPr/>
            <p:nvPr/>
          </p:nvSpPr>
          <p:spPr>
            <a:xfrm>
              <a:off x="-1806333" y="2930362"/>
              <a:ext cx="113469" cy="98097"/>
            </a:xfrm>
            <a:custGeom>
              <a:avLst/>
              <a:gdLst/>
              <a:ahLst/>
              <a:cxnLst/>
              <a:rect l="l" t="t" r="r" b="b"/>
              <a:pathLst>
                <a:path w="19355" h="16733" extrusionOk="0">
                  <a:moveTo>
                    <a:pt x="13428" y="2822"/>
                  </a:moveTo>
                  <a:cubicBezTo>
                    <a:pt x="13931" y="2822"/>
                    <a:pt x="14430" y="2969"/>
                    <a:pt x="14851" y="3255"/>
                  </a:cubicBezTo>
                  <a:cubicBezTo>
                    <a:pt x="15531" y="3720"/>
                    <a:pt x="16019" y="4503"/>
                    <a:pt x="16223" y="5456"/>
                  </a:cubicBezTo>
                  <a:cubicBezTo>
                    <a:pt x="16450" y="6522"/>
                    <a:pt x="16303" y="7623"/>
                    <a:pt x="15804" y="8587"/>
                  </a:cubicBezTo>
                  <a:cubicBezTo>
                    <a:pt x="15021" y="10164"/>
                    <a:pt x="11334" y="12649"/>
                    <a:pt x="9677" y="13658"/>
                  </a:cubicBezTo>
                  <a:cubicBezTo>
                    <a:pt x="8021" y="12649"/>
                    <a:pt x="4334" y="10164"/>
                    <a:pt x="3540" y="8587"/>
                  </a:cubicBezTo>
                  <a:cubicBezTo>
                    <a:pt x="3052" y="7623"/>
                    <a:pt x="2905" y="6522"/>
                    <a:pt x="3120" y="5456"/>
                  </a:cubicBezTo>
                  <a:cubicBezTo>
                    <a:pt x="3336" y="4503"/>
                    <a:pt x="3824" y="3720"/>
                    <a:pt x="4504" y="3255"/>
                  </a:cubicBezTo>
                  <a:cubicBezTo>
                    <a:pt x="4898" y="2982"/>
                    <a:pt x="5366" y="2835"/>
                    <a:pt x="5836" y="2835"/>
                  </a:cubicBezTo>
                  <a:cubicBezTo>
                    <a:pt x="5853" y="2835"/>
                    <a:pt x="5871" y="2835"/>
                    <a:pt x="5888" y="2835"/>
                  </a:cubicBezTo>
                  <a:cubicBezTo>
                    <a:pt x="6115" y="2835"/>
                    <a:pt x="6353" y="2858"/>
                    <a:pt x="6569" y="2903"/>
                  </a:cubicBezTo>
                  <a:cubicBezTo>
                    <a:pt x="7102" y="3028"/>
                    <a:pt x="7363" y="3301"/>
                    <a:pt x="8135" y="4117"/>
                  </a:cubicBezTo>
                  <a:cubicBezTo>
                    <a:pt x="8293" y="4288"/>
                    <a:pt x="8475" y="4469"/>
                    <a:pt x="8656" y="4662"/>
                  </a:cubicBezTo>
                  <a:cubicBezTo>
                    <a:pt x="8934" y="4951"/>
                    <a:pt x="9306" y="5096"/>
                    <a:pt x="9677" y="5096"/>
                  </a:cubicBezTo>
                  <a:cubicBezTo>
                    <a:pt x="10049" y="5096"/>
                    <a:pt x="10421" y="4951"/>
                    <a:pt x="10698" y="4662"/>
                  </a:cubicBezTo>
                  <a:cubicBezTo>
                    <a:pt x="10880" y="4469"/>
                    <a:pt x="11050" y="4288"/>
                    <a:pt x="11220" y="4117"/>
                  </a:cubicBezTo>
                  <a:cubicBezTo>
                    <a:pt x="11992" y="3301"/>
                    <a:pt x="12253" y="3028"/>
                    <a:pt x="12786" y="2903"/>
                  </a:cubicBezTo>
                  <a:cubicBezTo>
                    <a:pt x="12997" y="2849"/>
                    <a:pt x="13213" y="2822"/>
                    <a:pt x="13428" y="2822"/>
                  </a:cubicBezTo>
                  <a:close/>
                  <a:moveTo>
                    <a:pt x="5903" y="0"/>
                  </a:moveTo>
                  <a:cubicBezTo>
                    <a:pt x="4841" y="0"/>
                    <a:pt x="3794" y="321"/>
                    <a:pt x="2905" y="929"/>
                  </a:cubicBezTo>
                  <a:cubicBezTo>
                    <a:pt x="1623" y="1803"/>
                    <a:pt x="715" y="3210"/>
                    <a:pt x="352" y="4877"/>
                  </a:cubicBezTo>
                  <a:cubicBezTo>
                    <a:pt x="0" y="6568"/>
                    <a:pt x="227" y="8326"/>
                    <a:pt x="1010" y="9869"/>
                  </a:cubicBezTo>
                  <a:cubicBezTo>
                    <a:pt x="1645" y="11151"/>
                    <a:pt x="3154" y="12626"/>
                    <a:pt x="5605" y="14373"/>
                  </a:cubicBezTo>
                  <a:cubicBezTo>
                    <a:pt x="6524" y="15031"/>
                    <a:pt x="7374" y="15576"/>
                    <a:pt x="7930" y="15927"/>
                  </a:cubicBezTo>
                  <a:cubicBezTo>
                    <a:pt x="9076" y="16642"/>
                    <a:pt x="9246" y="16733"/>
                    <a:pt x="9677" y="16733"/>
                  </a:cubicBezTo>
                  <a:cubicBezTo>
                    <a:pt x="10109" y="16733"/>
                    <a:pt x="10279" y="16642"/>
                    <a:pt x="11425" y="15927"/>
                  </a:cubicBezTo>
                  <a:cubicBezTo>
                    <a:pt x="11980" y="15587"/>
                    <a:pt x="12831" y="15042"/>
                    <a:pt x="13750" y="14384"/>
                  </a:cubicBezTo>
                  <a:cubicBezTo>
                    <a:pt x="16201" y="12626"/>
                    <a:pt x="17710" y="11151"/>
                    <a:pt x="18345" y="9881"/>
                  </a:cubicBezTo>
                  <a:cubicBezTo>
                    <a:pt x="19128" y="8338"/>
                    <a:pt x="19355" y="6568"/>
                    <a:pt x="19003" y="4877"/>
                  </a:cubicBezTo>
                  <a:cubicBezTo>
                    <a:pt x="18640" y="3210"/>
                    <a:pt x="17732" y="1803"/>
                    <a:pt x="16450" y="929"/>
                  </a:cubicBezTo>
                  <a:cubicBezTo>
                    <a:pt x="15561" y="321"/>
                    <a:pt x="14514" y="0"/>
                    <a:pt x="13456" y="0"/>
                  </a:cubicBezTo>
                  <a:cubicBezTo>
                    <a:pt x="13015" y="0"/>
                    <a:pt x="12573" y="56"/>
                    <a:pt x="12139" y="169"/>
                  </a:cubicBezTo>
                  <a:cubicBezTo>
                    <a:pt x="11039" y="419"/>
                    <a:pt x="10347" y="975"/>
                    <a:pt x="9677" y="1644"/>
                  </a:cubicBezTo>
                  <a:cubicBezTo>
                    <a:pt x="9008" y="975"/>
                    <a:pt x="8316" y="430"/>
                    <a:pt x="7227" y="169"/>
                  </a:cubicBezTo>
                  <a:cubicBezTo>
                    <a:pt x="6790" y="56"/>
                    <a:pt x="6345" y="0"/>
                    <a:pt x="5903"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1"/>
            <p:cNvSpPr/>
            <p:nvPr/>
          </p:nvSpPr>
          <p:spPr>
            <a:xfrm>
              <a:off x="-1824360" y="3180545"/>
              <a:ext cx="16638" cy="16649"/>
            </a:xfrm>
            <a:custGeom>
              <a:avLst/>
              <a:gdLst/>
              <a:ahLst/>
              <a:cxnLst/>
              <a:rect l="l" t="t" r="r" b="b"/>
              <a:pathLst>
                <a:path w="2838" h="2840" extrusionOk="0">
                  <a:moveTo>
                    <a:pt x="1425" y="1"/>
                  </a:moveTo>
                  <a:cubicBezTo>
                    <a:pt x="1331" y="1"/>
                    <a:pt x="1238" y="9"/>
                    <a:pt x="1147" y="26"/>
                  </a:cubicBezTo>
                  <a:cubicBezTo>
                    <a:pt x="1056" y="37"/>
                    <a:pt x="965" y="71"/>
                    <a:pt x="886" y="106"/>
                  </a:cubicBezTo>
                  <a:cubicBezTo>
                    <a:pt x="704" y="174"/>
                    <a:pt x="557" y="276"/>
                    <a:pt x="421" y="412"/>
                  </a:cubicBezTo>
                  <a:cubicBezTo>
                    <a:pt x="160" y="673"/>
                    <a:pt x="1" y="1036"/>
                    <a:pt x="1" y="1410"/>
                  </a:cubicBezTo>
                  <a:cubicBezTo>
                    <a:pt x="1" y="1512"/>
                    <a:pt x="12" y="1603"/>
                    <a:pt x="35" y="1694"/>
                  </a:cubicBezTo>
                  <a:cubicBezTo>
                    <a:pt x="46" y="1785"/>
                    <a:pt x="80" y="1875"/>
                    <a:pt x="114" y="1966"/>
                  </a:cubicBezTo>
                  <a:cubicBezTo>
                    <a:pt x="148" y="2045"/>
                    <a:pt x="194" y="2125"/>
                    <a:pt x="239" y="2204"/>
                  </a:cubicBezTo>
                  <a:cubicBezTo>
                    <a:pt x="341" y="2363"/>
                    <a:pt x="477" y="2499"/>
                    <a:pt x="636" y="2601"/>
                  </a:cubicBezTo>
                  <a:cubicBezTo>
                    <a:pt x="716" y="2647"/>
                    <a:pt x="795" y="2692"/>
                    <a:pt x="886" y="2726"/>
                  </a:cubicBezTo>
                  <a:cubicBezTo>
                    <a:pt x="965" y="2760"/>
                    <a:pt x="1056" y="2794"/>
                    <a:pt x="1147" y="2806"/>
                  </a:cubicBezTo>
                  <a:cubicBezTo>
                    <a:pt x="1238" y="2828"/>
                    <a:pt x="1328" y="2840"/>
                    <a:pt x="1419" y="2840"/>
                  </a:cubicBezTo>
                  <a:cubicBezTo>
                    <a:pt x="1510" y="2840"/>
                    <a:pt x="1612" y="2828"/>
                    <a:pt x="1703" y="2806"/>
                  </a:cubicBezTo>
                  <a:cubicBezTo>
                    <a:pt x="1793" y="2794"/>
                    <a:pt x="1884" y="2760"/>
                    <a:pt x="1964" y="2726"/>
                  </a:cubicBezTo>
                  <a:cubicBezTo>
                    <a:pt x="2054" y="2692"/>
                    <a:pt x="2134" y="2647"/>
                    <a:pt x="2213" y="2601"/>
                  </a:cubicBezTo>
                  <a:cubicBezTo>
                    <a:pt x="2293" y="2545"/>
                    <a:pt x="2361" y="2488"/>
                    <a:pt x="2429" y="2420"/>
                  </a:cubicBezTo>
                  <a:cubicBezTo>
                    <a:pt x="2485" y="2352"/>
                    <a:pt x="2554" y="2284"/>
                    <a:pt x="2599" y="2204"/>
                  </a:cubicBezTo>
                  <a:cubicBezTo>
                    <a:pt x="2656" y="2125"/>
                    <a:pt x="2701" y="2045"/>
                    <a:pt x="2735" y="1966"/>
                  </a:cubicBezTo>
                  <a:cubicBezTo>
                    <a:pt x="2769" y="1875"/>
                    <a:pt x="2792" y="1785"/>
                    <a:pt x="2814" y="1694"/>
                  </a:cubicBezTo>
                  <a:cubicBezTo>
                    <a:pt x="2837" y="1603"/>
                    <a:pt x="2837" y="1512"/>
                    <a:pt x="2837" y="1410"/>
                  </a:cubicBezTo>
                  <a:cubicBezTo>
                    <a:pt x="2837" y="1036"/>
                    <a:pt x="2690" y="673"/>
                    <a:pt x="2429" y="412"/>
                  </a:cubicBezTo>
                  <a:cubicBezTo>
                    <a:pt x="2293" y="276"/>
                    <a:pt x="2134" y="174"/>
                    <a:pt x="1964" y="106"/>
                  </a:cubicBezTo>
                  <a:cubicBezTo>
                    <a:pt x="1884" y="71"/>
                    <a:pt x="1793" y="37"/>
                    <a:pt x="1703" y="26"/>
                  </a:cubicBezTo>
                  <a:cubicBezTo>
                    <a:pt x="1612" y="9"/>
                    <a:pt x="1518" y="1"/>
                    <a:pt x="142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1"/>
            <p:cNvSpPr/>
            <p:nvPr/>
          </p:nvSpPr>
          <p:spPr>
            <a:xfrm>
              <a:off x="-1953781" y="3020410"/>
              <a:ext cx="426192" cy="305149"/>
            </a:xfrm>
            <a:custGeom>
              <a:avLst/>
              <a:gdLst/>
              <a:ahLst/>
              <a:cxnLst/>
              <a:rect l="l" t="t" r="r" b="b"/>
              <a:pathLst>
                <a:path w="72698" h="52051" extrusionOk="0">
                  <a:moveTo>
                    <a:pt x="36099" y="5752"/>
                  </a:moveTo>
                  <a:lnTo>
                    <a:pt x="36099" y="8622"/>
                  </a:lnTo>
                  <a:lnTo>
                    <a:pt x="33558" y="10483"/>
                  </a:lnTo>
                  <a:lnTo>
                    <a:pt x="33558" y="5752"/>
                  </a:lnTo>
                  <a:close/>
                  <a:moveTo>
                    <a:pt x="48295" y="3177"/>
                  </a:moveTo>
                  <a:lnTo>
                    <a:pt x="65879" y="16087"/>
                  </a:lnTo>
                  <a:lnTo>
                    <a:pt x="65879" y="19649"/>
                  </a:lnTo>
                  <a:lnTo>
                    <a:pt x="49134" y="7352"/>
                  </a:lnTo>
                  <a:cubicBezTo>
                    <a:pt x="48885" y="7170"/>
                    <a:pt x="48590" y="7079"/>
                    <a:pt x="48295" y="7079"/>
                  </a:cubicBezTo>
                  <a:cubicBezTo>
                    <a:pt x="48000" y="7079"/>
                    <a:pt x="47705" y="7170"/>
                    <a:pt x="47455" y="7352"/>
                  </a:cubicBezTo>
                  <a:lnTo>
                    <a:pt x="30710" y="19615"/>
                  </a:lnTo>
                  <a:lnTo>
                    <a:pt x="30710" y="16087"/>
                  </a:lnTo>
                  <a:lnTo>
                    <a:pt x="48295" y="3177"/>
                  </a:lnTo>
                  <a:close/>
                  <a:moveTo>
                    <a:pt x="9507" y="16632"/>
                  </a:moveTo>
                  <a:lnTo>
                    <a:pt x="9507" y="36417"/>
                  </a:lnTo>
                  <a:lnTo>
                    <a:pt x="2836" y="36417"/>
                  </a:lnTo>
                  <a:lnTo>
                    <a:pt x="2836" y="16632"/>
                  </a:lnTo>
                  <a:close/>
                  <a:moveTo>
                    <a:pt x="52231" y="27216"/>
                  </a:moveTo>
                  <a:lnTo>
                    <a:pt x="52231" y="40036"/>
                  </a:lnTo>
                  <a:lnTo>
                    <a:pt x="52061" y="40036"/>
                  </a:lnTo>
                  <a:cubicBezTo>
                    <a:pt x="51766" y="38709"/>
                    <a:pt x="51029" y="37529"/>
                    <a:pt x="49985" y="36689"/>
                  </a:cubicBezTo>
                  <a:lnTo>
                    <a:pt x="44358" y="31777"/>
                  </a:lnTo>
                  <a:lnTo>
                    <a:pt x="44358" y="27216"/>
                  </a:lnTo>
                  <a:close/>
                  <a:moveTo>
                    <a:pt x="48295" y="10256"/>
                  </a:moveTo>
                  <a:lnTo>
                    <a:pt x="63247" y="21238"/>
                  </a:lnTo>
                  <a:lnTo>
                    <a:pt x="63247" y="40036"/>
                  </a:lnTo>
                  <a:lnTo>
                    <a:pt x="55068" y="40036"/>
                  </a:lnTo>
                  <a:lnTo>
                    <a:pt x="55068" y="25798"/>
                  </a:lnTo>
                  <a:cubicBezTo>
                    <a:pt x="55068" y="25004"/>
                    <a:pt x="54432" y="24380"/>
                    <a:pt x="53649" y="24380"/>
                  </a:cubicBezTo>
                  <a:lnTo>
                    <a:pt x="42940" y="24380"/>
                  </a:lnTo>
                  <a:cubicBezTo>
                    <a:pt x="42157" y="24380"/>
                    <a:pt x="41522" y="25004"/>
                    <a:pt x="41522" y="25798"/>
                  </a:cubicBezTo>
                  <a:lnTo>
                    <a:pt x="41522" y="29304"/>
                  </a:lnTo>
                  <a:lnTo>
                    <a:pt x="32741" y="21646"/>
                  </a:lnTo>
                  <a:lnTo>
                    <a:pt x="48295" y="10256"/>
                  </a:lnTo>
                  <a:close/>
                  <a:moveTo>
                    <a:pt x="17180" y="19198"/>
                  </a:moveTo>
                  <a:cubicBezTo>
                    <a:pt x="21367" y="19198"/>
                    <a:pt x="26334" y="19728"/>
                    <a:pt x="28759" y="21941"/>
                  </a:cubicBezTo>
                  <a:lnTo>
                    <a:pt x="28782" y="21964"/>
                  </a:lnTo>
                  <a:lnTo>
                    <a:pt x="48147" y="38845"/>
                  </a:lnTo>
                  <a:cubicBezTo>
                    <a:pt x="48159" y="38856"/>
                    <a:pt x="48170" y="38867"/>
                    <a:pt x="48193" y="38879"/>
                  </a:cubicBezTo>
                  <a:cubicBezTo>
                    <a:pt x="49543" y="39979"/>
                    <a:pt x="49758" y="41965"/>
                    <a:pt x="48669" y="43326"/>
                  </a:cubicBezTo>
                  <a:cubicBezTo>
                    <a:pt x="48041" y="44111"/>
                    <a:pt x="47119" y="44519"/>
                    <a:pt x="46187" y="44519"/>
                  </a:cubicBezTo>
                  <a:cubicBezTo>
                    <a:pt x="45503" y="44519"/>
                    <a:pt x="44814" y="44299"/>
                    <a:pt x="44233" y="43848"/>
                  </a:cubicBezTo>
                  <a:lnTo>
                    <a:pt x="28022" y="30699"/>
                  </a:lnTo>
                  <a:cubicBezTo>
                    <a:pt x="27764" y="30495"/>
                    <a:pt x="27453" y="30395"/>
                    <a:pt x="27144" y="30395"/>
                  </a:cubicBezTo>
                  <a:cubicBezTo>
                    <a:pt x="26734" y="30395"/>
                    <a:pt x="26326" y="30572"/>
                    <a:pt x="26048" y="30915"/>
                  </a:cubicBezTo>
                  <a:cubicBezTo>
                    <a:pt x="25560" y="31527"/>
                    <a:pt x="25639" y="32401"/>
                    <a:pt x="26240" y="32900"/>
                  </a:cubicBezTo>
                  <a:lnTo>
                    <a:pt x="42452" y="46049"/>
                  </a:lnTo>
                  <a:cubicBezTo>
                    <a:pt x="43507" y="46900"/>
                    <a:pt x="44835" y="47365"/>
                    <a:pt x="46196" y="47365"/>
                  </a:cubicBezTo>
                  <a:cubicBezTo>
                    <a:pt x="46423" y="47365"/>
                    <a:pt x="46650" y="47353"/>
                    <a:pt x="46865" y="47331"/>
                  </a:cubicBezTo>
                  <a:cubicBezTo>
                    <a:pt x="49350" y="47058"/>
                    <a:pt x="51403" y="45277"/>
                    <a:pt x="52027" y="42861"/>
                  </a:cubicBezTo>
                  <a:lnTo>
                    <a:pt x="66503" y="42861"/>
                  </a:lnTo>
                  <a:cubicBezTo>
                    <a:pt x="68262" y="42861"/>
                    <a:pt x="69725" y="44245"/>
                    <a:pt x="69770" y="45947"/>
                  </a:cubicBezTo>
                  <a:cubicBezTo>
                    <a:pt x="69793" y="46809"/>
                    <a:pt x="69475" y="47637"/>
                    <a:pt x="68874" y="48250"/>
                  </a:cubicBezTo>
                  <a:cubicBezTo>
                    <a:pt x="68273" y="48874"/>
                    <a:pt x="67456" y="49214"/>
                    <a:pt x="66605" y="49214"/>
                  </a:cubicBezTo>
                  <a:lnTo>
                    <a:pt x="29712" y="49203"/>
                  </a:lnTo>
                  <a:cubicBezTo>
                    <a:pt x="21793" y="49203"/>
                    <a:pt x="19150" y="43496"/>
                    <a:pt x="18322" y="38709"/>
                  </a:cubicBezTo>
                  <a:cubicBezTo>
                    <a:pt x="17981" y="36769"/>
                    <a:pt x="17641" y="35226"/>
                    <a:pt x="17312" y="34148"/>
                  </a:cubicBezTo>
                  <a:cubicBezTo>
                    <a:pt x="17029" y="33252"/>
                    <a:pt x="16518" y="31573"/>
                    <a:pt x="15077" y="31573"/>
                  </a:cubicBezTo>
                  <a:lnTo>
                    <a:pt x="12343" y="31573"/>
                  </a:lnTo>
                  <a:lnTo>
                    <a:pt x="12343" y="19411"/>
                  </a:lnTo>
                  <a:cubicBezTo>
                    <a:pt x="13605" y="19303"/>
                    <a:pt x="15315" y="19198"/>
                    <a:pt x="17180" y="19198"/>
                  </a:cubicBezTo>
                  <a:close/>
                  <a:moveTo>
                    <a:pt x="48295" y="0"/>
                  </a:moveTo>
                  <a:cubicBezTo>
                    <a:pt x="48000" y="0"/>
                    <a:pt x="47705" y="91"/>
                    <a:pt x="47455" y="272"/>
                  </a:cubicBezTo>
                  <a:lnTo>
                    <a:pt x="38935" y="6535"/>
                  </a:lnTo>
                  <a:lnTo>
                    <a:pt x="38935" y="4334"/>
                  </a:lnTo>
                  <a:cubicBezTo>
                    <a:pt x="38935" y="3551"/>
                    <a:pt x="38300" y="2916"/>
                    <a:pt x="37517" y="2916"/>
                  </a:cubicBezTo>
                  <a:lnTo>
                    <a:pt x="32140" y="2916"/>
                  </a:lnTo>
                  <a:cubicBezTo>
                    <a:pt x="31357" y="2916"/>
                    <a:pt x="30722" y="3551"/>
                    <a:pt x="30722" y="4334"/>
                  </a:cubicBezTo>
                  <a:lnTo>
                    <a:pt x="30722" y="12559"/>
                  </a:lnTo>
                  <a:lnTo>
                    <a:pt x="28453" y="14226"/>
                  </a:lnTo>
                  <a:cubicBezTo>
                    <a:pt x="28090" y="14499"/>
                    <a:pt x="27874" y="14919"/>
                    <a:pt x="27874" y="15372"/>
                  </a:cubicBezTo>
                  <a:lnTo>
                    <a:pt x="27874" y="18095"/>
                  </a:lnTo>
                  <a:cubicBezTo>
                    <a:pt x="24746" y="16734"/>
                    <a:pt x="20638" y="16357"/>
                    <a:pt x="17038" y="16357"/>
                  </a:cubicBezTo>
                  <a:cubicBezTo>
                    <a:pt x="15298" y="16357"/>
                    <a:pt x="13677" y="16445"/>
                    <a:pt x="12343" y="16552"/>
                  </a:cubicBezTo>
                  <a:lnTo>
                    <a:pt x="12343" y="15213"/>
                  </a:lnTo>
                  <a:cubicBezTo>
                    <a:pt x="12343" y="14431"/>
                    <a:pt x="11708" y="13795"/>
                    <a:pt x="10925" y="13795"/>
                  </a:cubicBezTo>
                  <a:lnTo>
                    <a:pt x="1418" y="13795"/>
                  </a:lnTo>
                  <a:cubicBezTo>
                    <a:pt x="635" y="13795"/>
                    <a:pt x="0" y="14431"/>
                    <a:pt x="0" y="15213"/>
                  </a:cubicBezTo>
                  <a:lnTo>
                    <a:pt x="0" y="37835"/>
                  </a:lnTo>
                  <a:cubicBezTo>
                    <a:pt x="0" y="38618"/>
                    <a:pt x="635" y="39253"/>
                    <a:pt x="1418" y="39253"/>
                  </a:cubicBezTo>
                  <a:lnTo>
                    <a:pt x="10925" y="39253"/>
                  </a:lnTo>
                  <a:cubicBezTo>
                    <a:pt x="11708" y="39253"/>
                    <a:pt x="12343" y="38618"/>
                    <a:pt x="12343" y="37835"/>
                  </a:cubicBezTo>
                  <a:lnTo>
                    <a:pt x="12343" y="34409"/>
                  </a:lnTo>
                  <a:lnTo>
                    <a:pt x="14408" y="34409"/>
                  </a:lnTo>
                  <a:cubicBezTo>
                    <a:pt x="14612" y="34965"/>
                    <a:pt x="15020" y="36269"/>
                    <a:pt x="15520" y="39185"/>
                  </a:cubicBezTo>
                  <a:cubicBezTo>
                    <a:pt x="16938" y="47478"/>
                    <a:pt x="21986" y="52039"/>
                    <a:pt x="29712" y="52039"/>
                  </a:cubicBezTo>
                  <a:lnTo>
                    <a:pt x="66594" y="52050"/>
                  </a:lnTo>
                  <a:cubicBezTo>
                    <a:pt x="69986" y="52050"/>
                    <a:pt x="72697" y="49259"/>
                    <a:pt x="72607" y="45879"/>
                  </a:cubicBezTo>
                  <a:cubicBezTo>
                    <a:pt x="72516" y="42657"/>
                    <a:pt x="69782" y="40036"/>
                    <a:pt x="66514" y="40036"/>
                  </a:cubicBezTo>
                  <a:lnTo>
                    <a:pt x="66083" y="40036"/>
                  </a:lnTo>
                  <a:lnTo>
                    <a:pt x="66083" y="23325"/>
                  </a:lnTo>
                  <a:lnTo>
                    <a:pt x="66458" y="23597"/>
                  </a:lnTo>
                  <a:cubicBezTo>
                    <a:pt x="66717" y="23787"/>
                    <a:pt x="67006" y="23873"/>
                    <a:pt x="67288" y="23873"/>
                  </a:cubicBezTo>
                  <a:cubicBezTo>
                    <a:pt x="68020" y="23873"/>
                    <a:pt x="68707" y="23298"/>
                    <a:pt x="68715" y="22463"/>
                  </a:cubicBezTo>
                  <a:lnTo>
                    <a:pt x="68715" y="15372"/>
                  </a:lnTo>
                  <a:cubicBezTo>
                    <a:pt x="68715" y="14919"/>
                    <a:pt x="68500" y="14499"/>
                    <a:pt x="68137" y="14226"/>
                  </a:cubicBezTo>
                  <a:lnTo>
                    <a:pt x="49134" y="272"/>
                  </a:lnTo>
                  <a:cubicBezTo>
                    <a:pt x="48885" y="91"/>
                    <a:pt x="48590" y="0"/>
                    <a:pt x="4829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5" name="Google Shape;675;p21"/>
          <p:cNvSpPr txBox="1"/>
          <p:nvPr/>
        </p:nvSpPr>
        <p:spPr>
          <a:xfrm>
            <a:off x="4023775" y="2833928"/>
            <a:ext cx="1096500" cy="765600"/>
          </a:xfrm>
          <a:prstGeom prst="rect">
            <a:avLst/>
          </a:prstGeom>
          <a:noFill/>
          <a:ln>
            <a:noFill/>
          </a:ln>
        </p:spPr>
        <p:txBody>
          <a:bodyPr spcFirstLastPara="1" wrap="square" lIns="0" tIns="4775" rIns="0" bIns="0" anchor="t" anchorCtr="0">
            <a:noAutofit/>
          </a:bodyPr>
          <a:lstStyle/>
          <a:p>
            <a:pPr marL="0" marR="0" lvl="0" indent="0" algn="ctr" rtl="0">
              <a:lnSpc>
                <a:spcPct val="100000"/>
              </a:lnSpc>
              <a:spcBef>
                <a:spcPts val="0"/>
              </a:spcBef>
              <a:spcAft>
                <a:spcPts val="0"/>
              </a:spcAft>
              <a:buNone/>
            </a:pPr>
            <a:r>
              <a:rPr lang="en" sz="900" dirty="0">
                <a:solidFill>
                  <a:srgbClr val="434343"/>
                </a:solidFill>
                <a:latin typeface="Montserrat ExtraBold"/>
                <a:ea typeface="Montserrat ExtraBold"/>
                <a:cs typeface="Montserrat ExtraBold"/>
                <a:sym typeface="Montserrat ExtraBold"/>
              </a:rPr>
              <a:t>Weak Correlation</a:t>
            </a:r>
            <a:endParaRPr sz="9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100"/>
              </a:spcBef>
              <a:spcAft>
                <a:spcPts val="0"/>
              </a:spcAft>
              <a:buNone/>
            </a:pPr>
            <a:r>
              <a:rPr lang="en" sz="1000" dirty="0">
                <a:solidFill>
                  <a:srgbClr val="434343"/>
                </a:solidFill>
                <a:latin typeface="EB Garamond"/>
                <a:ea typeface="EB Garamond"/>
                <a:cs typeface="EB Garamond"/>
                <a:sym typeface="EB Garamond"/>
              </a:rPr>
              <a:t>The global housing market is influenced by very small loosely related factors.</a:t>
            </a:r>
            <a:br>
              <a:rPr lang="en" sz="1000" dirty="0">
                <a:solidFill>
                  <a:srgbClr val="434343"/>
                </a:solidFill>
                <a:latin typeface="EB Garamond"/>
                <a:ea typeface="EB Garamond"/>
                <a:cs typeface="EB Garamond"/>
                <a:sym typeface="EB Garamond"/>
              </a:rPr>
            </a:br>
            <a:endParaRPr sz="1000" dirty="0">
              <a:solidFill>
                <a:srgbClr val="434343"/>
              </a:solidFill>
              <a:latin typeface="EB Garamond"/>
              <a:ea typeface="EB Garamond"/>
              <a:cs typeface="EB Garamond"/>
              <a:sym typeface="EB Garamond"/>
            </a:endParaRPr>
          </a:p>
        </p:txBody>
      </p:sp>
      <p:grpSp>
        <p:nvGrpSpPr>
          <p:cNvPr id="676" name="Google Shape;676;p21"/>
          <p:cNvGrpSpPr/>
          <p:nvPr/>
        </p:nvGrpSpPr>
        <p:grpSpPr>
          <a:xfrm>
            <a:off x="4382467" y="2254979"/>
            <a:ext cx="379104" cy="425600"/>
            <a:chOff x="-1073808" y="2303972"/>
            <a:chExt cx="379104" cy="425600"/>
          </a:xfrm>
        </p:grpSpPr>
        <p:sp>
          <p:nvSpPr>
            <p:cNvPr id="677" name="Google Shape;677;p21"/>
            <p:cNvSpPr/>
            <p:nvPr/>
          </p:nvSpPr>
          <p:spPr>
            <a:xfrm>
              <a:off x="-1073808" y="2303972"/>
              <a:ext cx="139744" cy="232788"/>
            </a:xfrm>
            <a:custGeom>
              <a:avLst/>
              <a:gdLst/>
              <a:ahLst/>
              <a:cxnLst/>
              <a:rect l="l" t="t" r="r" b="b"/>
              <a:pathLst>
                <a:path w="23837" h="39708" extrusionOk="0">
                  <a:moveTo>
                    <a:pt x="19298" y="2270"/>
                  </a:moveTo>
                  <a:cubicBezTo>
                    <a:pt x="20557" y="2270"/>
                    <a:pt x="21567" y="3279"/>
                    <a:pt x="21567" y="4539"/>
                  </a:cubicBezTo>
                  <a:lnTo>
                    <a:pt x="21567" y="29497"/>
                  </a:lnTo>
                  <a:lnTo>
                    <a:pt x="2270" y="29497"/>
                  </a:lnTo>
                  <a:lnTo>
                    <a:pt x="2270" y="4539"/>
                  </a:lnTo>
                  <a:cubicBezTo>
                    <a:pt x="2270" y="3279"/>
                    <a:pt x="3291" y="2270"/>
                    <a:pt x="4539" y="2270"/>
                  </a:cubicBezTo>
                  <a:close/>
                  <a:moveTo>
                    <a:pt x="12503" y="31766"/>
                  </a:moveTo>
                  <a:cubicBezTo>
                    <a:pt x="11867" y="31766"/>
                    <a:pt x="11368" y="32288"/>
                    <a:pt x="11380" y="32912"/>
                  </a:cubicBezTo>
                  <a:cubicBezTo>
                    <a:pt x="11380" y="33536"/>
                    <a:pt x="11890" y="34035"/>
                    <a:pt x="12525" y="34035"/>
                  </a:cubicBezTo>
                  <a:lnTo>
                    <a:pt x="4539" y="34035"/>
                  </a:lnTo>
                  <a:cubicBezTo>
                    <a:pt x="3291" y="34035"/>
                    <a:pt x="2270" y="33014"/>
                    <a:pt x="2270" y="31766"/>
                  </a:cubicBezTo>
                  <a:close/>
                  <a:moveTo>
                    <a:pt x="21567" y="31766"/>
                  </a:moveTo>
                  <a:cubicBezTo>
                    <a:pt x="21567" y="33014"/>
                    <a:pt x="20557" y="34035"/>
                    <a:pt x="19298" y="34035"/>
                  </a:cubicBezTo>
                  <a:lnTo>
                    <a:pt x="12525" y="34035"/>
                  </a:lnTo>
                  <a:cubicBezTo>
                    <a:pt x="13149" y="34035"/>
                    <a:pt x="13660" y="33536"/>
                    <a:pt x="13660" y="32901"/>
                  </a:cubicBezTo>
                  <a:cubicBezTo>
                    <a:pt x="13660" y="32277"/>
                    <a:pt x="13161" y="31766"/>
                    <a:pt x="12537" y="31766"/>
                  </a:cubicBezTo>
                  <a:close/>
                  <a:moveTo>
                    <a:pt x="2349" y="35714"/>
                  </a:moveTo>
                  <a:cubicBezTo>
                    <a:pt x="3007" y="36100"/>
                    <a:pt x="3767" y="36304"/>
                    <a:pt x="4539" y="36304"/>
                  </a:cubicBezTo>
                  <a:lnTo>
                    <a:pt x="19298" y="36304"/>
                  </a:lnTo>
                  <a:cubicBezTo>
                    <a:pt x="20070" y="36304"/>
                    <a:pt x="20830" y="36100"/>
                    <a:pt x="21499" y="35714"/>
                  </a:cubicBezTo>
                  <a:lnTo>
                    <a:pt x="21499" y="35714"/>
                  </a:lnTo>
                  <a:cubicBezTo>
                    <a:pt x="21250" y="36724"/>
                    <a:pt x="20342" y="37439"/>
                    <a:pt x="19298" y="37439"/>
                  </a:cubicBezTo>
                  <a:lnTo>
                    <a:pt x="4539" y="37439"/>
                  </a:lnTo>
                  <a:cubicBezTo>
                    <a:pt x="3495" y="37439"/>
                    <a:pt x="2599" y="36724"/>
                    <a:pt x="2349" y="35714"/>
                  </a:cubicBezTo>
                  <a:close/>
                  <a:moveTo>
                    <a:pt x="4539" y="1"/>
                  </a:moveTo>
                  <a:cubicBezTo>
                    <a:pt x="2031" y="1"/>
                    <a:pt x="1" y="2032"/>
                    <a:pt x="1" y="4539"/>
                  </a:cubicBezTo>
                  <a:lnTo>
                    <a:pt x="1" y="35170"/>
                  </a:lnTo>
                  <a:cubicBezTo>
                    <a:pt x="1" y="37677"/>
                    <a:pt x="2031" y="39708"/>
                    <a:pt x="4539" y="39708"/>
                  </a:cubicBezTo>
                  <a:lnTo>
                    <a:pt x="19298" y="39708"/>
                  </a:lnTo>
                  <a:cubicBezTo>
                    <a:pt x="21805" y="39708"/>
                    <a:pt x="23836" y="37677"/>
                    <a:pt x="23836" y="35170"/>
                  </a:cubicBezTo>
                  <a:lnTo>
                    <a:pt x="23836" y="4539"/>
                  </a:lnTo>
                  <a:cubicBezTo>
                    <a:pt x="23836" y="2032"/>
                    <a:pt x="21805" y="1"/>
                    <a:pt x="1929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a:off x="-894234" y="2536754"/>
              <a:ext cx="199530" cy="192818"/>
            </a:xfrm>
            <a:custGeom>
              <a:avLst/>
              <a:gdLst/>
              <a:ahLst/>
              <a:cxnLst/>
              <a:rect l="l" t="t" r="r" b="b"/>
              <a:pathLst>
                <a:path w="34035" h="32890" extrusionOk="0">
                  <a:moveTo>
                    <a:pt x="17029" y="2462"/>
                  </a:moveTo>
                  <a:lnTo>
                    <a:pt x="31777" y="11947"/>
                  </a:lnTo>
                  <a:lnTo>
                    <a:pt x="31777" y="13785"/>
                  </a:lnTo>
                  <a:lnTo>
                    <a:pt x="17664" y="4720"/>
                  </a:lnTo>
                  <a:lnTo>
                    <a:pt x="17630" y="4697"/>
                  </a:lnTo>
                  <a:cubicBezTo>
                    <a:pt x="17585" y="4675"/>
                    <a:pt x="17540" y="4663"/>
                    <a:pt x="17494" y="4641"/>
                  </a:cubicBezTo>
                  <a:cubicBezTo>
                    <a:pt x="17404" y="4595"/>
                    <a:pt x="17324" y="4573"/>
                    <a:pt x="17233" y="4550"/>
                  </a:cubicBezTo>
                  <a:cubicBezTo>
                    <a:pt x="17160" y="4544"/>
                    <a:pt x="17089" y="4541"/>
                    <a:pt x="17018" y="4541"/>
                  </a:cubicBezTo>
                  <a:cubicBezTo>
                    <a:pt x="16947" y="4541"/>
                    <a:pt x="16876" y="4544"/>
                    <a:pt x="16802" y="4550"/>
                  </a:cubicBezTo>
                  <a:cubicBezTo>
                    <a:pt x="16723" y="4573"/>
                    <a:pt x="16632" y="4595"/>
                    <a:pt x="16553" y="4641"/>
                  </a:cubicBezTo>
                  <a:cubicBezTo>
                    <a:pt x="16507" y="4663"/>
                    <a:pt x="16451" y="4675"/>
                    <a:pt x="16405" y="4697"/>
                  </a:cubicBezTo>
                  <a:lnTo>
                    <a:pt x="2281" y="13785"/>
                  </a:lnTo>
                  <a:lnTo>
                    <a:pt x="2281" y="11947"/>
                  </a:lnTo>
                  <a:lnTo>
                    <a:pt x="17029" y="2462"/>
                  </a:lnTo>
                  <a:close/>
                  <a:moveTo>
                    <a:pt x="17018" y="7000"/>
                  </a:moveTo>
                  <a:lnTo>
                    <a:pt x="29497" y="15033"/>
                  </a:lnTo>
                  <a:lnTo>
                    <a:pt x="29497" y="30620"/>
                  </a:lnTo>
                  <a:lnTo>
                    <a:pt x="21556" y="30620"/>
                  </a:lnTo>
                  <a:lnTo>
                    <a:pt x="21556" y="21544"/>
                  </a:lnTo>
                  <a:cubicBezTo>
                    <a:pt x="21556" y="20920"/>
                    <a:pt x="21045" y="20410"/>
                    <a:pt x="20421" y="20410"/>
                  </a:cubicBezTo>
                  <a:lnTo>
                    <a:pt x="13614" y="20410"/>
                  </a:lnTo>
                  <a:cubicBezTo>
                    <a:pt x="12990" y="20410"/>
                    <a:pt x="12480" y="20920"/>
                    <a:pt x="12480" y="21544"/>
                  </a:cubicBezTo>
                  <a:lnTo>
                    <a:pt x="12480" y="30632"/>
                  </a:lnTo>
                  <a:lnTo>
                    <a:pt x="4539" y="30632"/>
                  </a:lnTo>
                  <a:lnTo>
                    <a:pt x="4539" y="15033"/>
                  </a:lnTo>
                  <a:lnTo>
                    <a:pt x="17018" y="7000"/>
                  </a:lnTo>
                  <a:close/>
                  <a:moveTo>
                    <a:pt x="19287" y="22679"/>
                  </a:moveTo>
                  <a:lnTo>
                    <a:pt x="19287" y="30632"/>
                  </a:lnTo>
                  <a:lnTo>
                    <a:pt x="14749" y="30620"/>
                  </a:lnTo>
                  <a:lnTo>
                    <a:pt x="14749" y="22679"/>
                  </a:lnTo>
                  <a:close/>
                  <a:moveTo>
                    <a:pt x="16802" y="1"/>
                  </a:moveTo>
                  <a:cubicBezTo>
                    <a:pt x="16712" y="23"/>
                    <a:pt x="16621" y="69"/>
                    <a:pt x="16530" y="114"/>
                  </a:cubicBezTo>
                  <a:cubicBezTo>
                    <a:pt x="16485" y="125"/>
                    <a:pt x="16451" y="137"/>
                    <a:pt x="16405" y="159"/>
                  </a:cubicBezTo>
                  <a:lnTo>
                    <a:pt x="16383" y="182"/>
                  </a:lnTo>
                  <a:lnTo>
                    <a:pt x="523" y="10370"/>
                  </a:lnTo>
                  <a:cubicBezTo>
                    <a:pt x="500" y="10404"/>
                    <a:pt x="466" y="10427"/>
                    <a:pt x="443" y="10449"/>
                  </a:cubicBezTo>
                  <a:cubicBezTo>
                    <a:pt x="375" y="10506"/>
                    <a:pt x="330" y="10551"/>
                    <a:pt x="273" y="10619"/>
                  </a:cubicBezTo>
                  <a:cubicBezTo>
                    <a:pt x="228" y="10676"/>
                    <a:pt x="194" y="10733"/>
                    <a:pt x="159" y="10790"/>
                  </a:cubicBezTo>
                  <a:cubicBezTo>
                    <a:pt x="125" y="10858"/>
                    <a:pt x="91" y="10926"/>
                    <a:pt x="69" y="10994"/>
                  </a:cubicBezTo>
                  <a:cubicBezTo>
                    <a:pt x="46" y="11062"/>
                    <a:pt x="35" y="11141"/>
                    <a:pt x="23" y="11209"/>
                  </a:cubicBezTo>
                  <a:cubicBezTo>
                    <a:pt x="12" y="11255"/>
                    <a:pt x="12" y="11289"/>
                    <a:pt x="1" y="11334"/>
                  </a:cubicBezTo>
                  <a:lnTo>
                    <a:pt x="1" y="15872"/>
                  </a:lnTo>
                  <a:cubicBezTo>
                    <a:pt x="1" y="15895"/>
                    <a:pt x="23" y="15929"/>
                    <a:pt x="23" y="15963"/>
                  </a:cubicBezTo>
                  <a:cubicBezTo>
                    <a:pt x="35" y="16031"/>
                    <a:pt x="46" y="16110"/>
                    <a:pt x="69" y="16178"/>
                  </a:cubicBezTo>
                  <a:cubicBezTo>
                    <a:pt x="91" y="16258"/>
                    <a:pt x="114" y="16326"/>
                    <a:pt x="148" y="16394"/>
                  </a:cubicBezTo>
                  <a:cubicBezTo>
                    <a:pt x="159" y="16417"/>
                    <a:pt x="171" y="16451"/>
                    <a:pt x="182" y="16485"/>
                  </a:cubicBezTo>
                  <a:cubicBezTo>
                    <a:pt x="216" y="16530"/>
                    <a:pt x="262" y="16575"/>
                    <a:pt x="307" y="16621"/>
                  </a:cubicBezTo>
                  <a:cubicBezTo>
                    <a:pt x="318" y="16643"/>
                    <a:pt x="330" y="16655"/>
                    <a:pt x="352" y="16678"/>
                  </a:cubicBezTo>
                  <a:cubicBezTo>
                    <a:pt x="443" y="16757"/>
                    <a:pt x="545" y="16836"/>
                    <a:pt x="659" y="16882"/>
                  </a:cubicBezTo>
                  <a:cubicBezTo>
                    <a:pt x="693" y="16904"/>
                    <a:pt x="715" y="16904"/>
                    <a:pt x="738" y="16916"/>
                  </a:cubicBezTo>
                  <a:cubicBezTo>
                    <a:pt x="863" y="16961"/>
                    <a:pt x="999" y="16995"/>
                    <a:pt x="1135" y="16995"/>
                  </a:cubicBezTo>
                  <a:cubicBezTo>
                    <a:pt x="1271" y="16995"/>
                    <a:pt x="1396" y="16961"/>
                    <a:pt x="1521" y="16916"/>
                  </a:cubicBezTo>
                  <a:cubicBezTo>
                    <a:pt x="1566" y="16904"/>
                    <a:pt x="1600" y="16882"/>
                    <a:pt x="1634" y="16870"/>
                  </a:cubicBezTo>
                  <a:cubicBezTo>
                    <a:pt x="1668" y="16848"/>
                    <a:pt x="1714" y="16836"/>
                    <a:pt x="1748" y="16814"/>
                  </a:cubicBezTo>
                  <a:lnTo>
                    <a:pt x="2270" y="16485"/>
                  </a:lnTo>
                  <a:lnTo>
                    <a:pt x="2270" y="30620"/>
                  </a:lnTo>
                  <a:lnTo>
                    <a:pt x="1135" y="30620"/>
                  </a:lnTo>
                  <a:cubicBezTo>
                    <a:pt x="511" y="30620"/>
                    <a:pt x="1" y="31131"/>
                    <a:pt x="1" y="31755"/>
                  </a:cubicBezTo>
                  <a:cubicBezTo>
                    <a:pt x="1" y="32379"/>
                    <a:pt x="511" y="32889"/>
                    <a:pt x="1135" y="32889"/>
                  </a:cubicBezTo>
                  <a:lnTo>
                    <a:pt x="32901" y="32889"/>
                  </a:lnTo>
                  <a:cubicBezTo>
                    <a:pt x="33524" y="32889"/>
                    <a:pt x="34035" y="32379"/>
                    <a:pt x="34035" y="31755"/>
                  </a:cubicBezTo>
                  <a:cubicBezTo>
                    <a:pt x="34035" y="31131"/>
                    <a:pt x="33524" y="30620"/>
                    <a:pt x="32901" y="30620"/>
                  </a:cubicBezTo>
                  <a:lnTo>
                    <a:pt x="31766" y="30620"/>
                  </a:lnTo>
                  <a:lnTo>
                    <a:pt x="31766" y="16485"/>
                  </a:lnTo>
                  <a:lnTo>
                    <a:pt x="32288" y="16814"/>
                  </a:lnTo>
                  <a:cubicBezTo>
                    <a:pt x="32322" y="16836"/>
                    <a:pt x="32356" y="16848"/>
                    <a:pt x="32401" y="16870"/>
                  </a:cubicBezTo>
                  <a:cubicBezTo>
                    <a:pt x="32435" y="16882"/>
                    <a:pt x="32469" y="16904"/>
                    <a:pt x="32503" y="16916"/>
                  </a:cubicBezTo>
                  <a:cubicBezTo>
                    <a:pt x="32628" y="16961"/>
                    <a:pt x="32764" y="16995"/>
                    <a:pt x="32901" y="16995"/>
                  </a:cubicBezTo>
                  <a:cubicBezTo>
                    <a:pt x="33037" y="16995"/>
                    <a:pt x="33161" y="16961"/>
                    <a:pt x="33286" y="16916"/>
                  </a:cubicBezTo>
                  <a:cubicBezTo>
                    <a:pt x="33320" y="16904"/>
                    <a:pt x="33343" y="16904"/>
                    <a:pt x="33366" y="16893"/>
                  </a:cubicBezTo>
                  <a:cubicBezTo>
                    <a:pt x="33490" y="16836"/>
                    <a:pt x="33593" y="16768"/>
                    <a:pt x="33683" y="16678"/>
                  </a:cubicBezTo>
                  <a:cubicBezTo>
                    <a:pt x="33695" y="16655"/>
                    <a:pt x="33706" y="16643"/>
                    <a:pt x="33729" y="16621"/>
                  </a:cubicBezTo>
                  <a:cubicBezTo>
                    <a:pt x="33774" y="16575"/>
                    <a:pt x="33808" y="16530"/>
                    <a:pt x="33853" y="16485"/>
                  </a:cubicBezTo>
                  <a:cubicBezTo>
                    <a:pt x="33865" y="16451"/>
                    <a:pt x="33876" y="16428"/>
                    <a:pt x="33888" y="16394"/>
                  </a:cubicBezTo>
                  <a:cubicBezTo>
                    <a:pt x="33922" y="16326"/>
                    <a:pt x="33944" y="16258"/>
                    <a:pt x="33967" y="16178"/>
                  </a:cubicBezTo>
                  <a:cubicBezTo>
                    <a:pt x="33990" y="16110"/>
                    <a:pt x="34001" y="16031"/>
                    <a:pt x="34012" y="15963"/>
                  </a:cubicBezTo>
                  <a:cubicBezTo>
                    <a:pt x="34024" y="15929"/>
                    <a:pt x="34024" y="15895"/>
                    <a:pt x="34035" y="15872"/>
                  </a:cubicBezTo>
                  <a:lnTo>
                    <a:pt x="34035" y="11323"/>
                  </a:lnTo>
                  <a:cubicBezTo>
                    <a:pt x="34024" y="11289"/>
                    <a:pt x="34012" y="11243"/>
                    <a:pt x="34001" y="11209"/>
                  </a:cubicBezTo>
                  <a:cubicBezTo>
                    <a:pt x="33990" y="11062"/>
                    <a:pt x="33944" y="10914"/>
                    <a:pt x="33876" y="10778"/>
                  </a:cubicBezTo>
                  <a:cubicBezTo>
                    <a:pt x="33842" y="10721"/>
                    <a:pt x="33808" y="10665"/>
                    <a:pt x="33763" y="10608"/>
                  </a:cubicBezTo>
                  <a:cubicBezTo>
                    <a:pt x="33706" y="10551"/>
                    <a:pt x="33649" y="10495"/>
                    <a:pt x="33593" y="10449"/>
                  </a:cubicBezTo>
                  <a:cubicBezTo>
                    <a:pt x="33559" y="10415"/>
                    <a:pt x="33547" y="10381"/>
                    <a:pt x="33513" y="10370"/>
                  </a:cubicBezTo>
                  <a:lnTo>
                    <a:pt x="17664" y="182"/>
                  </a:lnTo>
                  <a:lnTo>
                    <a:pt x="17630" y="159"/>
                  </a:lnTo>
                  <a:cubicBezTo>
                    <a:pt x="17585" y="137"/>
                    <a:pt x="17540" y="114"/>
                    <a:pt x="17494" y="103"/>
                  </a:cubicBezTo>
                  <a:cubicBezTo>
                    <a:pt x="17404" y="57"/>
                    <a:pt x="17324" y="23"/>
                    <a:pt x="17233"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1"/>
            <p:cNvSpPr/>
            <p:nvPr/>
          </p:nvSpPr>
          <p:spPr>
            <a:xfrm>
              <a:off x="-1007233" y="2550056"/>
              <a:ext cx="113205" cy="146275"/>
            </a:xfrm>
            <a:custGeom>
              <a:avLst/>
              <a:gdLst/>
              <a:ahLst/>
              <a:cxnLst/>
              <a:rect l="l" t="t" r="r" b="b"/>
              <a:pathLst>
                <a:path w="19310" h="24951" extrusionOk="0">
                  <a:moveTo>
                    <a:pt x="1135" y="1"/>
                  </a:moveTo>
                  <a:cubicBezTo>
                    <a:pt x="500" y="1"/>
                    <a:pt x="1" y="500"/>
                    <a:pt x="1" y="1135"/>
                  </a:cubicBezTo>
                  <a:lnTo>
                    <a:pt x="1" y="20421"/>
                  </a:lnTo>
                  <a:cubicBezTo>
                    <a:pt x="1" y="21045"/>
                    <a:pt x="500" y="21556"/>
                    <a:pt x="1135" y="21556"/>
                  </a:cubicBezTo>
                  <a:lnTo>
                    <a:pt x="15407" y="21556"/>
                  </a:lnTo>
                  <a:lnTo>
                    <a:pt x="13932" y="23019"/>
                  </a:lnTo>
                  <a:cubicBezTo>
                    <a:pt x="13490" y="23462"/>
                    <a:pt x="13490" y="24176"/>
                    <a:pt x="13932" y="24619"/>
                  </a:cubicBezTo>
                  <a:cubicBezTo>
                    <a:pt x="14153" y="24840"/>
                    <a:pt x="14446" y="24951"/>
                    <a:pt x="14738" y="24951"/>
                  </a:cubicBezTo>
                  <a:cubicBezTo>
                    <a:pt x="15030" y="24951"/>
                    <a:pt x="15322" y="24840"/>
                    <a:pt x="15543" y="24619"/>
                  </a:cubicBezTo>
                  <a:lnTo>
                    <a:pt x="18947" y="21215"/>
                  </a:lnTo>
                  <a:cubicBezTo>
                    <a:pt x="19049" y="21113"/>
                    <a:pt x="19140" y="20988"/>
                    <a:pt x="19196" y="20852"/>
                  </a:cubicBezTo>
                  <a:cubicBezTo>
                    <a:pt x="19310" y="20569"/>
                    <a:pt x="19310" y="20262"/>
                    <a:pt x="19196" y="19979"/>
                  </a:cubicBezTo>
                  <a:cubicBezTo>
                    <a:pt x="19140" y="19843"/>
                    <a:pt x="19049" y="19718"/>
                    <a:pt x="18947" y="19616"/>
                  </a:cubicBezTo>
                  <a:lnTo>
                    <a:pt x="15543" y="16212"/>
                  </a:lnTo>
                  <a:cubicBezTo>
                    <a:pt x="15322" y="15991"/>
                    <a:pt x="15030" y="15880"/>
                    <a:pt x="14738" y="15880"/>
                  </a:cubicBezTo>
                  <a:cubicBezTo>
                    <a:pt x="14446" y="15880"/>
                    <a:pt x="14153" y="15991"/>
                    <a:pt x="13932" y="16212"/>
                  </a:cubicBezTo>
                  <a:cubicBezTo>
                    <a:pt x="13490" y="16655"/>
                    <a:pt x="13490" y="17370"/>
                    <a:pt x="13932" y="17812"/>
                  </a:cubicBezTo>
                  <a:lnTo>
                    <a:pt x="15407" y="19287"/>
                  </a:lnTo>
                  <a:lnTo>
                    <a:pt x="2270" y="19287"/>
                  </a:lnTo>
                  <a:lnTo>
                    <a:pt x="2270" y="1135"/>
                  </a:lnTo>
                  <a:cubicBezTo>
                    <a:pt x="2270" y="500"/>
                    <a:pt x="1759" y="1"/>
                    <a:pt x="11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1"/>
            <p:cNvSpPr/>
            <p:nvPr/>
          </p:nvSpPr>
          <p:spPr>
            <a:xfrm>
              <a:off x="-921371" y="2383766"/>
              <a:ext cx="133559" cy="139627"/>
            </a:xfrm>
            <a:custGeom>
              <a:avLst/>
              <a:gdLst/>
              <a:ahLst/>
              <a:cxnLst/>
              <a:rect l="l" t="t" r="r" b="b"/>
              <a:pathLst>
                <a:path w="22782" h="23817" extrusionOk="0">
                  <a:moveTo>
                    <a:pt x="4624" y="1"/>
                  </a:moveTo>
                  <a:cubicBezTo>
                    <a:pt x="4335" y="1"/>
                    <a:pt x="4045" y="111"/>
                    <a:pt x="3824" y="333"/>
                  </a:cubicBezTo>
                  <a:lnTo>
                    <a:pt x="421" y="3736"/>
                  </a:lnTo>
                  <a:cubicBezTo>
                    <a:pt x="92" y="4054"/>
                    <a:pt x="1" y="4541"/>
                    <a:pt x="171" y="4973"/>
                  </a:cubicBezTo>
                  <a:cubicBezTo>
                    <a:pt x="228" y="5109"/>
                    <a:pt x="319" y="5234"/>
                    <a:pt x="421" y="5336"/>
                  </a:cubicBezTo>
                  <a:lnTo>
                    <a:pt x="3824" y="8739"/>
                  </a:lnTo>
                  <a:cubicBezTo>
                    <a:pt x="4045" y="8960"/>
                    <a:pt x="4335" y="9071"/>
                    <a:pt x="4624" y="9071"/>
                  </a:cubicBezTo>
                  <a:cubicBezTo>
                    <a:pt x="4913" y="9071"/>
                    <a:pt x="5203" y="8960"/>
                    <a:pt x="5424" y="8739"/>
                  </a:cubicBezTo>
                  <a:cubicBezTo>
                    <a:pt x="5878" y="8297"/>
                    <a:pt x="5878" y="7582"/>
                    <a:pt x="5424" y="7139"/>
                  </a:cubicBezTo>
                  <a:lnTo>
                    <a:pt x="3960" y="5676"/>
                  </a:lnTo>
                  <a:lnTo>
                    <a:pt x="20512" y="5676"/>
                  </a:lnTo>
                  <a:lnTo>
                    <a:pt x="20512" y="22693"/>
                  </a:lnTo>
                  <a:cubicBezTo>
                    <a:pt x="20512" y="23317"/>
                    <a:pt x="21012" y="23816"/>
                    <a:pt x="21647" y="23816"/>
                  </a:cubicBezTo>
                  <a:cubicBezTo>
                    <a:pt x="22271" y="23816"/>
                    <a:pt x="22781" y="23317"/>
                    <a:pt x="22781" y="22693"/>
                  </a:cubicBezTo>
                  <a:lnTo>
                    <a:pt x="22781" y="4541"/>
                  </a:lnTo>
                  <a:cubicBezTo>
                    <a:pt x="22781" y="3906"/>
                    <a:pt x="22271" y="3407"/>
                    <a:pt x="21647" y="3407"/>
                  </a:cubicBezTo>
                  <a:lnTo>
                    <a:pt x="3960" y="3407"/>
                  </a:lnTo>
                  <a:lnTo>
                    <a:pt x="5424" y="1932"/>
                  </a:lnTo>
                  <a:cubicBezTo>
                    <a:pt x="5866" y="1490"/>
                    <a:pt x="5866" y="775"/>
                    <a:pt x="5424" y="333"/>
                  </a:cubicBezTo>
                  <a:cubicBezTo>
                    <a:pt x="5203" y="111"/>
                    <a:pt x="4913" y="1"/>
                    <a:pt x="4624"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1" name="Google Shape;681;p21"/>
          <p:cNvSpPr txBox="1"/>
          <p:nvPr/>
        </p:nvSpPr>
        <p:spPr>
          <a:xfrm>
            <a:off x="861925" y="2833928"/>
            <a:ext cx="1096500" cy="765600"/>
          </a:xfrm>
          <a:prstGeom prst="rect">
            <a:avLst/>
          </a:prstGeom>
          <a:noFill/>
          <a:ln>
            <a:noFill/>
          </a:ln>
        </p:spPr>
        <p:txBody>
          <a:bodyPr spcFirstLastPara="1" wrap="square" lIns="0" tIns="4775" rIns="0" bIns="0" anchor="t" anchorCtr="0">
            <a:noAutofit/>
          </a:bodyPr>
          <a:lstStyle/>
          <a:p>
            <a:pPr marL="0" marR="0" lvl="0" indent="0" algn="ctr" rtl="0">
              <a:lnSpc>
                <a:spcPct val="100000"/>
              </a:lnSpc>
              <a:spcBef>
                <a:spcPts val="0"/>
              </a:spcBef>
              <a:spcAft>
                <a:spcPts val="0"/>
              </a:spcAft>
              <a:buNone/>
            </a:pPr>
            <a:r>
              <a:rPr lang="en" sz="900" dirty="0">
                <a:solidFill>
                  <a:srgbClr val="434343"/>
                </a:solidFill>
                <a:latin typeface="Montserrat ExtraBold"/>
                <a:ea typeface="Montserrat ExtraBold"/>
                <a:cs typeface="Montserrat ExtraBold"/>
                <a:sym typeface="Montserrat ExtraBold"/>
              </a:rPr>
              <a:t>The Dataset</a:t>
            </a:r>
            <a:endParaRPr sz="900" dirty="0">
              <a:solidFill>
                <a:srgbClr val="434343"/>
              </a:solidFill>
              <a:latin typeface="Montserrat ExtraBold"/>
              <a:ea typeface="Montserrat ExtraBold"/>
              <a:cs typeface="Montserrat ExtraBold"/>
              <a:sym typeface="Montserrat ExtraBold"/>
            </a:endParaRPr>
          </a:p>
          <a:p>
            <a:pPr marL="0" marR="0" lvl="0" indent="0" algn="ctr" rtl="0">
              <a:lnSpc>
                <a:spcPct val="100000"/>
              </a:lnSpc>
              <a:spcBef>
                <a:spcPts val="0"/>
              </a:spcBef>
              <a:spcAft>
                <a:spcPts val="0"/>
              </a:spcAft>
              <a:buNone/>
            </a:pPr>
            <a:r>
              <a:rPr lang="en-US" sz="1000" dirty="0">
                <a:solidFill>
                  <a:srgbClr val="434343"/>
                </a:solidFill>
                <a:latin typeface="EB Garamond"/>
                <a:ea typeface="EB Garamond"/>
                <a:cs typeface="EB Garamond"/>
                <a:sym typeface="EB Garamond"/>
              </a:rPr>
              <a:t>Focused on different housing market factors.</a:t>
            </a:r>
            <a:endParaRPr sz="1000" dirty="0">
              <a:solidFill>
                <a:srgbClr val="434343"/>
              </a:solidFill>
              <a:latin typeface="EB Garamond"/>
              <a:ea typeface="EB Garamond"/>
              <a:cs typeface="EB Garamond"/>
              <a:sym typeface="EB Garamond"/>
            </a:endParaRPr>
          </a:p>
        </p:txBody>
      </p:sp>
      <p:grpSp>
        <p:nvGrpSpPr>
          <p:cNvPr id="682" name="Google Shape;682;p21"/>
          <p:cNvGrpSpPr/>
          <p:nvPr/>
        </p:nvGrpSpPr>
        <p:grpSpPr>
          <a:xfrm>
            <a:off x="1197347" y="2273138"/>
            <a:ext cx="425664" cy="389282"/>
            <a:chOff x="-1710628" y="2295530"/>
            <a:chExt cx="425664" cy="389282"/>
          </a:xfrm>
        </p:grpSpPr>
        <p:sp>
          <p:nvSpPr>
            <p:cNvPr id="683" name="Google Shape;683;p21"/>
            <p:cNvSpPr/>
            <p:nvPr/>
          </p:nvSpPr>
          <p:spPr>
            <a:xfrm>
              <a:off x="-1590910" y="2565152"/>
              <a:ext cx="53208" cy="53214"/>
            </a:xfrm>
            <a:custGeom>
              <a:avLst/>
              <a:gdLst/>
              <a:ahLst/>
              <a:cxnLst/>
              <a:rect l="l" t="t" r="r" b="b"/>
              <a:pathLst>
                <a:path w="9076" h="9077" extrusionOk="0">
                  <a:moveTo>
                    <a:pt x="6807" y="2270"/>
                  </a:moveTo>
                  <a:lnTo>
                    <a:pt x="6807" y="6808"/>
                  </a:lnTo>
                  <a:lnTo>
                    <a:pt x="2269" y="6808"/>
                  </a:lnTo>
                  <a:lnTo>
                    <a:pt x="2269" y="2270"/>
                  </a:lnTo>
                  <a:close/>
                  <a:moveTo>
                    <a:pt x="1135" y="1"/>
                  </a:moveTo>
                  <a:cubicBezTo>
                    <a:pt x="511" y="1"/>
                    <a:pt x="0" y="511"/>
                    <a:pt x="0" y="1135"/>
                  </a:cubicBezTo>
                  <a:lnTo>
                    <a:pt x="0" y="7942"/>
                  </a:lnTo>
                  <a:cubicBezTo>
                    <a:pt x="0" y="8566"/>
                    <a:pt x="511" y="9077"/>
                    <a:pt x="1135" y="9077"/>
                  </a:cubicBezTo>
                  <a:lnTo>
                    <a:pt x="7941" y="9077"/>
                  </a:lnTo>
                  <a:cubicBezTo>
                    <a:pt x="8565" y="9077"/>
                    <a:pt x="9076" y="8566"/>
                    <a:pt x="9076" y="7942"/>
                  </a:cubicBezTo>
                  <a:lnTo>
                    <a:pt x="9076" y="1135"/>
                  </a:lnTo>
                  <a:cubicBezTo>
                    <a:pt x="9076" y="511"/>
                    <a:pt x="8565" y="1"/>
                    <a:pt x="7941"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1"/>
            <p:cNvSpPr/>
            <p:nvPr/>
          </p:nvSpPr>
          <p:spPr>
            <a:xfrm>
              <a:off x="-1457895" y="2565152"/>
              <a:ext cx="53214" cy="53214"/>
            </a:xfrm>
            <a:custGeom>
              <a:avLst/>
              <a:gdLst/>
              <a:ahLst/>
              <a:cxnLst/>
              <a:rect l="l" t="t" r="r" b="b"/>
              <a:pathLst>
                <a:path w="9077" h="9077" extrusionOk="0">
                  <a:moveTo>
                    <a:pt x="6808" y="2270"/>
                  </a:moveTo>
                  <a:lnTo>
                    <a:pt x="6808" y="6808"/>
                  </a:lnTo>
                  <a:lnTo>
                    <a:pt x="2270" y="6808"/>
                  </a:lnTo>
                  <a:lnTo>
                    <a:pt x="2270" y="2270"/>
                  </a:lnTo>
                  <a:close/>
                  <a:moveTo>
                    <a:pt x="1135" y="1"/>
                  </a:moveTo>
                  <a:cubicBezTo>
                    <a:pt x="511" y="1"/>
                    <a:pt x="1" y="511"/>
                    <a:pt x="1" y="1135"/>
                  </a:cubicBezTo>
                  <a:lnTo>
                    <a:pt x="1" y="7942"/>
                  </a:lnTo>
                  <a:cubicBezTo>
                    <a:pt x="1" y="8566"/>
                    <a:pt x="511" y="9077"/>
                    <a:pt x="1135" y="9077"/>
                  </a:cubicBezTo>
                  <a:lnTo>
                    <a:pt x="7942" y="9077"/>
                  </a:lnTo>
                  <a:cubicBezTo>
                    <a:pt x="8566" y="9077"/>
                    <a:pt x="9076" y="8566"/>
                    <a:pt x="9076" y="7942"/>
                  </a:cubicBezTo>
                  <a:lnTo>
                    <a:pt x="9076" y="1135"/>
                  </a:lnTo>
                  <a:cubicBezTo>
                    <a:pt x="9076" y="511"/>
                    <a:pt x="8566" y="1"/>
                    <a:pt x="7942"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1"/>
            <p:cNvSpPr/>
            <p:nvPr/>
          </p:nvSpPr>
          <p:spPr>
            <a:xfrm>
              <a:off x="-1524406" y="2505273"/>
              <a:ext cx="55342" cy="53237"/>
            </a:xfrm>
            <a:custGeom>
              <a:avLst/>
              <a:gdLst/>
              <a:ahLst/>
              <a:cxnLst/>
              <a:rect l="l" t="t" r="r" b="b"/>
              <a:pathLst>
                <a:path w="9440" h="9081" extrusionOk="0">
                  <a:moveTo>
                    <a:pt x="4539" y="2273"/>
                  </a:moveTo>
                  <a:cubicBezTo>
                    <a:pt x="6558" y="2273"/>
                    <a:pt x="7579" y="4713"/>
                    <a:pt x="6150" y="6142"/>
                  </a:cubicBezTo>
                  <a:cubicBezTo>
                    <a:pt x="5687" y="6605"/>
                    <a:pt x="5117" y="6812"/>
                    <a:pt x="4558" y="6812"/>
                  </a:cubicBezTo>
                  <a:cubicBezTo>
                    <a:pt x="3391" y="6812"/>
                    <a:pt x="2270" y="5908"/>
                    <a:pt x="2270" y="4542"/>
                  </a:cubicBezTo>
                  <a:cubicBezTo>
                    <a:pt x="2270" y="3283"/>
                    <a:pt x="3291" y="2273"/>
                    <a:pt x="4539" y="2273"/>
                  </a:cubicBezTo>
                  <a:close/>
                  <a:moveTo>
                    <a:pt x="4535" y="1"/>
                  </a:moveTo>
                  <a:cubicBezTo>
                    <a:pt x="3952" y="1"/>
                    <a:pt x="3364" y="113"/>
                    <a:pt x="2803" y="345"/>
                  </a:cubicBezTo>
                  <a:cubicBezTo>
                    <a:pt x="1113" y="1048"/>
                    <a:pt x="1" y="2705"/>
                    <a:pt x="1" y="4542"/>
                  </a:cubicBezTo>
                  <a:cubicBezTo>
                    <a:pt x="1" y="7050"/>
                    <a:pt x="2032" y="9080"/>
                    <a:pt x="4539" y="9080"/>
                  </a:cubicBezTo>
                  <a:cubicBezTo>
                    <a:pt x="6377" y="9080"/>
                    <a:pt x="8033" y="7969"/>
                    <a:pt x="8736" y="6278"/>
                  </a:cubicBezTo>
                  <a:cubicBezTo>
                    <a:pt x="9440" y="4576"/>
                    <a:pt x="9043" y="2625"/>
                    <a:pt x="7749" y="1332"/>
                  </a:cubicBezTo>
                  <a:cubicBezTo>
                    <a:pt x="6882" y="465"/>
                    <a:pt x="5720" y="1"/>
                    <a:pt x="453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1"/>
            <p:cNvSpPr/>
            <p:nvPr/>
          </p:nvSpPr>
          <p:spPr>
            <a:xfrm>
              <a:off x="-1710628" y="2432085"/>
              <a:ext cx="425664" cy="252727"/>
            </a:xfrm>
            <a:custGeom>
              <a:avLst/>
              <a:gdLst/>
              <a:ahLst/>
              <a:cxnLst/>
              <a:rect l="l" t="t" r="r" b="b"/>
              <a:pathLst>
                <a:path w="72608" h="43109" extrusionOk="0">
                  <a:moveTo>
                    <a:pt x="36304" y="2494"/>
                  </a:moveTo>
                  <a:lnTo>
                    <a:pt x="57859" y="16505"/>
                  </a:lnTo>
                  <a:lnTo>
                    <a:pt x="57859" y="18331"/>
                  </a:lnTo>
                  <a:lnTo>
                    <a:pt x="36928" y="4717"/>
                  </a:lnTo>
                  <a:cubicBezTo>
                    <a:pt x="36741" y="4598"/>
                    <a:pt x="36525" y="4539"/>
                    <a:pt x="36309" y="4539"/>
                  </a:cubicBezTo>
                  <a:cubicBezTo>
                    <a:pt x="36094" y="4539"/>
                    <a:pt x="35878" y="4598"/>
                    <a:pt x="35691" y="4717"/>
                  </a:cubicBezTo>
                  <a:lnTo>
                    <a:pt x="14749" y="18331"/>
                  </a:lnTo>
                  <a:lnTo>
                    <a:pt x="14749" y="16505"/>
                  </a:lnTo>
                  <a:lnTo>
                    <a:pt x="36304" y="2494"/>
                  </a:lnTo>
                  <a:close/>
                  <a:moveTo>
                    <a:pt x="10211" y="36313"/>
                  </a:moveTo>
                  <a:cubicBezTo>
                    <a:pt x="10835" y="36313"/>
                    <a:pt x="11345" y="36823"/>
                    <a:pt x="11345" y="37447"/>
                  </a:cubicBezTo>
                  <a:lnTo>
                    <a:pt x="11345" y="38582"/>
                  </a:lnTo>
                  <a:cubicBezTo>
                    <a:pt x="11345" y="39206"/>
                    <a:pt x="11856" y="39716"/>
                    <a:pt x="12480" y="39716"/>
                  </a:cubicBezTo>
                  <a:cubicBezTo>
                    <a:pt x="13104" y="39716"/>
                    <a:pt x="13614" y="39206"/>
                    <a:pt x="13614" y="38582"/>
                  </a:cubicBezTo>
                  <a:cubicBezTo>
                    <a:pt x="13614" y="37958"/>
                    <a:pt x="14125" y="37447"/>
                    <a:pt x="14749" y="37447"/>
                  </a:cubicBezTo>
                  <a:cubicBezTo>
                    <a:pt x="15690" y="37447"/>
                    <a:pt x="15883" y="37901"/>
                    <a:pt x="15883" y="38582"/>
                  </a:cubicBezTo>
                  <a:lnTo>
                    <a:pt x="15883" y="40851"/>
                  </a:lnTo>
                  <a:lnTo>
                    <a:pt x="4538" y="40851"/>
                  </a:lnTo>
                  <a:lnTo>
                    <a:pt x="4538" y="38582"/>
                  </a:lnTo>
                  <a:cubicBezTo>
                    <a:pt x="4538" y="37958"/>
                    <a:pt x="5049" y="37447"/>
                    <a:pt x="5673" y="37447"/>
                  </a:cubicBezTo>
                  <a:cubicBezTo>
                    <a:pt x="6297" y="37447"/>
                    <a:pt x="6807" y="37958"/>
                    <a:pt x="6807" y="38582"/>
                  </a:cubicBezTo>
                  <a:cubicBezTo>
                    <a:pt x="6807" y="39206"/>
                    <a:pt x="7318" y="39716"/>
                    <a:pt x="7942" y="39716"/>
                  </a:cubicBezTo>
                  <a:cubicBezTo>
                    <a:pt x="8566" y="39716"/>
                    <a:pt x="9076" y="39206"/>
                    <a:pt x="9076" y="38582"/>
                  </a:cubicBezTo>
                  <a:lnTo>
                    <a:pt x="9076" y="37447"/>
                  </a:lnTo>
                  <a:cubicBezTo>
                    <a:pt x="9076" y="36823"/>
                    <a:pt x="9587" y="36313"/>
                    <a:pt x="10211" y="36313"/>
                  </a:cubicBezTo>
                  <a:close/>
                  <a:moveTo>
                    <a:pt x="38573" y="29506"/>
                  </a:moveTo>
                  <a:lnTo>
                    <a:pt x="38573" y="40851"/>
                  </a:lnTo>
                  <a:lnTo>
                    <a:pt x="34035" y="40851"/>
                  </a:lnTo>
                  <a:lnTo>
                    <a:pt x="34035" y="29506"/>
                  </a:lnTo>
                  <a:close/>
                  <a:moveTo>
                    <a:pt x="36304" y="7032"/>
                  </a:moveTo>
                  <a:lnTo>
                    <a:pt x="54455" y="18830"/>
                  </a:lnTo>
                  <a:lnTo>
                    <a:pt x="54455" y="40851"/>
                  </a:lnTo>
                  <a:lnTo>
                    <a:pt x="40842" y="40851"/>
                  </a:lnTo>
                  <a:lnTo>
                    <a:pt x="40842" y="28371"/>
                  </a:lnTo>
                  <a:cubicBezTo>
                    <a:pt x="40842" y="27747"/>
                    <a:pt x="40331" y="27237"/>
                    <a:pt x="39707" y="27237"/>
                  </a:cubicBezTo>
                  <a:lnTo>
                    <a:pt x="32900" y="27237"/>
                  </a:lnTo>
                  <a:cubicBezTo>
                    <a:pt x="32276" y="27237"/>
                    <a:pt x="31766" y="27747"/>
                    <a:pt x="31766" y="28371"/>
                  </a:cubicBezTo>
                  <a:lnTo>
                    <a:pt x="31766" y="40851"/>
                  </a:lnTo>
                  <a:lnTo>
                    <a:pt x="18152" y="40851"/>
                  </a:lnTo>
                  <a:lnTo>
                    <a:pt x="18152" y="18830"/>
                  </a:lnTo>
                  <a:lnTo>
                    <a:pt x="36304" y="7032"/>
                  </a:lnTo>
                  <a:close/>
                  <a:moveTo>
                    <a:pt x="62397" y="36313"/>
                  </a:moveTo>
                  <a:cubicBezTo>
                    <a:pt x="63021" y="36313"/>
                    <a:pt x="63531" y="36823"/>
                    <a:pt x="63531" y="37447"/>
                  </a:cubicBezTo>
                  <a:lnTo>
                    <a:pt x="63531" y="38582"/>
                  </a:lnTo>
                  <a:cubicBezTo>
                    <a:pt x="63531" y="39206"/>
                    <a:pt x="64042" y="39716"/>
                    <a:pt x="64666" y="39716"/>
                  </a:cubicBezTo>
                  <a:cubicBezTo>
                    <a:pt x="65290" y="39716"/>
                    <a:pt x="65800" y="39206"/>
                    <a:pt x="65800" y="38582"/>
                  </a:cubicBezTo>
                  <a:cubicBezTo>
                    <a:pt x="65800" y="37958"/>
                    <a:pt x="66311" y="37447"/>
                    <a:pt x="66935" y="37447"/>
                  </a:cubicBezTo>
                  <a:cubicBezTo>
                    <a:pt x="67876" y="37447"/>
                    <a:pt x="68069" y="37901"/>
                    <a:pt x="68069" y="38582"/>
                  </a:cubicBezTo>
                  <a:lnTo>
                    <a:pt x="68069" y="40851"/>
                  </a:lnTo>
                  <a:lnTo>
                    <a:pt x="56724" y="40851"/>
                  </a:lnTo>
                  <a:lnTo>
                    <a:pt x="56724" y="38582"/>
                  </a:lnTo>
                  <a:cubicBezTo>
                    <a:pt x="56724" y="37958"/>
                    <a:pt x="57235" y="37447"/>
                    <a:pt x="57859" y="37447"/>
                  </a:cubicBezTo>
                  <a:cubicBezTo>
                    <a:pt x="58483" y="37447"/>
                    <a:pt x="58993" y="37958"/>
                    <a:pt x="58993" y="38582"/>
                  </a:cubicBezTo>
                  <a:cubicBezTo>
                    <a:pt x="58993" y="39206"/>
                    <a:pt x="59504" y="39716"/>
                    <a:pt x="60128" y="39716"/>
                  </a:cubicBezTo>
                  <a:cubicBezTo>
                    <a:pt x="60752" y="39716"/>
                    <a:pt x="61262" y="39206"/>
                    <a:pt x="61262" y="38582"/>
                  </a:cubicBezTo>
                  <a:lnTo>
                    <a:pt x="61262" y="37447"/>
                  </a:lnTo>
                  <a:cubicBezTo>
                    <a:pt x="61262" y="36823"/>
                    <a:pt x="61773" y="36313"/>
                    <a:pt x="62397" y="36313"/>
                  </a:cubicBezTo>
                  <a:close/>
                  <a:moveTo>
                    <a:pt x="36298" y="1"/>
                  </a:moveTo>
                  <a:cubicBezTo>
                    <a:pt x="36083" y="1"/>
                    <a:pt x="35867" y="60"/>
                    <a:pt x="35680" y="179"/>
                  </a:cubicBezTo>
                  <a:lnTo>
                    <a:pt x="12990" y="14928"/>
                  </a:lnTo>
                  <a:cubicBezTo>
                    <a:pt x="12956" y="14950"/>
                    <a:pt x="12945" y="14984"/>
                    <a:pt x="12911" y="15007"/>
                  </a:cubicBezTo>
                  <a:cubicBezTo>
                    <a:pt x="12854" y="15064"/>
                    <a:pt x="12797" y="15109"/>
                    <a:pt x="12741" y="15177"/>
                  </a:cubicBezTo>
                  <a:cubicBezTo>
                    <a:pt x="12695" y="15234"/>
                    <a:pt x="12661" y="15291"/>
                    <a:pt x="12627" y="15347"/>
                  </a:cubicBezTo>
                  <a:cubicBezTo>
                    <a:pt x="12593" y="15415"/>
                    <a:pt x="12571" y="15472"/>
                    <a:pt x="12548" y="15552"/>
                  </a:cubicBezTo>
                  <a:cubicBezTo>
                    <a:pt x="12525" y="15620"/>
                    <a:pt x="12502" y="15699"/>
                    <a:pt x="12502" y="15767"/>
                  </a:cubicBezTo>
                  <a:cubicBezTo>
                    <a:pt x="12502" y="15813"/>
                    <a:pt x="12480" y="15847"/>
                    <a:pt x="12480" y="15881"/>
                  </a:cubicBezTo>
                  <a:lnTo>
                    <a:pt x="12480" y="20419"/>
                  </a:lnTo>
                  <a:cubicBezTo>
                    <a:pt x="12480" y="20453"/>
                    <a:pt x="12491" y="20487"/>
                    <a:pt x="12502" y="20521"/>
                  </a:cubicBezTo>
                  <a:cubicBezTo>
                    <a:pt x="12502" y="20589"/>
                    <a:pt x="12525" y="20668"/>
                    <a:pt x="12548" y="20736"/>
                  </a:cubicBezTo>
                  <a:cubicBezTo>
                    <a:pt x="12559" y="20816"/>
                    <a:pt x="12593" y="20884"/>
                    <a:pt x="12627" y="20952"/>
                  </a:cubicBezTo>
                  <a:cubicBezTo>
                    <a:pt x="12639" y="20974"/>
                    <a:pt x="12639" y="21008"/>
                    <a:pt x="12661" y="21043"/>
                  </a:cubicBezTo>
                  <a:cubicBezTo>
                    <a:pt x="12673" y="21065"/>
                    <a:pt x="12718" y="21088"/>
                    <a:pt x="12741" y="21122"/>
                  </a:cubicBezTo>
                  <a:cubicBezTo>
                    <a:pt x="12786" y="21179"/>
                    <a:pt x="12843" y="21235"/>
                    <a:pt x="12900" y="21292"/>
                  </a:cubicBezTo>
                  <a:cubicBezTo>
                    <a:pt x="12956" y="21326"/>
                    <a:pt x="13013" y="21372"/>
                    <a:pt x="13081" y="21406"/>
                  </a:cubicBezTo>
                  <a:cubicBezTo>
                    <a:pt x="13138" y="21440"/>
                    <a:pt x="13206" y="21462"/>
                    <a:pt x="13274" y="21485"/>
                  </a:cubicBezTo>
                  <a:cubicBezTo>
                    <a:pt x="13353" y="21508"/>
                    <a:pt x="13421" y="21530"/>
                    <a:pt x="13501" y="21530"/>
                  </a:cubicBezTo>
                  <a:cubicBezTo>
                    <a:pt x="13535" y="21542"/>
                    <a:pt x="13580" y="21553"/>
                    <a:pt x="13614" y="21553"/>
                  </a:cubicBezTo>
                  <a:cubicBezTo>
                    <a:pt x="13648" y="21553"/>
                    <a:pt x="13671" y="21542"/>
                    <a:pt x="13705" y="21542"/>
                  </a:cubicBezTo>
                  <a:cubicBezTo>
                    <a:pt x="13784" y="21530"/>
                    <a:pt x="13864" y="21519"/>
                    <a:pt x="13932" y="21496"/>
                  </a:cubicBezTo>
                  <a:cubicBezTo>
                    <a:pt x="14000" y="21474"/>
                    <a:pt x="14079" y="21440"/>
                    <a:pt x="14136" y="21406"/>
                  </a:cubicBezTo>
                  <a:cubicBezTo>
                    <a:pt x="14170" y="21394"/>
                    <a:pt x="14204" y="21394"/>
                    <a:pt x="14227" y="21372"/>
                  </a:cubicBezTo>
                  <a:lnTo>
                    <a:pt x="15883" y="20305"/>
                  </a:lnTo>
                  <a:lnTo>
                    <a:pt x="15883" y="35337"/>
                  </a:lnTo>
                  <a:cubicBezTo>
                    <a:pt x="15509" y="35224"/>
                    <a:pt x="15134" y="35167"/>
                    <a:pt x="14749" y="35167"/>
                  </a:cubicBezTo>
                  <a:cubicBezTo>
                    <a:pt x="14159" y="35167"/>
                    <a:pt x="13580" y="35314"/>
                    <a:pt x="13081" y="35609"/>
                  </a:cubicBezTo>
                  <a:cubicBezTo>
                    <a:pt x="12406" y="34560"/>
                    <a:pt x="11306" y="34035"/>
                    <a:pt x="10207" y="34035"/>
                  </a:cubicBezTo>
                  <a:cubicBezTo>
                    <a:pt x="9108" y="34035"/>
                    <a:pt x="8010" y="34560"/>
                    <a:pt x="7341" y="35609"/>
                  </a:cubicBezTo>
                  <a:cubicBezTo>
                    <a:pt x="6799" y="35303"/>
                    <a:pt x="6226" y="35163"/>
                    <a:pt x="5669" y="35163"/>
                  </a:cubicBezTo>
                  <a:cubicBezTo>
                    <a:pt x="3893" y="35163"/>
                    <a:pt x="2269" y="36584"/>
                    <a:pt x="2269" y="38570"/>
                  </a:cubicBezTo>
                  <a:lnTo>
                    <a:pt x="2269" y="40839"/>
                  </a:lnTo>
                  <a:lnTo>
                    <a:pt x="1135" y="40839"/>
                  </a:lnTo>
                  <a:cubicBezTo>
                    <a:pt x="511" y="40839"/>
                    <a:pt x="1" y="41350"/>
                    <a:pt x="1" y="41974"/>
                  </a:cubicBezTo>
                  <a:cubicBezTo>
                    <a:pt x="1" y="42598"/>
                    <a:pt x="511" y="43108"/>
                    <a:pt x="1135" y="43108"/>
                  </a:cubicBezTo>
                  <a:lnTo>
                    <a:pt x="71473" y="43108"/>
                  </a:lnTo>
                  <a:cubicBezTo>
                    <a:pt x="72097" y="43108"/>
                    <a:pt x="72607" y="42598"/>
                    <a:pt x="72607" y="41974"/>
                  </a:cubicBezTo>
                  <a:cubicBezTo>
                    <a:pt x="72607" y="41350"/>
                    <a:pt x="72097" y="40839"/>
                    <a:pt x="71473" y="40839"/>
                  </a:cubicBezTo>
                  <a:lnTo>
                    <a:pt x="71473" y="40851"/>
                  </a:lnTo>
                  <a:lnTo>
                    <a:pt x="70338" y="40851"/>
                  </a:lnTo>
                  <a:lnTo>
                    <a:pt x="70338" y="38582"/>
                  </a:lnTo>
                  <a:cubicBezTo>
                    <a:pt x="70338" y="36517"/>
                    <a:pt x="69011" y="35178"/>
                    <a:pt x="66935" y="35178"/>
                  </a:cubicBezTo>
                  <a:cubicBezTo>
                    <a:pt x="66356" y="35178"/>
                    <a:pt x="65778" y="35326"/>
                    <a:pt x="65267" y="35621"/>
                  </a:cubicBezTo>
                  <a:cubicBezTo>
                    <a:pt x="64598" y="34571"/>
                    <a:pt x="63500" y="34047"/>
                    <a:pt x="62402" y="34047"/>
                  </a:cubicBezTo>
                  <a:cubicBezTo>
                    <a:pt x="61305" y="34047"/>
                    <a:pt x="60207" y="34571"/>
                    <a:pt x="59538" y="35621"/>
                  </a:cubicBezTo>
                  <a:cubicBezTo>
                    <a:pt x="59027" y="35326"/>
                    <a:pt x="58449" y="35178"/>
                    <a:pt x="57859" y="35178"/>
                  </a:cubicBezTo>
                  <a:cubicBezTo>
                    <a:pt x="57473" y="35178"/>
                    <a:pt x="57087" y="35246"/>
                    <a:pt x="56724" y="35382"/>
                  </a:cubicBezTo>
                  <a:lnTo>
                    <a:pt x="56724" y="20305"/>
                  </a:lnTo>
                  <a:lnTo>
                    <a:pt x="58381" y="21383"/>
                  </a:lnTo>
                  <a:cubicBezTo>
                    <a:pt x="58415" y="21394"/>
                    <a:pt x="58460" y="21417"/>
                    <a:pt x="58494" y="21428"/>
                  </a:cubicBezTo>
                  <a:cubicBezTo>
                    <a:pt x="58528" y="21451"/>
                    <a:pt x="58562" y="21462"/>
                    <a:pt x="58608" y="21485"/>
                  </a:cubicBezTo>
                  <a:cubicBezTo>
                    <a:pt x="58732" y="21530"/>
                    <a:pt x="58857" y="21553"/>
                    <a:pt x="58993" y="21564"/>
                  </a:cubicBezTo>
                  <a:cubicBezTo>
                    <a:pt x="59129" y="21553"/>
                    <a:pt x="59266" y="21530"/>
                    <a:pt x="59390" y="21485"/>
                  </a:cubicBezTo>
                  <a:cubicBezTo>
                    <a:pt x="59413" y="21474"/>
                    <a:pt x="59447" y="21462"/>
                    <a:pt x="59470" y="21451"/>
                  </a:cubicBezTo>
                  <a:cubicBezTo>
                    <a:pt x="59583" y="21394"/>
                    <a:pt x="59685" y="21326"/>
                    <a:pt x="59776" y="21235"/>
                  </a:cubicBezTo>
                  <a:cubicBezTo>
                    <a:pt x="59799" y="21224"/>
                    <a:pt x="59810" y="21201"/>
                    <a:pt x="59822" y="21179"/>
                  </a:cubicBezTo>
                  <a:cubicBezTo>
                    <a:pt x="59867" y="21133"/>
                    <a:pt x="59912" y="21088"/>
                    <a:pt x="59946" y="21043"/>
                  </a:cubicBezTo>
                  <a:cubicBezTo>
                    <a:pt x="59958" y="21008"/>
                    <a:pt x="59969" y="20974"/>
                    <a:pt x="59980" y="20952"/>
                  </a:cubicBezTo>
                  <a:cubicBezTo>
                    <a:pt x="60014" y="20884"/>
                    <a:pt x="60037" y="20816"/>
                    <a:pt x="60060" y="20736"/>
                  </a:cubicBezTo>
                  <a:cubicBezTo>
                    <a:pt x="60082" y="20668"/>
                    <a:pt x="60094" y="20589"/>
                    <a:pt x="60105" y="20521"/>
                  </a:cubicBezTo>
                  <a:cubicBezTo>
                    <a:pt x="60105" y="20487"/>
                    <a:pt x="60128" y="20453"/>
                    <a:pt x="60128" y="20419"/>
                  </a:cubicBezTo>
                  <a:lnTo>
                    <a:pt x="60128" y="15881"/>
                  </a:lnTo>
                  <a:cubicBezTo>
                    <a:pt x="60128" y="15847"/>
                    <a:pt x="60105" y="15813"/>
                    <a:pt x="60105" y="15767"/>
                  </a:cubicBezTo>
                  <a:cubicBezTo>
                    <a:pt x="60094" y="15699"/>
                    <a:pt x="60082" y="15620"/>
                    <a:pt x="60060" y="15552"/>
                  </a:cubicBezTo>
                  <a:cubicBezTo>
                    <a:pt x="60037" y="15472"/>
                    <a:pt x="60003" y="15415"/>
                    <a:pt x="59969" y="15347"/>
                  </a:cubicBezTo>
                  <a:cubicBezTo>
                    <a:pt x="59935" y="15291"/>
                    <a:pt x="59901" y="15234"/>
                    <a:pt x="59856" y="15177"/>
                  </a:cubicBezTo>
                  <a:cubicBezTo>
                    <a:pt x="59810" y="15109"/>
                    <a:pt x="59753" y="15064"/>
                    <a:pt x="59685" y="15007"/>
                  </a:cubicBezTo>
                  <a:cubicBezTo>
                    <a:pt x="59663" y="14984"/>
                    <a:pt x="59640" y="14950"/>
                    <a:pt x="59606" y="14928"/>
                  </a:cubicBezTo>
                  <a:lnTo>
                    <a:pt x="36916" y="179"/>
                  </a:lnTo>
                  <a:cubicBezTo>
                    <a:pt x="36729" y="60"/>
                    <a:pt x="36514" y="1"/>
                    <a:pt x="36298"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1"/>
            <p:cNvSpPr/>
            <p:nvPr/>
          </p:nvSpPr>
          <p:spPr>
            <a:xfrm>
              <a:off x="-1522805" y="2401940"/>
              <a:ext cx="50154" cy="23538"/>
            </a:xfrm>
            <a:custGeom>
              <a:avLst/>
              <a:gdLst/>
              <a:ahLst/>
              <a:cxnLst/>
              <a:rect l="l" t="t" r="r" b="b"/>
              <a:pathLst>
                <a:path w="8555" h="4015" extrusionOk="0">
                  <a:moveTo>
                    <a:pt x="4266" y="1"/>
                  </a:moveTo>
                  <a:cubicBezTo>
                    <a:pt x="2621" y="1"/>
                    <a:pt x="1112" y="886"/>
                    <a:pt x="306" y="2326"/>
                  </a:cubicBezTo>
                  <a:cubicBezTo>
                    <a:pt x="0" y="2871"/>
                    <a:pt x="193" y="3563"/>
                    <a:pt x="749" y="3869"/>
                  </a:cubicBezTo>
                  <a:cubicBezTo>
                    <a:pt x="924" y="3968"/>
                    <a:pt x="1114" y="4014"/>
                    <a:pt x="1301" y="4014"/>
                  </a:cubicBezTo>
                  <a:cubicBezTo>
                    <a:pt x="1698" y="4014"/>
                    <a:pt x="2084" y="3804"/>
                    <a:pt x="2292" y="3427"/>
                  </a:cubicBezTo>
                  <a:cubicBezTo>
                    <a:pt x="2723" y="2650"/>
                    <a:pt x="3500" y="2261"/>
                    <a:pt x="4277" y="2261"/>
                  </a:cubicBezTo>
                  <a:cubicBezTo>
                    <a:pt x="5054" y="2261"/>
                    <a:pt x="5831" y="2650"/>
                    <a:pt x="6262" y="3427"/>
                  </a:cubicBezTo>
                  <a:cubicBezTo>
                    <a:pt x="6471" y="3804"/>
                    <a:pt x="6856" y="4014"/>
                    <a:pt x="7253" y="4014"/>
                  </a:cubicBezTo>
                  <a:cubicBezTo>
                    <a:pt x="7441" y="4014"/>
                    <a:pt x="7631" y="3968"/>
                    <a:pt x="7805" y="3869"/>
                  </a:cubicBezTo>
                  <a:cubicBezTo>
                    <a:pt x="8361" y="3563"/>
                    <a:pt x="8554" y="2871"/>
                    <a:pt x="8248" y="2326"/>
                  </a:cubicBezTo>
                  <a:cubicBezTo>
                    <a:pt x="7442" y="886"/>
                    <a:pt x="5922" y="1"/>
                    <a:pt x="4277"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1"/>
            <p:cNvSpPr/>
            <p:nvPr/>
          </p:nvSpPr>
          <p:spPr>
            <a:xfrm>
              <a:off x="-1545950" y="2375272"/>
              <a:ext cx="96444" cy="37174"/>
            </a:xfrm>
            <a:custGeom>
              <a:avLst/>
              <a:gdLst/>
              <a:ahLst/>
              <a:cxnLst/>
              <a:rect l="l" t="t" r="r" b="b"/>
              <a:pathLst>
                <a:path w="16451" h="6341" extrusionOk="0">
                  <a:moveTo>
                    <a:pt x="8225" y="0"/>
                  </a:moveTo>
                  <a:cubicBezTo>
                    <a:pt x="4935" y="0"/>
                    <a:pt x="1906" y="1782"/>
                    <a:pt x="306" y="4652"/>
                  </a:cubicBezTo>
                  <a:cubicBezTo>
                    <a:pt x="0" y="5196"/>
                    <a:pt x="193" y="5888"/>
                    <a:pt x="738" y="6195"/>
                  </a:cubicBezTo>
                  <a:cubicBezTo>
                    <a:pt x="913" y="6293"/>
                    <a:pt x="1104" y="6340"/>
                    <a:pt x="1292" y="6340"/>
                  </a:cubicBezTo>
                  <a:cubicBezTo>
                    <a:pt x="1688" y="6340"/>
                    <a:pt x="2073" y="6133"/>
                    <a:pt x="2280" y="5764"/>
                  </a:cubicBezTo>
                  <a:cubicBezTo>
                    <a:pt x="3579" y="3438"/>
                    <a:pt x="5902" y="2275"/>
                    <a:pt x="8225" y="2275"/>
                  </a:cubicBezTo>
                  <a:cubicBezTo>
                    <a:pt x="10548" y="2275"/>
                    <a:pt x="12871" y="3438"/>
                    <a:pt x="14170" y="5764"/>
                  </a:cubicBezTo>
                  <a:lnTo>
                    <a:pt x="14158" y="5764"/>
                  </a:lnTo>
                  <a:cubicBezTo>
                    <a:pt x="14366" y="6133"/>
                    <a:pt x="14751" y="6340"/>
                    <a:pt x="15147" y="6340"/>
                  </a:cubicBezTo>
                  <a:cubicBezTo>
                    <a:pt x="15335" y="6340"/>
                    <a:pt x="15526" y="6293"/>
                    <a:pt x="15701" y="6195"/>
                  </a:cubicBezTo>
                  <a:cubicBezTo>
                    <a:pt x="16257" y="5888"/>
                    <a:pt x="16450" y="5196"/>
                    <a:pt x="16144" y="4652"/>
                  </a:cubicBezTo>
                  <a:cubicBezTo>
                    <a:pt x="14533" y="1782"/>
                    <a:pt x="11504" y="0"/>
                    <a:pt x="8225"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1"/>
            <p:cNvSpPr/>
            <p:nvPr/>
          </p:nvSpPr>
          <p:spPr>
            <a:xfrm>
              <a:off x="-1569295" y="2348732"/>
              <a:ext cx="143133" cy="50887"/>
            </a:xfrm>
            <a:custGeom>
              <a:avLst/>
              <a:gdLst/>
              <a:ahLst/>
              <a:cxnLst/>
              <a:rect l="l" t="t" r="r" b="b"/>
              <a:pathLst>
                <a:path w="24415" h="8680" extrusionOk="0">
                  <a:moveTo>
                    <a:pt x="12196" y="1"/>
                  </a:moveTo>
                  <a:cubicBezTo>
                    <a:pt x="7272" y="1"/>
                    <a:pt x="2723" y="2667"/>
                    <a:pt x="318" y="6967"/>
                  </a:cubicBezTo>
                  <a:cubicBezTo>
                    <a:pt x="0" y="7511"/>
                    <a:pt x="204" y="8203"/>
                    <a:pt x="749" y="8509"/>
                  </a:cubicBezTo>
                  <a:cubicBezTo>
                    <a:pt x="919" y="8600"/>
                    <a:pt x="1112" y="8657"/>
                    <a:pt x="1305" y="8657"/>
                  </a:cubicBezTo>
                  <a:cubicBezTo>
                    <a:pt x="1713" y="8657"/>
                    <a:pt x="2099" y="8430"/>
                    <a:pt x="2292" y="8067"/>
                  </a:cubicBezTo>
                  <a:cubicBezTo>
                    <a:pt x="4300" y="4482"/>
                    <a:pt x="8089" y="2270"/>
                    <a:pt x="12196" y="2270"/>
                  </a:cubicBezTo>
                  <a:cubicBezTo>
                    <a:pt x="16303" y="2270"/>
                    <a:pt x="20092" y="4482"/>
                    <a:pt x="22100" y="8067"/>
                  </a:cubicBezTo>
                  <a:cubicBezTo>
                    <a:pt x="22302" y="8456"/>
                    <a:pt x="22696" y="8679"/>
                    <a:pt x="23106" y="8679"/>
                  </a:cubicBezTo>
                  <a:cubicBezTo>
                    <a:pt x="23295" y="8679"/>
                    <a:pt x="23487" y="8632"/>
                    <a:pt x="23665" y="8532"/>
                  </a:cubicBezTo>
                  <a:cubicBezTo>
                    <a:pt x="24221" y="8226"/>
                    <a:pt x="24414" y="7511"/>
                    <a:pt x="24085" y="6967"/>
                  </a:cubicBezTo>
                  <a:cubicBezTo>
                    <a:pt x="21669" y="2667"/>
                    <a:pt x="17131" y="1"/>
                    <a:pt x="1219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1"/>
            <p:cNvSpPr/>
            <p:nvPr/>
          </p:nvSpPr>
          <p:spPr>
            <a:xfrm>
              <a:off x="-1592440" y="2322128"/>
              <a:ext cx="190086" cy="64388"/>
            </a:xfrm>
            <a:custGeom>
              <a:avLst/>
              <a:gdLst/>
              <a:ahLst/>
              <a:cxnLst/>
              <a:rect l="l" t="t" r="r" b="b"/>
              <a:pathLst>
                <a:path w="32424" h="10983" extrusionOk="0">
                  <a:moveTo>
                    <a:pt x="16155" y="1"/>
                  </a:moveTo>
                  <a:cubicBezTo>
                    <a:pt x="9575" y="1"/>
                    <a:pt x="3517" y="3552"/>
                    <a:pt x="306" y="9292"/>
                  </a:cubicBezTo>
                  <a:cubicBezTo>
                    <a:pt x="0" y="9837"/>
                    <a:pt x="193" y="10529"/>
                    <a:pt x="738" y="10835"/>
                  </a:cubicBezTo>
                  <a:cubicBezTo>
                    <a:pt x="916" y="10934"/>
                    <a:pt x="1108" y="10980"/>
                    <a:pt x="1297" y="10980"/>
                  </a:cubicBezTo>
                  <a:cubicBezTo>
                    <a:pt x="1698" y="10980"/>
                    <a:pt x="2084" y="10770"/>
                    <a:pt x="2292" y="10393"/>
                  </a:cubicBezTo>
                  <a:cubicBezTo>
                    <a:pt x="5094" y="5378"/>
                    <a:pt x="10403" y="2270"/>
                    <a:pt x="16155" y="2270"/>
                  </a:cubicBezTo>
                  <a:cubicBezTo>
                    <a:pt x="21907" y="2270"/>
                    <a:pt x="27216" y="5378"/>
                    <a:pt x="30030" y="10393"/>
                  </a:cubicBezTo>
                  <a:cubicBezTo>
                    <a:pt x="30223" y="10756"/>
                    <a:pt x="30597" y="10971"/>
                    <a:pt x="31005" y="10983"/>
                  </a:cubicBezTo>
                  <a:cubicBezTo>
                    <a:pt x="31868" y="10983"/>
                    <a:pt x="32424" y="10052"/>
                    <a:pt x="31992" y="9292"/>
                  </a:cubicBezTo>
                  <a:cubicBezTo>
                    <a:pt x="28782" y="3552"/>
                    <a:pt x="22724" y="1"/>
                    <a:pt x="16155"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1"/>
            <p:cNvSpPr/>
            <p:nvPr/>
          </p:nvSpPr>
          <p:spPr>
            <a:xfrm>
              <a:off x="-1615720" y="2295530"/>
              <a:ext cx="235913" cy="78006"/>
            </a:xfrm>
            <a:custGeom>
              <a:avLst/>
              <a:gdLst/>
              <a:ahLst/>
              <a:cxnLst/>
              <a:rect l="l" t="t" r="r" b="b"/>
              <a:pathLst>
                <a:path w="40241" h="13306" extrusionOk="0">
                  <a:moveTo>
                    <a:pt x="20126" y="0"/>
                  </a:moveTo>
                  <a:cubicBezTo>
                    <a:pt x="11901" y="0"/>
                    <a:pt x="4323" y="4447"/>
                    <a:pt x="318" y="11617"/>
                  </a:cubicBezTo>
                  <a:cubicBezTo>
                    <a:pt x="1" y="12162"/>
                    <a:pt x="205" y="12854"/>
                    <a:pt x="749" y="13160"/>
                  </a:cubicBezTo>
                  <a:cubicBezTo>
                    <a:pt x="922" y="13257"/>
                    <a:pt x="1109" y="13303"/>
                    <a:pt x="1294" y="13303"/>
                  </a:cubicBezTo>
                  <a:cubicBezTo>
                    <a:pt x="1693" y="13303"/>
                    <a:pt x="2083" y="13090"/>
                    <a:pt x="2292" y="12718"/>
                  </a:cubicBezTo>
                  <a:cubicBezTo>
                    <a:pt x="5900" y="6262"/>
                    <a:pt x="12718" y="2269"/>
                    <a:pt x="20115" y="2269"/>
                  </a:cubicBezTo>
                  <a:cubicBezTo>
                    <a:pt x="27512" y="2269"/>
                    <a:pt x="34330" y="6262"/>
                    <a:pt x="37949" y="12718"/>
                  </a:cubicBezTo>
                  <a:cubicBezTo>
                    <a:pt x="38157" y="13095"/>
                    <a:pt x="38543" y="13305"/>
                    <a:pt x="38940" y="13305"/>
                  </a:cubicBezTo>
                  <a:cubicBezTo>
                    <a:pt x="39127" y="13305"/>
                    <a:pt x="39317" y="13258"/>
                    <a:pt x="39492" y="13160"/>
                  </a:cubicBezTo>
                  <a:cubicBezTo>
                    <a:pt x="40048" y="12854"/>
                    <a:pt x="40240" y="12162"/>
                    <a:pt x="39934" y="11617"/>
                  </a:cubicBezTo>
                  <a:cubicBezTo>
                    <a:pt x="35918" y="4447"/>
                    <a:pt x="28340" y="0"/>
                    <a:pt x="20126" y="0"/>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6" name="Google Shape;1866;p36"/>
          <p:cNvSpPr txBox="1">
            <a:spLocks noGrp="1"/>
          </p:cNvSpPr>
          <p:nvPr>
            <p:ph type="ctrTitle"/>
          </p:nvPr>
        </p:nvSpPr>
        <p:spPr>
          <a:xfrm>
            <a:off x="477026" y="1557850"/>
            <a:ext cx="4209300" cy="851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solidFill>
                  <a:schemeClr val="lt2"/>
                </a:solidFill>
              </a:rPr>
              <a:t>THANKS</a:t>
            </a:r>
            <a:endParaRPr>
              <a:solidFill>
                <a:schemeClr val="lt2"/>
              </a:solidFill>
            </a:endParaRPr>
          </a:p>
        </p:txBody>
      </p:sp>
      <p:grpSp>
        <p:nvGrpSpPr>
          <p:cNvPr id="1867" name="Google Shape;1867;p36"/>
          <p:cNvGrpSpPr/>
          <p:nvPr/>
        </p:nvGrpSpPr>
        <p:grpSpPr>
          <a:xfrm>
            <a:off x="6086323" y="1653090"/>
            <a:ext cx="3481645" cy="3406550"/>
            <a:chOff x="4095386" y="2301250"/>
            <a:chExt cx="2149164" cy="2102809"/>
          </a:xfrm>
        </p:grpSpPr>
        <p:sp>
          <p:nvSpPr>
            <p:cNvPr id="1868" name="Google Shape;1868;p36"/>
            <p:cNvSpPr/>
            <p:nvPr/>
          </p:nvSpPr>
          <p:spPr>
            <a:xfrm>
              <a:off x="4095386" y="3018809"/>
              <a:ext cx="804850" cy="1043075"/>
            </a:xfrm>
            <a:custGeom>
              <a:avLst/>
              <a:gdLst/>
              <a:ahLst/>
              <a:cxnLst/>
              <a:rect l="l" t="t" r="r" b="b"/>
              <a:pathLst>
                <a:path w="32194" h="41723" extrusionOk="0">
                  <a:moveTo>
                    <a:pt x="16306" y="0"/>
                  </a:moveTo>
                  <a:cubicBezTo>
                    <a:pt x="15667" y="0"/>
                    <a:pt x="15019" y="35"/>
                    <a:pt x="14365" y="107"/>
                  </a:cubicBezTo>
                  <a:cubicBezTo>
                    <a:pt x="7098" y="867"/>
                    <a:pt x="1268" y="6275"/>
                    <a:pt x="465" y="13035"/>
                  </a:cubicBezTo>
                  <a:cubicBezTo>
                    <a:pt x="1" y="16879"/>
                    <a:pt x="1099" y="20682"/>
                    <a:pt x="3550" y="23639"/>
                  </a:cubicBezTo>
                  <a:cubicBezTo>
                    <a:pt x="5366" y="25878"/>
                    <a:pt x="6296" y="28709"/>
                    <a:pt x="6127" y="31582"/>
                  </a:cubicBezTo>
                  <a:cubicBezTo>
                    <a:pt x="6084" y="31793"/>
                    <a:pt x="6084" y="32004"/>
                    <a:pt x="6127" y="32215"/>
                  </a:cubicBezTo>
                  <a:cubicBezTo>
                    <a:pt x="6127" y="37454"/>
                    <a:pt x="10647" y="41637"/>
                    <a:pt x="16266" y="41721"/>
                  </a:cubicBezTo>
                  <a:cubicBezTo>
                    <a:pt x="16322" y="41722"/>
                    <a:pt x="16377" y="41723"/>
                    <a:pt x="16432" y="41723"/>
                  </a:cubicBezTo>
                  <a:cubicBezTo>
                    <a:pt x="21936" y="41723"/>
                    <a:pt x="26534" y="37571"/>
                    <a:pt x="26659" y="32384"/>
                  </a:cubicBezTo>
                  <a:cubicBezTo>
                    <a:pt x="26659" y="31920"/>
                    <a:pt x="26659" y="31455"/>
                    <a:pt x="26575" y="30990"/>
                  </a:cubicBezTo>
                  <a:cubicBezTo>
                    <a:pt x="26279" y="28413"/>
                    <a:pt x="27082" y="25878"/>
                    <a:pt x="28772" y="23935"/>
                  </a:cubicBezTo>
                  <a:cubicBezTo>
                    <a:pt x="30968" y="21358"/>
                    <a:pt x="32194" y="18105"/>
                    <a:pt x="32194" y="14683"/>
                  </a:cubicBezTo>
                  <a:cubicBezTo>
                    <a:pt x="32154" y="6571"/>
                    <a:pt x="25068" y="0"/>
                    <a:pt x="163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6"/>
            <p:cNvSpPr/>
            <p:nvPr/>
          </p:nvSpPr>
          <p:spPr>
            <a:xfrm>
              <a:off x="4343611" y="3422034"/>
              <a:ext cx="323200" cy="982025"/>
            </a:xfrm>
            <a:custGeom>
              <a:avLst/>
              <a:gdLst/>
              <a:ahLst/>
              <a:cxnLst/>
              <a:rect l="l" t="t" r="r" b="b"/>
              <a:pathLst>
                <a:path w="12928" h="39281" extrusionOk="0">
                  <a:moveTo>
                    <a:pt x="6295" y="1"/>
                  </a:moveTo>
                  <a:cubicBezTo>
                    <a:pt x="5894" y="1"/>
                    <a:pt x="5492" y="265"/>
                    <a:pt x="5450" y="793"/>
                  </a:cubicBezTo>
                  <a:lnTo>
                    <a:pt x="5492" y="8524"/>
                  </a:lnTo>
                  <a:lnTo>
                    <a:pt x="1690" y="3328"/>
                  </a:lnTo>
                  <a:cubicBezTo>
                    <a:pt x="1515" y="3102"/>
                    <a:pt x="1250" y="2981"/>
                    <a:pt x="994" y="2981"/>
                  </a:cubicBezTo>
                  <a:cubicBezTo>
                    <a:pt x="817" y="2981"/>
                    <a:pt x="645" y="3038"/>
                    <a:pt x="507" y="3159"/>
                  </a:cubicBezTo>
                  <a:cubicBezTo>
                    <a:pt x="84" y="3412"/>
                    <a:pt x="0" y="3961"/>
                    <a:pt x="296" y="4342"/>
                  </a:cubicBezTo>
                  <a:lnTo>
                    <a:pt x="5196" y="11017"/>
                  </a:lnTo>
                  <a:cubicBezTo>
                    <a:pt x="5281" y="11143"/>
                    <a:pt x="5365" y="11228"/>
                    <a:pt x="5492" y="11270"/>
                  </a:cubicBezTo>
                  <a:lnTo>
                    <a:pt x="5619" y="38436"/>
                  </a:lnTo>
                  <a:cubicBezTo>
                    <a:pt x="5619" y="38900"/>
                    <a:pt x="5999" y="39281"/>
                    <a:pt x="6464" y="39281"/>
                  </a:cubicBezTo>
                  <a:cubicBezTo>
                    <a:pt x="6971" y="39281"/>
                    <a:pt x="7351" y="38900"/>
                    <a:pt x="7309" y="38436"/>
                  </a:cubicBezTo>
                  <a:lnTo>
                    <a:pt x="7224" y="17861"/>
                  </a:lnTo>
                  <a:lnTo>
                    <a:pt x="12632" y="11355"/>
                  </a:lnTo>
                  <a:cubicBezTo>
                    <a:pt x="12928" y="10974"/>
                    <a:pt x="12886" y="10468"/>
                    <a:pt x="12548" y="10172"/>
                  </a:cubicBezTo>
                  <a:cubicBezTo>
                    <a:pt x="12381" y="10024"/>
                    <a:pt x="12182" y="9957"/>
                    <a:pt x="11986" y="9957"/>
                  </a:cubicBezTo>
                  <a:cubicBezTo>
                    <a:pt x="11735" y="9957"/>
                    <a:pt x="11489" y="10066"/>
                    <a:pt x="11322" y="10256"/>
                  </a:cubicBezTo>
                  <a:lnTo>
                    <a:pt x="7224" y="15199"/>
                  </a:lnTo>
                  <a:lnTo>
                    <a:pt x="7140" y="793"/>
                  </a:lnTo>
                  <a:cubicBezTo>
                    <a:pt x="7098" y="265"/>
                    <a:pt x="6696" y="1"/>
                    <a:pt x="629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6"/>
            <p:cNvSpPr/>
            <p:nvPr/>
          </p:nvSpPr>
          <p:spPr>
            <a:xfrm>
              <a:off x="5047850" y="2301250"/>
              <a:ext cx="972775" cy="1260800"/>
            </a:xfrm>
            <a:custGeom>
              <a:avLst/>
              <a:gdLst/>
              <a:ahLst/>
              <a:cxnLst/>
              <a:rect l="l" t="t" r="r" b="b"/>
              <a:pathLst>
                <a:path w="38911" h="50432" extrusionOk="0">
                  <a:moveTo>
                    <a:pt x="19282" y="1"/>
                  </a:moveTo>
                  <a:cubicBezTo>
                    <a:pt x="8639" y="1"/>
                    <a:pt x="1" y="8002"/>
                    <a:pt x="1" y="17856"/>
                  </a:cubicBezTo>
                  <a:cubicBezTo>
                    <a:pt x="1" y="21954"/>
                    <a:pt x="1521" y="25926"/>
                    <a:pt x="4225" y="29010"/>
                  </a:cubicBezTo>
                  <a:cubicBezTo>
                    <a:pt x="6253" y="31333"/>
                    <a:pt x="7225" y="34417"/>
                    <a:pt x="6845" y="37502"/>
                  </a:cubicBezTo>
                  <a:cubicBezTo>
                    <a:pt x="6760" y="38093"/>
                    <a:pt x="6760" y="38642"/>
                    <a:pt x="6760" y="39234"/>
                  </a:cubicBezTo>
                  <a:cubicBezTo>
                    <a:pt x="6969" y="45451"/>
                    <a:pt x="12494" y="50432"/>
                    <a:pt x="19142" y="50432"/>
                  </a:cubicBezTo>
                  <a:cubicBezTo>
                    <a:pt x="19225" y="50432"/>
                    <a:pt x="19309" y="50431"/>
                    <a:pt x="19392" y="50429"/>
                  </a:cubicBezTo>
                  <a:cubicBezTo>
                    <a:pt x="26194" y="50303"/>
                    <a:pt x="31602" y="45191"/>
                    <a:pt x="31602" y="38896"/>
                  </a:cubicBezTo>
                  <a:lnTo>
                    <a:pt x="31602" y="38177"/>
                  </a:lnTo>
                  <a:cubicBezTo>
                    <a:pt x="31391" y="34671"/>
                    <a:pt x="32447" y="31249"/>
                    <a:pt x="34644" y="28545"/>
                  </a:cubicBezTo>
                  <a:cubicBezTo>
                    <a:pt x="37601" y="24954"/>
                    <a:pt x="38911" y="20307"/>
                    <a:pt x="38362" y="15702"/>
                  </a:cubicBezTo>
                  <a:cubicBezTo>
                    <a:pt x="37305" y="7548"/>
                    <a:pt x="30292" y="1042"/>
                    <a:pt x="21462" y="112"/>
                  </a:cubicBezTo>
                  <a:cubicBezTo>
                    <a:pt x="20728" y="37"/>
                    <a:pt x="20000" y="1"/>
                    <a:pt x="19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6"/>
            <p:cNvSpPr/>
            <p:nvPr/>
          </p:nvSpPr>
          <p:spPr>
            <a:xfrm>
              <a:off x="5337925" y="2783550"/>
              <a:ext cx="382750" cy="1449125"/>
            </a:xfrm>
            <a:custGeom>
              <a:avLst/>
              <a:gdLst/>
              <a:ahLst/>
              <a:cxnLst/>
              <a:rect l="l" t="t" r="r" b="b"/>
              <a:pathLst>
                <a:path w="15310" h="57965" extrusionOk="0">
                  <a:moveTo>
                    <a:pt x="7705" y="1"/>
                  </a:moveTo>
                  <a:cubicBezTo>
                    <a:pt x="7325" y="1"/>
                    <a:pt x="6987" y="339"/>
                    <a:pt x="6987" y="719"/>
                  </a:cubicBezTo>
                  <a:lnTo>
                    <a:pt x="6987" y="11070"/>
                  </a:lnTo>
                  <a:lnTo>
                    <a:pt x="1832" y="3972"/>
                  </a:lnTo>
                  <a:cubicBezTo>
                    <a:pt x="1676" y="3743"/>
                    <a:pt x="1464" y="3648"/>
                    <a:pt x="1256" y="3648"/>
                  </a:cubicBezTo>
                  <a:cubicBezTo>
                    <a:pt x="735" y="3648"/>
                    <a:pt x="239" y="4243"/>
                    <a:pt x="692" y="4817"/>
                  </a:cubicBezTo>
                  <a:lnTo>
                    <a:pt x="6564" y="12886"/>
                  </a:lnTo>
                  <a:cubicBezTo>
                    <a:pt x="6649" y="13055"/>
                    <a:pt x="6818" y="13140"/>
                    <a:pt x="6944" y="13182"/>
                  </a:cubicBezTo>
                  <a:lnTo>
                    <a:pt x="6944" y="19012"/>
                  </a:lnTo>
                  <a:lnTo>
                    <a:pt x="1410" y="12422"/>
                  </a:lnTo>
                  <a:cubicBezTo>
                    <a:pt x="1257" y="12289"/>
                    <a:pt x="1090" y="12233"/>
                    <a:pt x="931" y="12233"/>
                  </a:cubicBezTo>
                  <a:cubicBezTo>
                    <a:pt x="428" y="12233"/>
                    <a:pt x="1" y="12795"/>
                    <a:pt x="354" y="13309"/>
                  </a:cubicBezTo>
                  <a:lnTo>
                    <a:pt x="6987" y="21251"/>
                  </a:lnTo>
                  <a:lnTo>
                    <a:pt x="6987" y="57247"/>
                  </a:lnTo>
                  <a:cubicBezTo>
                    <a:pt x="6987" y="57627"/>
                    <a:pt x="7282" y="57923"/>
                    <a:pt x="7663" y="57965"/>
                  </a:cubicBezTo>
                  <a:cubicBezTo>
                    <a:pt x="8085" y="57923"/>
                    <a:pt x="8381" y="57627"/>
                    <a:pt x="8381" y="57247"/>
                  </a:cubicBezTo>
                  <a:lnTo>
                    <a:pt x="8381" y="21251"/>
                  </a:lnTo>
                  <a:lnTo>
                    <a:pt x="15014" y="13309"/>
                  </a:lnTo>
                  <a:cubicBezTo>
                    <a:pt x="15309" y="13013"/>
                    <a:pt x="15267" y="12591"/>
                    <a:pt x="14971" y="12337"/>
                  </a:cubicBezTo>
                  <a:cubicBezTo>
                    <a:pt x="14834" y="12219"/>
                    <a:pt x="14661" y="12156"/>
                    <a:pt x="14489" y="12156"/>
                  </a:cubicBezTo>
                  <a:cubicBezTo>
                    <a:pt x="14290" y="12156"/>
                    <a:pt x="14093" y="12240"/>
                    <a:pt x="13957" y="12422"/>
                  </a:cubicBezTo>
                  <a:lnTo>
                    <a:pt x="8381" y="19012"/>
                  </a:lnTo>
                  <a:lnTo>
                    <a:pt x="8381" y="13182"/>
                  </a:lnTo>
                  <a:cubicBezTo>
                    <a:pt x="8550" y="13140"/>
                    <a:pt x="8719" y="13055"/>
                    <a:pt x="8803" y="12886"/>
                  </a:cubicBezTo>
                  <a:lnTo>
                    <a:pt x="14676" y="4817"/>
                  </a:lnTo>
                  <a:cubicBezTo>
                    <a:pt x="15129" y="4243"/>
                    <a:pt x="14632" y="3648"/>
                    <a:pt x="14111" y="3648"/>
                  </a:cubicBezTo>
                  <a:cubicBezTo>
                    <a:pt x="13903" y="3648"/>
                    <a:pt x="13692" y="3743"/>
                    <a:pt x="13535" y="3972"/>
                  </a:cubicBezTo>
                  <a:lnTo>
                    <a:pt x="8381" y="11070"/>
                  </a:lnTo>
                  <a:lnTo>
                    <a:pt x="8381" y="719"/>
                  </a:lnTo>
                  <a:cubicBezTo>
                    <a:pt x="8381" y="339"/>
                    <a:pt x="8085" y="1"/>
                    <a:pt x="7705"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6"/>
            <p:cNvSpPr/>
            <p:nvPr/>
          </p:nvSpPr>
          <p:spPr>
            <a:xfrm>
              <a:off x="5609750" y="3138575"/>
              <a:ext cx="634800" cy="822675"/>
            </a:xfrm>
            <a:custGeom>
              <a:avLst/>
              <a:gdLst/>
              <a:ahLst/>
              <a:cxnLst/>
              <a:rect l="l" t="t" r="r" b="b"/>
              <a:pathLst>
                <a:path w="25392" h="32907" extrusionOk="0">
                  <a:moveTo>
                    <a:pt x="12801" y="1"/>
                  </a:moveTo>
                  <a:cubicBezTo>
                    <a:pt x="12314" y="1"/>
                    <a:pt x="11821" y="27"/>
                    <a:pt x="11323" y="79"/>
                  </a:cubicBezTo>
                  <a:cubicBezTo>
                    <a:pt x="5577" y="713"/>
                    <a:pt x="1014" y="4980"/>
                    <a:pt x="338" y="10303"/>
                  </a:cubicBezTo>
                  <a:cubicBezTo>
                    <a:pt x="0" y="13303"/>
                    <a:pt x="845" y="16345"/>
                    <a:pt x="2789" y="18669"/>
                  </a:cubicBezTo>
                  <a:cubicBezTo>
                    <a:pt x="4225" y="20443"/>
                    <a:pt x="4943" y="22682"/>
                    <a:pt x="4817" y="24964"/>
                  </a:cubicBezTo>
                  <a:lnTo>
                    <a:pt x="4817" y="25428"/>
                  </a:lnTo>
                  <a:cubicBezTo>
                    <a:pt x="4817" y="29526"/>
                    <a:pt x="8365" y="32864"/>
                    <a:pt x="12802" y="32906"/>
                  </a:cubicBezTo>
                  <a:cubicBezTo>
                    <a:pt x="12830" y="32906"/>
                    <a:pt x="12858" y="32907"/>
                    <a:pt x="12886" y="32907"/>
                  </a:cubicBezTo>
                  <a:cubicBezTo>
                    <a:pt x="17243" y="32907"/>
                    <a:pt x="20914" y="29669"/>
                    <a:pt x="20998" y="25555"/>
                  </a:cubicBezTo>
                  <a:cubicBezTo>
                    <a:pt x="21040" y="25217"/>
                    <a:pt x="20998" y="24837"/>
                    <a:pt x="20955" y="24457"/>
                  </a:cubicBezTo>
                  <a:cubicBezTo>
                    <a:pt x="20702" y="22429"/>
                    <a:pt x="21336" y="20443"/>
                    <a:pt x="22688" y="18922"/>
                  </a:cubicBezTo>
                  <a:cubicBezTo>
                    <a:pt x="24420" y="16894"/>
                    <a:pt x="25391" y="14275"/>
                    <a:pt x="25391" y="11613"/>
                  </a:cubicBezTo>
                  <a:cubicBezTo>
                    <a:pt x="25352" y="5180"/>
                    <a:pt x="19709" y="1"/>
                    <a:pt x="128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6"/>
            <p:cNvSpPr/>
            <p:nvPr/>
          </p:nvSpPr>
          <p:spPr>
            <a:xfrm>
              <a:off x="5807250" y="3453975"/>
              <a:ext cx="259150" cy="776600"/>
            </a:xfrm>
            <a:custGeom>
              <a:avLst/>
              <a:gdLst/>
              <a:ahLst/>
              <a:cxnLst/>
              <a:rect l="l" t="t" r="r" b="b"/>
              <a:pathLst>
                <a:path w="10366" h="31064" extrusionOk="0">
                  <a:moveTo>
                    <a:pt x="4902" y="1"/>
                  </a:moveTo>
                  <a:cubicBezTo>
                    <a:pt x="4542" y="1"/>
                    <a:pt x="4183" y="243"/>
                    <a:pt x="4226" y="729"/>
                  </a:cubicBezTo>
                  <a:lnTo>
                    <a:pt x="4226" y="6855"/>
                  </a:lnTo>
                  <a:lnTo>
                    <a:pt x="1226" y="2757"/>
                  </a:lnTo>
                  <a:cubicBezTo>
                    <a:pt x="1100" y="2582"/>
                    <a:pt x="900" y="2480"/>
                    <a:pt x="697" y="2480"/>
                  </a:cubicBezTo>
                  <a:cubicBezTo>
                    <a:pt x="557" y="2480"/>
                    <a:pt x="417" y="2528"/>
                    <a:pt x="296" y="2630"/>
                  </a:cubicBezTo>
                  <a:cubicBezTo>
                    <a:pt x="43" y="2842"/>
                    <a:pt x="1" y="3264"/>
                    <a:pt x="212" y="3518"/>
                  </a:cubicBezTo>
                  <a:lnTo>
                    <a:pt x="4057" y="8799"/>
                  </a:lnTo>
                  <a:cubicBezTo>
                    <a:pt x="4141" y="8883"/>
                    <a:pt x="4226" y="8968"/>
                    <a:pt x="4310" y="9010"/>
                  </a:cubicBezTo>
                  <a:lnTo>
                    <a:pt x="4395" y="30430"/>
                  </a:lnTo>
                  <a:cubicBezTo>
                    <a:pt x="4437" y="30852"/>
                    <a:pt x="4754" y="31063"/>
                    <a:pt x="5071" y="31063"/>
                  </a:cubicBezTo>
                  <a:cubicBezTo>
                    <a:pt x="5387" y="31063"/>
                    <a:pt x="5704" y="30852"/>
                    <a:pt x="5746" y="30430"/>
                  </a:cubicBezTo>
                  <a:lnTo>
                    <a:pt x="5662" y="14206"/>
                  </a:lnTo>
                  <a:lnTo>
                    <a:pt x="9929" y="9094"/>
                  </a:lnTo>
                  <a:cubicBezTo>
                    <a:pt x="10366" y="8564"/>
                    <a:pt x="9904" y="7941"/>
                    <a:pt x="9394" y="7941"/>
                  </a:cubicBezTo>
                  <a:cubicBezTo>
                    <a:pt x="9214" y="7941"/>
                    <a:pt x="9027" y="8019"/>
                    <a:pt x="8873" y="8207"/>
                  </a:cubicBezTo>
                  <a:lnTo>
                    <a:pt x="5662" y="12094"/>
                  </a:lnTo>
                  <a:lnTo>
                    <a:pt x="5577" y="729"/>
                  </a:lnTo>
                  <a:cubicBezTo>
                    <a:pt x="5620" y="243"/>
                    <a:pt x="5261" y="1"/>
                    <a:pt x="4902" y="1"/>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36"/>
          <p:cNvGrpSpPr/>
          <p:nvPr/>
        </p:nvGrpSpPr>
        <p:grpSpPr>
          <a:xfrm>
            <a:off x="6489414" y="2915087"/>
            <a:ext cx="2792057" cy="2314899"/>
            <a:chOff x="202950" y="1579375"/>
            <a:chExt cx="1537900" cy="1275075"/>
          </a:xfrm>
        </p:grpSpPr>
        <p:sp>
          <p:nvSpPr>
            <p:cNvPr id="1875" name="Google Shape;1875;p36"/>
            <p:cNvSpPr/>
            <p:nvPr/>
          </p:nvSpPr>
          <p:spPr>
            <a:xfrm>
              <a:off x="1221225" y="2527600"/>
              <a:ext cx="519625" cy="326850"/>
            </a:xfrm>
            <a:custGeom>
              <a:avLst/>
              <a:gdLst/>
              <a:ahLst/>
              <a:cxnLst/>
              <a:rect l="l" t="t" r="r" b="b"/>
              <a:pathLst>
                <a:path w="20785" h="13074" extrusionOk="0">
                  <a:moveTo>
                    <a:pt x="11242" y="0"/>
                  </a:moveTo>
                  <a:cubicBezTo>
                    <a:pt x="10960" y="0"/>
                    <a:pt x="10698" y="19"/>
                    <a:pt x="10425" y="38"/>
                  </a:cubicBezTo>
                  <a:cubicBezTo>
                    <a:pt x="4048" y="583"/>
                    <a:pt x="0" y="7119"/>
                    <a:pt x="2357" y="13074"/>
                  </a:cubicBezTo>
                  <a:lnTo>
                    <a:pt x="19282" y="13074"/>
                  </a:lnTo>
                  <a:cubicBezTo>
                    <a:pt x="19798" y="13074"/>
                    <a:pt x="20259" y="12726"/>
                    <a:pt x="20409" y="12229"/>
                  </a:cubicBezTo>
                  <a:cubicBezTo>
                    <a:pt x="20662" y="11355"/>
                    <a:pt x="20784" y="10463"/>
                    <a:pt x="20784" y="9561"/>
                  </a:cubicBezTo>
                  <a:cubicBezTo>
                    <a:pt x="20784" y="4283"/>
                    <a:pt x="16511" y="10"/>
                    <a:pt x="11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6"/>
            <p:cNvSpPr/>
            <p:nvPr/>
          </p:nvSpPr>
          <p:spPr>
            <a:xfrm>
              <a:off x="1221225" y="2528550"/>
              <a:ext cx="388125" cy="325900"/>
            </a:xfrm>
            <a:custGeom>
              <a:avLst/>
              <a:gdLst/>
              <a:ahLst/>
              <a:cxnLst/>
              <a:rect l="l" t="t" r="r" b="b"/>
              <a:pathLst>
                <a:path w="15525" h="13036" extrusionOk="0">
                  <a:moveTo>
                    <a:pt x="10425" y="0"/>
                  </a:moveTo>
                  <a:cubicBezTo>
                    <a:pt x="4048" y="545"/>
                    <a:pt x="0" y="7081"/>
                    <a:pt x="2357" y="13036"/>
                  </a:cubicBezTo>
                  <a:lnTo>
                    <a:pt x="15177" y="13036"/>
                  </a:lnTo>
                  <a:cubicBezTo>
                    <a:pt x="15412" y="12294"/>
                    <a:pt x="15525" y="11524"/>
                    <a:pt x="15525" y="10754"/>
                  </a:cubicBezTo>
                  <a:cubicBezTo>
                    <a:pt x="15525" y="7513"/>
                    <a:pt x="13478" y="4630"/>
                    <a:pt x="10425" y="3541"/>
                  </a:cubicBezTo>
                  <a:lnTo>
                    <a:pt x="10425" y="0"/>
                  </a:ln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6"/>
            <p:cNvSpPr/>
            <p:nvPr/>
          </p:nvSpPr>
          <p:spPr>
            <a:xfrm>
              <a:off x="202950" y="2527725"/>
              <a:ext cx="513475" cy="326725"/>
            </a:xfrm>
            <a:custGeom>
              <a:avLst/>
              <a:gdLst/>
              <a:ahLst/>
              <a:cxnLst/>
              <a:rect l="l" t="t" r="r" b="b"/>
              <a:pathLst>
                <a:path w="20539" h="13069" extrusionOk="0">
                  <a:moveTo>
                    <a:pt x="10943" y="0"/>
                  </a:moveTo>
                  <a:cubicBezTo>
                    <a:pt x="4641" y="0"/>
                    <a:pt x="0" y="6072"/>
                    <a:pt x="1783" y="12224"/>
                  </a:cubicBezTo>
                  <a:cubicBezTo>
                    <a:pt x="1933" y="12721"/>
                    <a:pt x="2393" y="13069"/>
                    <a:pt x="2910" y="13069"/>
                  </a:cubicBezTo>
                  <a:lnTo>
                    <a:pt x="19843" y="13069"/>
                  </a:lnTo>
                  <a:cubicBezTo>
                    <a:pt x="20313" y="11886"/>
                    <a:pt x="20538" y="10627"/>
                    <a:pt x="20510" y="9359"/>
                  </a:cubicBezTo>
                  <a:cubicBezTo>
                    <a:pt x="20416" y="4381"/>
                    <a:pt x="16444" y="268"/>
                    <a:pt x="11466" y="14"/>
                  </a:cubicBezTo>
                  <a:cubicBezTo>
                    <a:pt x="11290" y="5"/>
                    <a:pt x="11116" y="0"/>
                    <a:pt x="109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6"/>
            <p:cNvSpPr/>
            <p:nvPr/>
          </p:nvSpPr>
          <p:spPr>
            <a:xfrm>
              <a:off x="476900" y="1599450"/>
              <a:ext cx="968575" cy="1254775"/>
            </a:xfrm>
            <a:custGeom>
              <a:avLst/>
              <a:gdLst/>
              <a:ahLst/>
              <a:cxnLst/>
              <a:rect l="l" t="t" r="r" b="b"/>
              <a:pathLst>
                <a:path w="38743" h="50191" extrusionOk="0">
                  <a:moveTo>
                    <a:pt x="19376" y="0"/>
                  </a:moveTo>
                  <a:lnTo>
                    <a:pt x="1" y="17394"/>
                  </a:lnTo>
                  <a:lnTo>
                    <a:pt x="1" y="49017"/>
                  </a:lnTo>
                  <a:cubicBezTo>
                    <a:pt x="1" y="49665"/>
                    <a:pt x="527" y="50191"/>
                    <a:pt x="1175" y="50191"/>
                  </a:cubicBezTo>
                  <a:lnTo>
                    <a:pt x="38742" y="50191"/>
                  </a:lnTo>
                  <a:lnTo>
                    <a:pt x="38742" y="17394"/>
                  </a:lnTo>
                  <a:lnTo>
                    <a:pt x="193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6"/>
            <p:cNvSpPr/>
            <p:nvPr/>
          </p:nvSpPr>
          <p:spPr>
            <a:xfrm>
              <a:off x="715225" y="2123975"/>
              <a:ext cx="730250" cy="730475"/>
            </a:xfrm>
            <a:custGeom>
              <a:avLst/>
              <a:gdLst/>
              <a:ahLst/>
              <a:cxnLst/>
              <a:rect l="l" t="t" r="r" b="b"/>
              <a:pathLst>
                <a:path w="29210" h="29219" extrusionOk="0">
                  <a:moveTo>
                    <a:pt x="29209" y="1"/>
                  </a:moveTo>
                  <a:lnTo>
                    <a:pt x="0" y="29219"/>
                  </a:lnTo>
                  <a:lnTo>
                    <a:pt x="29209" y="29219"/>
                  </a:lnTo>
                  <a:lnTo>
                    <a:pt x="29209"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6"/>
            <p:cNvSpPr/>
            <p:nvPr/>
          </p:nvSpPr>
          <p:spPr>
            <a:xfrm>
              <a:off x="1227800" y="2380150"/>
              <a:ext cx="118125" cy="295150"/>
            </a:xfrm>
            <a:custGeom>
              <a:avLst/>
              <a:gdLst/>
              <a:ahLst/>
              <a:cxnLst/>
              <a:rect l="l" t="t" r="r" b="b"/>
              <a:pathLst>
                <a:path w="4725" h="11806" extrusionOk="0">
                  <a:moveTo>
                    <a:pt x="1249" y="0"/>
                  </a:moveTo>
                  <a:cubicBezTo>
                    <a:pt x="564" y="0"/>
                    <a:pt x="0" y="554"/>
                    <a:pt x="0" y="1240"/>
                  </a:cubicBezTo>
                  <a:lnTo>
                    <a:pt x="0" y="11806"/>
                  </a:lnTo>
                  <a:lnTo>
                    <a:pt x="4724" y="11806"/>
                  </a:lnTo>
                  <a:lnTo>
                    <a:pt x="4724" y="1240"/>
                  </a:lnTo>
                  <a:cubicBezTo>
                    <a:pt x="4724" y="554"/>
                    <a:pt x="4170" y="0"/>
                    <a:pt x="348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6"/>
            <p:cNvSpPr/>
            <p:nvPr/>
          </p:nvSpPr>
          <p:spPr>
            <a:xfrm>
              <a:off x="576700" y="2380150"/>
              <a:ext cx="117875" cy="295150"/>
            </a:xfrm>
            <a:custGeom>
              <a:avLst/>
              <a:gdLst/>
              <a:ahLst/>
              <a:cxnLst/>
              <a:rect l="l" t="t" r="r" b="b"/>
              <a:pathLst>
                <a:path w="4715" h="11806" extrusionOk="0">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6"/>
            <p:cNvSpPr/>
            <p:nvPr/>
          </p:nvSpPr>
          <p:spPr>
            <a:xfrm>
              <a:off x="476900" y="2675275"/>
              <a:ext cx="968800" cy="179175"/>
            </a:xfrm>
            <a:custGeom>
              <a:avLst/>
              <a:gdLst/>
              <a:ahLst/>
              <a:cxnLst/>
              <a:rect l="l" t="t" r="r" b="b"/>
              <a:pathLst>
                <a:path w="38752" h="7167" extrusionOk="0">
                  <a:moveTo>
                    <a:pt x="1" y="1"/>
                  </a:moveTo>
                  <a:lnTo>
                    <a:pt x="1" y="5993"/>
                  </a:lnTo>
                  <a:cubicBezTo>
                    <a:pt x="1" y="6641"/>
                    <a:pt x="527" y="7167"/>
                    <a:pt x="1175" y="7167"/>
                  </a:cubicBezTo>
                  <a:lnTo>
                    <a:pt x="38752" y="7167"/>
                  </a:lnTo>
                  <a:lnTo>
                    <a:pt x="38752" y="1"/>
                  </a:lnTo>
                  <a:close/>
                </a:path>
              </a:pathLst>
            </a:custGeom>
            <a:solidFill>
              <a:srgbClr val="5F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6"/>
            <p:cNvSpPr/>
            <p:nvPr/>
          </p:nvSpPr>
          <p:spPr>
            <a:xfrm>
              <a:off x="476900" y="2675275"/>
              <a:ext cx="968575" cy="178950"/>
            </a:xfrm>
            <a:custGeom>
              <a:avLst/>
              <a:gdLst/>
              <a:ahLst/>
              <a:cxnLst/>
              <a:rect l="l" t="t" r="r" b="b"/>
              <a:pathLst>
                <a:path w="38743" h="7158" extrusionOk="0">
                  <a:moveTo>
                    <a:pt x="1" y="1"/>
                  </a:moveTo>
                  <a:lnTo>
                    <a:pt x="1" y="5984"/>
                  </a:lnTo>
                  <a:cubicBezTo>
                    <a:pt x="1" y="6632"/>
                    <a:pt x="527" y="7158"/>
                    <a:pt x="1175" y="7158"/>
                  </a:cubicBezTo>
                  <a:lnTo>
                    <a:pt x="38742" y="7158"/>
                  </a:lnTo>
                  <a:lnTo>
                    <a:pt x="387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6"/>
            <p:cNvSpPr/>
            <p:nvPr/>
          </p:nvSpPr>
          <p:spPr>
            <a:xfrm>
              <a:off x="715225" y="2675275"/>
              <a:ext cx="730250" cy="178950"/>
            </a:xfrm>
            <a:custGeom>
              <a:avLst/>
              <a:gdLst/>
              <a:ahLst/>
              <a:cxnLst/>
              <a:rect l="l" t="t" r="r" b="b"/>
              <a:pathLst>
                <a:path w="29210" h="7158" extrusionOk="0">
                  <a:moveTo>
                    <a:pt x="7157" y="1"/>
                  </a:moveTo>
                  <a:lnTo>
                    <a:pt x="0" y="7158"/>
                  </a:lnTo>
                  <a:lnTo>
                    <a:pt x="29209" y="7158"/>
                  </a:lnTo>
                  <a:lnTo>
                    <a:pt x="29209" y="1"/>
                  </a:ln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6"/>
            <p:cNvSpPr/>
            <p:nvPr/>
          </p:nvSpPr>
          <p:spPr>
            <a:xfrm>
              <a:off x="809375" y="2380150"/>
              <a:ext cx="303625" cy="474300"/>
            </a:xfrm>
            <a:custGeom>
              <a:avLst/>
              <a:gdLst/>
              <a:ahLst/>
              <a:cxnLst/>
              <a:rect l="l" t="t" r="r" b="b"/>
              <a:pathLst>
                <a:path w="12145" h="18972" extrusionOk="0">
                  <a:moveTo>
                    <a:pt x="1250" y="0"/>
                  </a:moveTo>
                  <a:cubicBezTo>
                    <a:pt x="564" y="0"/>
                    <a:pt x="1" y="554"/>
                    <a:pt x="1" y="1240"/>
                  </a:cubicBezTo>
                  <a:lnTo>
                    <a:pt x="1" y="18972"/>
                  </a:lnTo>
                  <a:lnTo>
                    <a:pt x="12144" y="18972"/>
                  </a:lnTo>
                  <a:lnTo>
                    <a:pt x="12144" y="1240"/>
                  </a:lnTo>
                  <a:cubicBezTo>
                    <a:pt x="12144" y="554"/>
                    <a:pt x="11590" y="0"/>
                    <a:pt x="1090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6"/>
            <p:cNvSpPr/>
            <p:nvPr/>
          </p:nvSpPr>
          <p:spPr>
            <a:xfrm>
              <a:off x="476900" y="1599450"/>
              <a:ext cx="968575" cy="627175"/>
            </a:xfrm>
            <a:custGeom>
              <a:avLst/>
              <a:gdLst/>
              <a:ahLst/>
              <a:cxnLst/>
              <a:rect l="l" t="t" r="r" b="b"/>
              <a:pathLst>
                <a:path w="38743" h="25087" extrusionOk="0">
                  <a:moveTo>
                    <a:pt x="19376" y="0"/>
                  </a:moveTo>
                  <a:lnTo>
                    <a:pt x="1" y="17394"/>
                  </a:lnTo>
                  <a:lnTo>
                    <a:pt x="1" y="25086"/>
                  </a:lnTo>
                  <a:lnTo>
                    <a:pt x="19376" y="7692"/>
                  </a:lnTo>
                  <a:lnTo>
                    <a:pt x="38742" y="25086"/>
                  </a:lnTo>
                  <a:lnTo>
                    <a:pt x="38742" y="17394"/>
                  </a:lnTo>
                  <a:lnTo>
                    <a:pt x="19376"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6"/>
            <p:cNvSpPr/>
            <p:nvPr/>
          </p:nvSpPr>
          <p:spPr>
            <a:xfrm>
              <a:off x="323575" y="1579375"/>
              <a:ext cx="1275450" cy="648050"/>
            </a:xfrm>
            <a:custGeom>
              <a:avLst/>
              <a:gdLst/>
              <a:ahLst/>
              <a:cxnLst/>
              <a:rect l="l" t="t" r="r" b="b"/>
              <a:pathLst>
                <a:path w="51018" h="25922" extrusionOk="0">
                  <a:moveTo>
                    <a:pt x="25506" y="0"/>
                  </a:moveTo>
                  <a:cubicBezTo>
                    <a:pt x="24838" y="0"/>
                    <a:pt x="24171" y="240"/>
                    <a:pt x="23640" y="719"/>
                  </a:cubicBezTo>
                  <a:lnTo>
                    <a:pt x="555" y="21447"/>
                  </a:lnTo>
                  <a:cubicBezTo>
                    <a:pt x="38" y="21907"/>
                    <a:pt x="1" y="22686"/>
                    <a:pt x="461" y="23203"/>
                  </a:cubicBezTo>
                  <a:lnTo>
                    <a:pt x="2536" y="25513"/>
                  </a:lnTo>
                  <a:cubicBezTo>
                    <a:pt x="2777" y="25784"/>
                    <a:pt x="3115" y="25921"/>
                    <a:pt x="3454" y="25921"/>
                  </a:cubicBezTo>
                  <a:cubicBezTo>
                    <a:pt x="3750" y="25921"/>
                    <a:pt x="4047" y="25817"/>
                    <a:pt x="4283" y="25607"/>
                  </a:cubicBezTo>
                  <a:lnTo>
                    <a:pt x="25509" y="6551"/>
                  </a:lnTo>
                  <a:lnTo>
                    <a:pt x="46726" y="25607"/>
                  </a:lnTo>
                  <a:cubicBezTo>
                    <a:pt x="46962" y="25817"/>
                    <a:pt x="47259" y="25921"/>
                    <a:pt x="47556" y="25921"/>
                  </a:cubicBezTo>
                  <a:cubicBezTo>
                    <a:pt x="47896" y="25921"/>
                    <a:pt x="48236" y="25784"/>
                    <a:pt x="48482" y="25513"/>
                  </a:cubicBezTo>
                  <a:lnTo>
                    <a:pt x="50558" y="23203"/>
                  </a:lnTo>
                  <a:cubicBezTo>
                    <a:pt x="51018" y="22686"/>
                    <a:pt x="50971" y="21907"/>
                    <a:pt x="50464" y="21447"/>
                  </a:cubicBezTo>
                  <a:lnTo>
                    <a:pt x="27378" y="719"/>
                  </a:lnTo>
                  <a:cubicBezTo>
                    <a:pt x="26843" y="240"/>
                    <a:pt x="26174" y="0"/>
                    <a:pt x="25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6"/>
            <p:cNvSpPr/>
            <p:nvPr/>
          </p:nvSpPr>
          <p:spPr>
            <a:xfrm>
              <a:off x="1235775" y="2642175"/>
              <a:ext cx="355775" cy="212275"/>
            </a:xfrm>
            <a:custGeom>
              <a:avLst/>
              <a:gdLst/>
              <a:ahLst/>
              <a:cxnLst/>
              <a:rect l="l" t="t" r="r" b="b"/>
              <a:pathLst>
                <a:path w="14231" h="8491" extrusionOk="0">
                  <a:moveTo>
                    <a:pt x="7316" y="1"/>
                  </a:moveTo>
                  <a:cubicBezTo>
                    <a:pt x="7155" y="1"/>
                    <a:pt x="6992" y="7"/>
                    <a:pt x="6828" y="19"/>
                  </a:cubicBezTo>
                  <a:cubicBezTo>
                    <a:pt x="2658" y="339"/>
                    <a:pt x="0" y="4603"/>
                    <a:pt x="1541" y="8491"/>
                  </a:cubicBezTo>
                  <a:lnTo>
                    <a:pt x="12201" y="8491"/>
                  </a:lnTo>
                  <a:cubicBezTo>
                    <a:pt x="12745" y="8482"/>
                    <a:pt x="13215" y="8106"/>
                    <a:pt x="13346" y="7580"/>
                  </a:cubicBezTo>
                  <a:cubicBezTo>
                    <a:pt x="14230" y="3665"/>
                    <a:pt x="11241" y="1"/>
                    <a:pt x="73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9" name="Google Shape;1889;p36"/>
          <p:cNvSpPr/>
          <p:nvPr/>
        </p:nvSpPr>
        <p:spPr>
          <a:xfrm>
            <a:off x="944935" y="811246"/>
            <a:ext cx="1067402" cy="636186"/>
          </a:xfrm>
          <a:custGeom>
            <a:avLst/>
            <a:gdLst/>
            <a:ahLst/>
            <a:cxnLst/>
            <a:rect l="l" t="t" r="r" b="b"/>
            <a:pathLst>
              <a:path w="35870" h="21379" extrusionOk="0">
                <a:moveTo>
                  <a:pt x="20195" y="1"/>
                </a:moveTo>
                <a:cubicBezTo>
                  <a:pt x="14830" y="1"/>
                  <a:pt x="10436" y="4268"/>
                  <a:pt x="10267" y="9634"/>
                </a:cubicBezTo>
                <a:lnTo>
                  <a:pt x="5831" y="9634"/>
                </a:lnTo>
                <a:cubicBezTo>
                  <a:pt x="2620" y="9676"/>
                  <a:pt x="1" y="12295"/>
                  <a:pt x="1" y="15506"/>
                </a:cubicBezTo>
                <a:cubicBezTo>
                  <a:pt x="1" y="18759"/>
                  <a:pt x="2620" y="21378"/>
                  <a:pt x="5831" y="21378"/>
                </a:cubicBezTo>
                <a:lnTo>
                  <a:pt x="30039" y="21378"/>
                </a:lnTo>
                <a:cubicBezTo>
                  <a:pt x="33250" y="21378"/>
                  <a:pt x="35869" y="18759"/>
                  <a:pt x="35869" y="15506"/>
                </a:cubicBezTo>
                <a:cubicBezTo>
                  <a:pt x="35869" y="12337"/>
                  <a:pt x="33334" y="9760"/>
                  <a:pt x="30166" y="9676"/>
                </a:cubicBezTo>
                <a:cubicBezTo>
                  <a:pt x="29997" y="4268"/>
                  <a:pt x="25603" y="1"/>
                  <a:pt x="201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6"/>
          <p:cNvSpPr/>
          <p:nvPr/>
        </p:nvSpPr>
        <p:spPr>
          <a:xfrm>
            <a:off x="5479175" y="312600"/>
            <a:ext cx="1655580" cy="972905"/>
          </a:xfrm>
          <a:custGeom>
            <a:avLst/>
            <a:gdLst/>
            <a:ahLst/>
            <a:cxnLst/>
            <a:rect l="l" t="t" r="r" b="b"/>
            <a:pathLst>
              <a:path w="35870" h="21379" extrusionOk="0">
                <a:moveTo>
                  <a:pt x="20195" y="1"/>
                </a:moveTo>
                <a:cubicBezTo>
                  <a:pt x="14830" y="1"/>
                  <a:pt x="10436" y="4268"/>
                  <a:pt x="10267" y="9634"/>
                </a:cubicBezTo>
                <a:lnTo>
                  <a:pt x="5831" y="9634"/>
                </a:lnTo>
                <a:cubicBezTo>
                  <a:pt x="2620" y="9676"/>
                  <a:pt x="1" y="12295"/>
                  <a:pt x="1" y="15506"/>
                </a:cubicBezTo>
                <a:cubicBezTo>
                  <a:pt x="1" y="18759"/>
                  <a:pt x="2620" y="21378"/>
                  <a:pt x="5831" y="21378"/>
                </a:cubicBezTo>
                <a:lnTo>
                  <a:pt x="30039" y="21378"/>
                </a:lnTo>
                <a:cubicBezTo>
                  <a:pt x="33250" y="21378"/>
                  <a:pt x="35869" y="18759"/>
                  <a:pt x="35869" y="15506"/>
                </a:cubicBezTo>
                <a:cubicBezTo>
                  <a:pt x="35869" y="12337"/>
                  <a:pt x="33334" y="9760"/>
                  <a:pt x="30166" y="9676"/>
                </a:cubicBezTo>
                <a:cubicBezTo>
                  <a:pt x="29997" y="4268"/>
                  <a:pt x="25603" y="1"/>
                  <a:pt x="201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6"/>
          <p:cNvSpPr txBox="1">
            <a:spLocks noGrp="1"/>
          </p:cNvSpPr>
          <p:nvPr>
            <p:ph type="subTitle" idx="1"/>
          </p:nvPr>
        </p:nvSpPr>
        <p:spPr>
          <a:xfrm flipH="1">
            <a:off x="1674025" y="2409550"/>
            <a:ext cx="3012300" cy="1209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dirty="0">
                <a:solidFill>
                  <a:srgbClr val="434343"/>
                </a:solidFill>
              </a:rPr>
              <a:t>Does anyone have any questions?</a:t>
            </a:r>
            <a:endParaRPr dirty="0">
              <a:solidFill>
                <a:srgbClr val="434343"/>
              </a:solidFill>
            </a:endParaRPr>
          </a:p>
          <a:p>
            <a:pPr marL="0" lvl="0" indent="0" algn="r" rtl="0">
              <a:spcBef>
                <a:spcPts val="0"/>
              </a:spcBef>
              <a:spcAft>
                <a:spcPts val="0"/>
              </a:spcAft>
              <a:buClr>
                <a:schemeClr val="dk1"/>
              </a:buClr>
              <a:buSzPts val="1100"/>
              <a:buFont typeface="Arial"/>
              <a:buNone/>
            </a:pPr>
            <a:endParaRPr dirty="0">
              <a:solidFill>
                <a:srgbClr val="434343"/>
              </a:solidFill>
            </a:endParaRPr>
          </a:p>
          <a:p>
            <a:pPr marL="0" lvl="0" indent="0" algn="r" rtl="0">
              <a:spcBef>
                <a:spcPts val="0"/>
              </a:spcBef>
              <a:spcAft>
                <a:spcPts val="0"/>
              </a:spcAft>
              <a:buNone/>
            </a:pPr>
            <a:endParaRPr dirty="0"/>
          </a:p>
        </p:txBody>
      </p:sp>
      <p:sp>
        <p:nvSpPr>
          <p:cNvPr id="1892" name="Google Shape;1892;p36"/>
          <p:cNvSpPr/>
          <p:nvPr/>
        </p:nvSpPr>
        <p:spPr>
          <a:xfrm>
            <a:off x="7626050" y="3701695"/>
            <a:ext cx="214002" cy="283905"/>
          </a:xfrm>
          <a:custGeom>
            <a:avLst/>
            <a:gdLst/>
            <a:ahLst/>
            <a:cxnLst/>
            <a:rect l="l" t="t" r="r" b="b"/>
            <a:pathLst>
              <a:path w="4715" h="11806" extrusionOk="0">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6"/>
          <p:cNvSpPr/>
          <p:nvPr/>
        </p:nvSpPr>
        <p:spPr>
          <a:xfrm>
            <a:off x="7892750" y="3701695"/>
            <a:ext cx="214002" cy="283905"/>
          </a:xfrm>
          <a:custGeom>
            <a:avLst/>
            <a:gdLst/>
            <a:ahLst/>
            <a:cxnLst/>
            <a:rect l="l" t="t" r="r" b="b"/>
            <a:pathLst>
              <a:path w="4715" h="11806" extrusionOk="0">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oogle Shape;1874;p36">
            <a:extLst>
              <a:ext uri="{FF2B5EF4-FFF2-40B4-BE49-F238E27FC236}">
                <a16:creationId xmlns:a16="http://schemas.microsoft.com/office/drawing/2014/main" id="{7189AEC0-AA76-4FDF-8E53-01221E6CDE0B}"/>
              </a:ext>
            </a:extLst>
          </p:cNvPr>
          <p:cNvGrpSpPr/>
          <p:nvPr/>
        </p:nvGrpSpPr>
        <p:grpSpPr>
          <a:xfrm>
            <a:off x="6496721" y="2910717"/>
            <a:ext cx="2792057" cy="2314899"/>
            <a:chOff x="202950" y="1579375"/>
            <a:chExt cx="1537900" cy="1275075"/>
          </a:xfrm>
        </p:grpSpPr>
        <p:sp>
          <p:nvSpPr>
            <p:cNvPr id="6" name="Google Shape;1875;p36">
              <a:extLst>
                <a:ext uri="{FF2B5EF4-FFF2-40B4-BE49-F238E27FC236}">
                  <a16:creationId xmlns:a16="http://schemas.microsoft.com/office/drawing/2014/main" id="{6FB7BDFF-3F59-AE7E-9C57-B0DE63BBEC6B}"/>
                </a:ext>
              </a:extLst>
            </p:cNvPr>
            <p:cNvSpPr/>
            <p:nvPr/>
          </p:nvSpPr>
          <p:spPr>
            <a:xfrm>
              <a:off x="1221225" y="2527600"/>
              <a:ext cx="519625" cy="326850"/>
            </a:xfrm>
            <a:custGeom>
              <a:avLst/>
              <a:gdLst/>
              <a:ahLst/>
              <a:cxnLst/>
              <a:rect l="l" t="t" r="r" b="b"/>
              <a:pathLst>
                <a:path w="20785" h="13074" extrusionOk="0">
                  <a:moveTo>
                    <a:pt x="11242" y="0"/>
                  </a:moveTo>
                  <a:cubicBezTo>
                    <a:pt x="10960" y="0"/>
                    <a:pt x="10698" y="19"/>
                    <a:pt x="10425" y="38"/>
                  </a:cubicBezTo>
                  <a:cubicBezTo>
                    <a:pt x="4048" y="583"/>
                    <a:pt x="0" y="7119"/>
                    <a:pt x="2357" y="13074"/>
                  </a:cubicBezTo>
                  <a:lnTo>
                    <a:pt x="19282" y="13074"/>
                  </a:lnTo>
                  <a:cubicBezTo>
                    <a:pt x="19798" y="13074"/>
                    <a:pt x="20259" y="12726"/>
                    <a:pt x="20409" y="12229"/>
                  </a:cubicBezTo>
                  <a:cubicBezTo>
                    <a:pt x="20662" y="11355"/>
                    <a:pt x="20784" y="10463"/>
                    <a:pt x="20784" y="9561"/>
                  </a:cubicBezTo>
                  <a:cubicBezTo>
                    <a:pt x="20784" y="4283"/>
                    <a:pt x="16511" y="10"/>
                    <a:pt x="112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76;p36">
              <a:extLst>
                <a:ext uri="{FF2B5EF4-FFF2-40B4-BE49-F238E27FC236}">
                  <a16:creationId xmlns:a16="http://schemas.microsoft.com/office/drawing/2014/main" id="{8226DDEF-182E-FB05-BF33-07F1508718B2}"/>
                </a:ext>
              </a:extLst>
            </p:cNvPr>
            <p:cNvSpPr/>
            <p:nvPr/>
          </p:nvSpPr>
          <p:spPr>
            <a:xfrm>
              <a:off x="1221225" y="2528550"/>
              <a:ext cx="388125" cy="325900"/>
            </a:xfrm>
            <a:custGeom>
              <a:avLst/>
              <a:gdLst/>
              <a:ahLst/>
              <a:cxnLst/>
              <a:rect l="l" t="t" r="r" b="b"/>
              <a:pathLst>
                <a:path w="15525" h="13036" extrusionOk="0">
                  <a:moveTo>
                    <a:pt x="10425" y="0"/>
                  </a:moveTo>
                  <a:cubicBezTo>
                    <a:pt x="4048" y="545"/>
                    <a:pt x="0" y="7081"/>
                    <a:pt x="2357" y="13036"/>
                  </a:cubicBezTo>
                  <a:lnTo>
                    <a:pt x="15177" y="13036"/>
                  </a:lnTo>
                  <a:cubicBezTo>
                    <a:pt x="15412" y="12294"/>
                    <a:pt x="15525" y="11524"/>
                    <a:pt x="15525" y="10754"/>
                  </a:cubicBezTo>
                  <a:cubicBezTo>
                    <a:pt x="15525" y="7513"/>
                    <a:pt x="13478" y="4630"/>
                    <a:pt x="10425" y="3541"/>
                  </a:cubicBezTo>
                  <a:lnTo>
                    <a:pt x="10425" y="0"/>
                  </a:lnTo>
                  <a:close/>
                </a:path>
              </a:pathLst>
            </a:custGeom>
            <a:solidFill>
              <a:srgbClr val="66AA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77;p36">
              <a:extLst>
                <a:ext uri="{FF2B5EF4-FFF2-40B4-BE49-F238E27FC236}">
                  <a16:creationId xmlns:a16="http://schemas.microsoft.com/office/drawing/2014/main" id="{DE7E73E7-9465-762D-3532-05D9F4CFA41C}"/>
                </a:ext>
              </a:extLst>
            </p:cNvPr>
            <p:cNvSpPr/>
            <p:nvPr/>
          </p:nvSpPr>
          <p:spPr>
            <a:xfrm>
              <a:off x="202950" y="2527725"/>
              <a:ext cx="513475" cy="326725"/>
            </a:xfrm>
            <a:custGeom>
              <a:avLst/>
              <a:gdLst/>
              <a:ahLst/>
              <a:cxnLst/>
              <a:rect l="l" t="t" r="r" b="b"/>
              <a:pathLst>
                <a:path w="20539" h="13069" extrusionOk="0">
                  <a:moveTo>
                    <a:pt x="10943" y="0"/>
                  </a:moveTo>
                  <a:cubicBezTo>
                    <a:pt x="4641" y="0"/>
                    <a:pt x="0" y="6072"/>
                    <a:pt x="1783" y="12224"/>
                  </a:cubicBezTo>
                  <a:cubicBezTo>
                    <a:pt x="1933" y="12721"/>
                    <a:pt x="2393" y="13069"/>
                    <a:pt x="2910" y="13069"/>
                  </a:cubicBezTo>
                  <a:lnTo>
                    <a:pt x="19843" y="13069"/>
                  </a:lnTo>
                  <a:cubicBezTo>
                    <a:pt x="20313" y="11886"/>
                    <a:pt x="20538" y="10627"/>
                    <a:pt x="20510" y="9359"/>
                  </a:cubicBezTo>
                  <a:cubicBezTo>
                    <a:pt x="20416" y="4381"/>
                    <a:pt x="16444" y="268"/>
                    <a:pt x="11466" y="14"/>
                  </a:cubicBezTo>
                  <a:cubicBezTo>
                    <a:pt x="11290" y="5"/>
                    <a:pt x="11116" y="0"/>
                    <a:pt x="109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78;p36">
              <a:extLst>
                <a:ext uri="{FF2B5EF4-FFF2-40B4-BE49-F238E27FC236}">
                  <a16:creationId xmlns:a16="http://schemas.microsoft.com/office/drawing/2014/main" id="{803F4F40-9E6D-456C-5722-E270A9230E7F}"/>
                </a:ext>
              </a:extLst>
            </p:cNvPr>
            <p:cNvSpPr/>
            <p:nvPr/>
          </p:nvSpPr>
          <p:spPr>
            <a:xfrm>
              <a:off x="476900" y="1599450"/>
              <a:ext cx="968575" cy="1254775"/>
            </a:xfrm>
            <a:custGeom>
              <a:avLst/>
              <a:gdLst/>
              <a:ahLst/>
              <a:cxnLst/>
              <a:rect l="l" t="t" r="r" b="b"/>
              <a:pathLst>
                <a:path w="38743" h="50191" extrusionOk="0">
                  <a:moveTo>
                    <a:pt x="19376" y="0"/>
                  </a:moveTo>
                  <a:lnTo>
                    <a:pt x="1" y="17394"/>
                  </a:lnTo>
                  <a:lnTo>
                    <a:pt x="1" y="49017"/>
                  </a:lnTo>
                  <a:cubicBezTo>
                    <a:pt x="1" y="49665"/>
                    <a:pt x="527" y="50191"/>
                    <a:pt x="1175" y="50191"/>
                  </a:cubicBezTo>
                  <a:lnTo>
                    <a:pt x="38742" y="50191"/>
                  </a:lnTo>
                  <a:lnTo>
                    <a:pt x="38742" y="17394"/>
                  </a:lnTo>
                  <a:lnTo>
                    <a:pt x="193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79;p36">
              <a:extLst>
                <a:ext uri="{FF2B5EF4-FFF2-40B4-BE49-F238E27FC236}">
                  <a16:creationId xmlns:a16="http://schemas.microsoft.com/office/drawing/2014/main" id="{3792C5F0-83B8-FB97-6512-F32DD3603F5D}"/>
                </a:ext>
              </a:extLst>
            </p:cNvPr>
            <p:cNvSpPr/>
            <p:nvPr/>
          </p:nvSpPr>
          <p:spPr>
            <a:xfrm>
              <a:off x="715225" y="2123975"/>
              <a:ext cx="730250" cy="730475"/>
            </a:xfrm>
            <a:custGeom>
              <a:avLst/>
              <a:gdLst/>
              <a:ahLst/>
              <a:cxnLst/>
              <a:rect l="l" t="t" r="r" b="b"/>
              <a:pathLst>
                <a:path w="29210" h="29219" extrusionOk="0">
                  <a:moveTo>
                    <a:pt x="29209" y="1"/>
                  </a:moveTo>
                  <a:lnTo>
                    <a:pt x="0" y="29219"/>
                  </a:lnTo>
                  <a:lnTo>
                    <a:pt x="29209" y="29219"/>
                  </a:lnTo>
                  <a:lnTo>
                    <a:pt x="29209" y="1"/>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880;p36">
              <a:extLst>
                <a:ext uri="{FF2B5EF4-FFF2-40B4-BE49-F238E27FC236}">
                  <a16:creationId xmlns:a16="http://schemas.microsoft.com/office/drawing/2014/main" id="{25CC24A9-7848-D57C-8295-91431D7EC4ED}"/>
                </a:ext>
              </a:extLst>
            </p:cNvPr>
            <p:cNvSpPr/>
            <p:nvPr/>
          </p:nvSpPr>
          <p:spPr>
            <a:xfrm>
              <a:off x="1227800" y="2380150"/>
              <a:ext cx="118125" cy="295150"/>
            </a:xfrm>
            <a:custGeom>
              <a:avLst/>
              <a:gdLst/>
              <a:ahLst/>
              <a:cxnLst/>
              <a:rect l="l" t="t" r="r" b="b"/>
              <a:pathLst>
                <a:path w="4725" h="11806" extrusionOk="0">
                  <a:moveTo>
                    <a:pt x="1249" y="0"/>
                  </a:moveTo>
                  <a:cubicBezTo>
                    <a:pt x="564" y="0"/>
                    <a:pt x="0" y="554"/>
                    <a:pt x="0" y="1240"/>
                  </a:cubicBezTo>
                  <a:lnTo>
                    <a:pt x="0" y="11806"/>
                  </a:lnTo>
                  <a:lnTo>
                    <a:pt x="4724" y="11806"/>
                  </a:lnTo>
                  <a:lnTo>
                    <a:pt x="4724" y="1240"/>
                  </a:lnTo>
                  <a:cubicBezTo>
                    <a:pt x="4724" y="554"/>
                    <a:pt x="4170" y="0"/>
                    <a:pt x="3484"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81;p36">
              <a:extLst>
                <a:ext uri="{FF2B5EF4-FFF2-40B4-BE49-F238E27FC236}">
                  <a16:creationId xmlns:a16="http://schemas.microsoft.com/office/drawing/2014/main" id="{AA49F770-7625-EFC1-1869-6D929E798C08}"/>
                </a:ext>
              </a:extLst>
            </p:cNvPr>
            <p:cNvSpPr/>
            <p:nvPr/>
          </p:nvSpPr>
          <p:spPr>
            <a:xfrm>
              <a:off x="576700" y="2380150"/>
              <a:ext cx="117875" cy="295150"/>
            </a:xfrm>
            <a:custGeom>
              <a:avLst/>
              <a:gdLst/>
              <a:ahLst/>
              <a:cxnLst/>
              <a:rect l="l" t="t" r="r" b="b"/>
              <a:pathLst>
                <a:path w="4715" h="11806" extrusionOk="0">
                  <a:moveTo>
                    <a:pt x="1240" y="0"/>
                  </a:moveTo>
                  <a:cubicBezTo>
                    <a:pt x="554" y="0"/>
                    <a:pt x="0" y="554"/>
                    <a:pt x="0" y="1240"/>
                  </a:cubicBezTo>
                  <a:lnTo>
                    <a:pt x="0" y="11806"/>
                  </a:lnTo>
                  <a:lnTo>
                    <a:pt x="4715" y="11806"/>
                  </a:lnTo>
                  <a:lnTo>
                    <a:pt x="4715" y="1240"/>
                  </a:lnTo>
                  <a:cubicBezTo>
                    <a:pt x="4715" y="554"/>
                    <a:pt x="4161" y="0"/>
                    <a:pt x="347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82;p36">
              <a:extLst>
                <a:ext uri="{FF2B5EF4-FFF2-40B4-BE49-F238E27FC236}">
                  <a16:creationId xmlns:a16="http://schemas.microsoft.com/office/drawing/2014/main" id="{12369D05-C8DB-0A7D-1CC9-A43195E23CFE}"/>
                </a:ext>
              </a:extLst>
            </p:cNvPr>
            <p:cNvSpPr/>
            <p:nvPr/>
          </p:nvSpPr>
          <p:spPr>
            <a:xfrm>
              <a:off x="476900" y="2675275"/>
              <a:ext cx="968800" cy="179175"/>
            </a:xfrm>
            <a:custGeom>
              <a:avLst/>
              <a:gdLst/>
              <a:ahLst/>
              <a:cxnLst/>
              <a:rect l="l" t="t" r="r" b="b"/>
              <a:pathLst>
                <a:path w="38752" h="7167" extrusionOk="0">
                  <a:moveTo>
                    <a:pt x="1" y="1"/>
                  </a:moveTo>
                  <a:lnTo>
                    <a:pt x="1" y="5993"/>
                  </a:lnTo>
                  <a:cubicBezTo>
                    <a:pt x="1" y="6641"/>
                    <a:pt x="527" y="7167"/>
                    <a:pt x="1175" y="7167"/>
                  </a:cubicBezTo>
                  <a:lnTo>
                    <a:pt x="38752" y="7167"/>
                  </a:lnTo>
                  <a:lnTo>
                    <a:pt x="38752" y="1"/>
                  </a:lnTo>
                  <a:close/>
                </a:path>
              </a:pathLst>
            </a:custGeom>
            <a:solidFill>
              <a:srgbClr val="5F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83;p36">
              <a:extLst>
                <a:ext uri="{FF2B5EF4-FFF2-40B4-BE49-F238E27FC236}">
                  <a16:creationId xmlns:a16="http://schemas.microsoft.com/office/drawing/2014/main" id="{B8FF905E-9BE0-94ED-EDCC-869D20172B0C}"/>
                </a:ext>
              </a:extLst>
            </p:cNvPr>
            <p:cNvSpPr/>
            <p:nvPr/>
          </p:nvSpPr>
          <p:spPr>
            <a:xfrm>
              <a:off x="476900" y="2675275"/>
              <a:ext cx="968575" cy="178950"/>
            </a:xfrm>
            <a:custGeom>
              <a:avLst/>
              <a:gdLst/>
              <a:ahLst/>
              <a:cxnLst/>
              <a:rect l="l" t="t" r="r" b="b"/>
              <a:pathLst>
                <a:path w="38743" h="7158" extrusionOk="0">
                  <a:moveTo>
                    <a:pt x="1" y="1"/>
                  </a:moveTo>
                  <a:lnTo>
                    <a:pt x="1" y="5984"/>
                  </a:lnTo>
                  <a:cubicBezTo>
                    <a:pt x="1" y="6632"/>
                    <a:pt x="527" y="7158"/>
                    <a:pt x="1175" y="7158"/>
                  </a:cubicBezTo>
                  <a:lnTo>
                    <a:pt x="38742" y="7158"/>
                  </a:lnTo>
                  <a:lnTo>
                    <a:pt x="3874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84;p36">
              <a:extLst>
                <a:ext uri="{FF2B5EF4-FFF2-40B4-BE49-F238E27FC236}">
                  <a16:creationId xmlns:a16="http://schemas.microsoft.com/office/drawing/2014/main" id="{C040EA8F-4302-5A21-6995-7218A2127483}"/>
                </a:ext>
              </a:extLst>
            </p:cNvPr>
            <p:cNvSpPr/>
            <p:nvPr/>
          </p:nvSpPr>
          <p:spPr>
            <a:xfrm>
              <a:off x="715225" y="2675275"/>
              <a:ext cx="730250" cy="178950"/>
            </a:xfrm>
            <a:custGeom>
              <a:avLst/>
              <a:gdLst/>
              <a:ahLst/>
              <a:cxnLst/>
              <a:rect l="l" t="t" r="r" b="b"/>
              <a:pathLst>
                <a:path w="29210" h="7158" extrusionOk="0">
                  <a:moveTo>
                    <a:pt x="7157" y="1"/>
                  </a:moveTo>
                  <a:lnTo>
                    <a:pt x="0" y="7158"/>
                  </a:lnTo>
                  <a:lnTo>
                    <a:pt x="29209" y="7158"/>
                  </a:lnTo>
                  <a:lnTo>
                    <a:pt x="29209" y="1"/>
                  </a:lnTo>
                  <a:close/>
                </a:path>
              </a:pathLst>
            </a:custGeom>
            <a:solidFill>
              <a:srgbClr val="F9BF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85;p36">
              <a:extLst>
                <a:ext uri="{FF2B5EF4-FFF2-40B4-BE49-F238E27FC236}">
                  <a16:creationId xmlns:a16="http://schemas.microsoft.com/office/drawing/2014/main" id="{56E3A319-66C8-4796-DD01-667C6D497864}"/>
                </a:ext>
              </a:extLst>
            </p:cNvPr>
            <p:cNvSpPr/>
            <p:nvPr/>
          </p:nvSpPr>
          <p:spPr>
            <a:xfrm>
              <a:off x="809375" y="2380150"/>
              <a:ext cx="303625" cy="474300"/>
            </a:xfrm>
            <a:custGeom>
              <a:avLst/>
              <a:gdLst/>
              <a:ahLst/>
              <a:cxnLst/>
              <a:rect l="l" t="t" r="r" b="b"/>
              <a:pathLst>
                <a:path w="12145" h="18972" extrusionOk="0">
                  <a:moveTo>
                    <a:pt x="1250" y="0"/>
                  </a:moveTo>
                  <a:cubicBezTo>
                    <a:pt x="564" y="0"/>
                    <a:pt x="1" y="554"/>
                    <a:pt x="1" y="1240"/>
                  </a:cubicBezTo>
                  <a:lnTo>
                    <a:pt x="1" y="18972"/>
                  </a:lnTo>
                  <a:lnTo>
                    <a:pt x="12144" y="18972"/>
                  </a:lnTo>
                  <a:lnTo>
                    <a:pt x="12144" y="1240"/>
                  </a:lnTo>
                  <a:cubicBezTo>
                    <a:pt x="12144" y="554"/>
                    <a:pt x="11590" y="0"/>
                    <a:pt x="10905" y="0"/>
                  </a:cubicBezTo>
                  <a:close/>
                </a:path>
              </a:pathLst>
            </a:custGeom>
            <a:solidFill>
              <a:srgbClr val="373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86;p36">
              <a:extLst>
                <a:ext uri="{FF2B5EF4-FFF2-40B4-BE49-F238E27FC236}">
                  <a16:creationId xmlns:a16="http://schemas.microsoft.com/office/drawing/2014/main" id="{8ACC781D-FF43-9129-C241-7324C7F52A57}"/>
                </a:ext>
              </a:extLst>
            </p:cNvPr>
            <p:cNvSpPr/>
            <p:nvPr/>
          </p:nvSpPr>
          <p:spPr>
            <a:xfrm>
              <a:off x="476900" y="1599450"/>
              <a:ext cx="968575" cy="627175"/>
            </a:xfrm>
            <a:custGeom>
              <a:avLst/>
              <a:gdLst/>
              <a:ahLst/>
              <a:cxnLst/>
              <a:rect l="l" t="t" r="r" b="b"/>
              <a:pathLst>
                <a:path w="38743" h="25087" extrusionOk="0">
                  <a:moveTo>
                    <a:pt x="19376" y="0"/>
                  </a:moveTo>
                  <a:lnTo>
                    <a:pt x="1" y="17394"/>
                  </a:lnTo>
                  <a:lnTo>
                    <a:pt x="1" y="25086"/>
                  </a:lnTo>
                  <a:lnTo>
                    <a:pt x="19376" y="7692"/>
                  </a:lnTo>
                  <a:lnTo>
                    <a:pt x="38742" y="25086"/>
                  </a:lnTo>
                  <a:lnTo>
                    <a:pt x="38742" y="17394"/>
                  </a:lnTo>
                  <a:lnTo>
                    <a:pt x="19376" y="0"/>
                  </a:lnTo>
                  <a:close/>
                </a:path>
              </a:pathLst>
            </a:custGeom>
            <a:solidFill>
              <a:srgbClr val="FFE4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87;p36">
              <a:extLst>
                <a:ext uri="{FF2B5EF4-FFF2-40B4-BE49-F238E27FC236}">
                  <a16:creationId xmlns:a16="http://schemas.microsoft.com/office/drawing/2014/main" id="{D1BD5BD1-73CA-6324-848E-5CD70405FDF8}"/>
                </a:ext>
              </a:extLst>
            </p:cNvPr>
            <p:cNvSpPr/>
            <p:nvPr/>
          </p:nvSpPr>
          <p:spPr>
            <a:xfrm>
              <a:off x="323575" y="1579375"/>
              <a:ext cx="1275450" cy="648050"/>
            </a:xfrm>
            <a:custGeom>
              <a:avLst/>
              <a:gdLst/>
              <a:ahLst/>
              <a:cxnLst/>
              <a:rect l="l" t="t" r="r" b="b"/>
              <a:pathLst>
                <a:path w="51018" h="25922" extrusionOk="0">
                  <a:moveTo>
                    <a:pt x="25506" y="0"/>
                  </a:moveTo>
                  <a:cubicBezTo>
                    <a:pt x="24838" y="0"/>
                    <a:pt x="24171" y="240"/>
                    <a:pt x="23640" y="719"/>
                  </a:cubicBezTo>
                  <a:lnTo>
                    <a:pt x="555" y="21447"/>
                  </a:lnTo>
                  <a:cubicBezTo>
                    <a:pt x="38" y="21907"/>
                    <a:pt x="1" y="22686"/>
                    <a:pt x="461" y="23203"/>
                  </a:cubicBezTo>
                  <a:lnTo>
                    <a:pt x="2536" y="25513"/>
                  </a:lnTo>
                  <a:cubicBezTo>
                    <a:pt x="2777" y="25784"/>
                    <a:pt x="3115" y="25921"/>
                    <a:pt x="3454" y="25921"/>
                  </a:cubicBezTo>
                  <a:cubicBezTo>
                    <a:pt x="3750" y="25921"/>
                    <a:pt x="4047" y="25817"/>
                    <a:pt x="4283" y="25607"/>
                  </a:cubicBezTo>
                  <a:lnTo>
                    <a:pt x="25509" y="6551"/>
                  </a:lnTo>
                  <a:lnTo>
                    <a:pt x="46726" y="25607"/>
                  </a:lnTo>
                  <a:cubicBezTo>
                    <a:pt x="46962" y="25817"/>
                    <a:pt x="47259" y="25921"/>
                    <a:pt x="47556" y="25921"/>
                  </a:cubicBezTo>
                  <a:cubicBezTo>
                    <a:pt x="47896" y="25921"/>
                    <a:pt x="48236" y="25784"/>
                    <a:pt x="48482" y="25513"/>
                  </a:cubicBezTo>
                  <a:lnTo>
                    <a:pt x="50558" y="23203"/>
                  </a:lnTo>
                  <a:cubicBezTo>
                    <a:pt x="51018" y="22686"/>
                    <a:pt x="50971" y="21907"/>
                    <a:pt x="50464" y="21447"/>
                  </a:cubicBezTo>
                  <a:lnTo>
                    <a:pt x="27378" y="719"/>
                  </a:lnTo>
                  <a:cubicBezTo>
                    <a:pt x="26843" y="240"/>
                    <a:pt x="26174" y="0"/>
                    <a:pt x="255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88;p36">
              <a:extLst>
                <a:ext uri="{FF2B5EF4-FFF2-40B4-BE49-F238E27FC236}">
                  <a16:creationId xmlns:a16="http://schemas.microsoft.com/office/drawing/2014/main" id="{F640C7E4-3CE4-8EF7-F34A-F5F1D2C0E57D}"/>
                </a:ext>
              </a:extLst>
            </p:cNvPr>
            <p:cNvSpPr/>
            <p:nvPr/>
          </p:nvSpPr>
          <p:spPr>
            <a:xfrm>
              <a:off x="1235775" y="2642175"/>
              <a:ext cx="355775" cy="212275"/>
            </a:xfrm>
            <a:custGeom>
              <a:avLst/>
              <a:gdLst/>
              <a:ahLst/>
              <a:cxnLst/>
              <a:rect l="l" t="t" r="r" b="b"/>
              <a:pathLst>
                <a:path w="14231" h="8491" extrusionOk="0">
                  <a:moveTo>
                    <a:pt x="7316" y="1"/>
                  </a:moveTo>
                  <a:cubicBezTo>
                    <a:pt x="7155" y="1"/>
                    <a:pt x="6992" y="7"/>
                    <a:pt x="6828" y="19"/>
                  </a:cubicBezTo>
                  <a:cubicBezTo>
                    <a:pt x="2658" y="339"/>
                    <a:pt x="0" y="4603"/>
                    <a:pt x="1541" y="8491"/>
                  </a:cubicBezTo>
                  <a:lnTo>
                    <a:pt x="12201" y="8491"/>
                  </a:lnTo>
                  <a:cubicBezTo>
                    <a:pt x="12745" y="8482"/>
                    <a:pt x="13215" y="8106"/>
                    <a:pt x="13346" y="7580"/>
                  </a:cubicBezTo>
                  <a:cubicBezTo>
                    <a:pt x="14230" y="3665"/>
                    <a:pt x="11241" y="1"/>
                    <a:pt x="73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Real Estate Marketing Plan ">
  <a:themeElements>
    <a:clrScheme name="Simple Light">
      <a:dk1>
        <a:srgbClr val="000000"/>
      </a:dk1>
      <a:lt1>
        <a:srgbClr val="FFFFFF"/>
      </a:lt1>
      <a:dk2>
        <a:srgbClr val="D39C2D"/>
      </a:dk2>
      <a:lt2>
        <a:srgbClr val="F9BF3E"/>
      </a:lt2>
      <a:accent1>
        <a:srgbClr val="FFCB64"/>
      </a:accent1>
      <a:accent2>
        <a:srgbClr val="FCD977"/>
      </a:accent2>
      <a:accent3>
        <a:srgbClr val="FFE48D"/>
      </a:accent3>
      <a:accent4>
        <a:srgbClr val="74C1B9"/>
      </a:accent4>
      <a:accent5>
        <a:srgbClr val="9AD7D2"/>
      </a:accent5>
      <a:accent6>
        <a:srgbClr val="E2A33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2175</Words>
  <Application>Microsoft Macintosh PowerPoint</Application>
  <PresentationFormat>On-screen Show (16:9)</PresentationFormat>
  <Paragraphs>64</Paragraphs>
  <Slides>15</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Fira Sans Extra Condensed Medium</vt:lpstr>
      <vt:lpstr>Arial</vt:lpstr>
      <vt:lpstr>Garamond</vt:lpstr>
      <vt:lpstr>system-ui</vt:lpstr>
      <vt:lpstr>Squada One</vt:lpstr>
      <vt:lpstr>Barlow Light</vt:lpstr>
      <vt:lpstr>Montserrat ExtraBold</vt:lpstr>
      <vt:lpstr>Montserrat Medium</vt:lpstr>
      <vt:lpstr>EB Garamond</vt:lpstr>
      <vt:lpstr>Roboto Slab Light</vt:lpstr>
      <vt:lpstr>Real Estate Marketing Plan </vt:lpstr>
      <vt:lpstr>International Housing Market</vt:lpstr>
      <vt:lpstr>Introduction</vt:lpstr>
      <vt:lpstr>Data Cleaning</vt:lpstr>
      <vt:lpstr>Heat Map</vt:lpstr>
      <vt:lpstr>Average House Price Index by Country</vt:lpstr>
      <vt:lpstr>Mortgage Rate % Distribution</vt:lpstr>
      <vt:lpstr>House Price Index vs Rent Index</vt:lpstr>
      <vt:lpstr>Affordability Ratio</vt:lpstr>
      <vt:lpstr>Geo Map</vt:lpstr>
      <vt:lpstr>Highest vs. Lowest Price Index</vt:lpstr>
      <vt:lpstr>Affordability Ratio by Country</vt:lpstr>
      <vt:lpstr>GDP Growth % vs Mortgage Rate %</vt:lpstr>
      <vt:lpstr>Issues/ Limitations of the Data</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ESTATE MARKETING PLAN</dc:title>
  <cp:lastModifiedBy>Chelsea Mason</cp:lastModifiedBy>
  <cp:revision>3</cp:revision>
  <dcterms:modified xsi:type="dcterms:W3CDTF">2025-12-04T04:36:52Z</dcterms:modified>
</cp:coreProperties>
</file>